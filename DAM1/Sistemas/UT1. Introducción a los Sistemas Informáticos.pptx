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72" r:id="rId6"/>
    <p:sldId id="257" r:id="rId7"/>
    <p:sldId id="259" r:id="rId8"/>
    <p:sldId id="258" r:id="rId9"/>
    <p:sldId id="260" r:id="rId10"/>
    <p:sldId id="262" r:id="rId11"/>
    <p:sldId id="261" r:id="rId12"/>
    <p:sldId id="263" r:id="rId13"/>
    <p:sldId id="264" r:id="rId14"/>
    <p:sldId id="265" r:id="rId15"/>
    <p:sldId id="266" r:id="rId16"/>
    <p:sldId id="267" r:id="rId17"/>
    <p:sldId id="268" r:id="rId18"/>
    <p:sldId id="283" r:id="rId19"/>
    <p:sldId id="269" r:id="rId20"/>
    <p:sldId id="270" r:id="rId21"/>
    <p:sldId id="271" r:id="rId22"/>
    <p:sldId id="273" r:id="rId23"/>
    <p:sldId id="274" r:id="rId24"/>
    <p:sldId id="275" r:id="rId25"/>
    <p:sldId id="276" r:id="rId26"/>
    <p:sldId id="277" r:id="rId27"/>
    <p:sldId id="278" r:id="rId28"/>
    <p:sldId id="279" r:id="rId29"/>
    <p:sldId id="280" r:id="rId30"/>
    <p:sldId id="281" r:id="rId31"/>
    <p:sldId id="282" r:id="rId32"/>
    <p:sldId id="284" r:id="rId33"/>
    <p:sldId id="285" r:id="rId34"/>
    <p:sldId id="286" r:id="rId35"/>
    <p:sldId id="287" r:id="rId36"/>
    <p:sldId id="288" r:id="rId37"/>
    <p:sldId id="289" r:id="rId38"/>
    <p:sldId id="290" r:id="rId39"/>
    <p:sldId id="294" r:id="rId40"/>
    <p:sldId id="295" r:id="rId41"/>
    <p:sldId id="291" r:id="rId42"/>
    <p:sldId id="292" r:id="rId43"/>
    <p:sldId id="293" r:id="rId44"/>
    <p:sldId id="296" r:id="rId45"/>
    <p:sldId id="298" r:id="rId46"/>
    <p:sldId id="297" r:id="rId47"/>
    <p:sldId id="307" r:id="rId48"/>
    <p:sldId id="302" r:id="rId49"/>
    <p:sldId id="303" r:id="rId50"/>
    <p:sldId id="304" r:id="rId51"/>
    <p:sldId id="305" r:id="rId52"/>
    <p:sldId id="306" r:id="rId53"/>
    <p:sldId id="308" r:id="rId54"/>
    <p:sldId id="309" r:id="rId55"/>
    <p:sldId id="311" r:id="rId56"/>
    <p:sldId id="315" r:id="rId57"/>
    <p:sldId id="313" r:id="rId58"/>
    <p:sldId id="314" r:id="rId59"/>
    <p:sldId id="318" r:id="rId60"/>
    <p:sldId id="319" r:id="rId61"/>
    <p:sldId id="320" r:id="rId62"/>
    <p:sldId id="317" r:id="rId63"/>
    <p:sldId id="321" r:id="rId64"/>
    <p:sldId id="322" r:id="rId65"/>
    <p:sldId id="323" r:id="rId66"/>
    <p:sldId id="324" r:id="rId67"/>
    <p:sldId id="325" r:id="rId6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59B3C5-BC76-49EC-B1EE-9F732FD4F31C}" v="391" dt="2023-09-12T10:13:58.027"/>
    <p1510:client id="{05B82B2F-0F16-4F3C-A07F-E9184EB0501C}" v="12" dt="2023-09-13T12:36:37.793"/>
    <p1510:client id="{2EC9D57C-A6FD-4C50-9A9B-05853FF71408}" v="194" dt="2023-09-28T16:25:43.985"/>
    <p1510:client id="{48EA21D7-1319-45CF-AD0B-10263055D086}" v="5" dt="2023-09-12T11:09:34.128"/>
    <p1510:client id="{5DB714BC-8C6D-4A55-B4E3-5EC3F1B0D346}" v="419" dt="2023-09-14T08:13:28.210"/>
    <p1510:client id="{78CF4FA7-AE7F-49EC-AD4D-D1AFE7754327}" v="3" dt="2023-09-28T15:17:11.489"/>
    <p1510:client id="{8B4CA68C-4DF2-46BF-8D8D-E47971041765}" v="265" dt="2023-09-12T19:45:15.565"/>
    <p1510:client id="{AC75B2E5-982C-4488-B6D4-BECA3D181E34}" v="67" dt="2023-09-11T11:13:18.303"/>
    <p1510:client id="{CF9DA5A7-2CFE-4528-8FFC-40D6C5B0D578}" v="121" dt="2023-09-13T08:15:22.945"/>
    <p1510:client id="{E47BD6F3-59C2-4513-AF57-22AB28CC5378}" v="31" dt="2023-09-13T08:30:07.867"/>
    <p1510:client id="{FF9D7369-D769-4C0C-B87A-758485ED01DE}" v="1" dt="2023-09-11T17:21:25.2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50" d="100"/>
          <a:sy n="50" d="100"/>
        </p:scale>
        <p:origin x="48" y="9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ata4.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diagrams/_rels/data6.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1.png"/><Relationship Id="rId7" Type="http://schemas.openxmlformats.org/officeDocument/2006/relationships/image" Target="../media/image64.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63.svg"/><Relationship Id="rId5" Type="http://schemas.openxmlformats.org/officeDocument/2006/relationships/image" Target="../media/image18.png"/><Relationship Id="rId4" Type="http://schemas.openxmlformats.org/officeDocument/2006/relationships/image" Target="../media/image62.svg"/></Relationships>
</file>

<file path=ppt/diagrams/_rels/data7.xml.rels><?xml version="1.0" encoding="UTF-8" standalone="yes"?>
<Relationships xmlns="http://schemas.openxmlformats.org/package/2006/relationships"><Relationship Id="rId2" Type="http://schemas.openxmlformats.org/officeDocument/2006/relationships/image" Target="../media/image65.svg"/><Relationship Id="rId1" Type="http://schemas.openxmlformats.org/officeDocument/2006/relationships/image" Target="../media/image64.png"/></Relationships>
</file>

<file path=ppt/diagrams/_rels/data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svg"/><Relationship Id="rId1" Type="http://schemas.openxmlformats.org/officeDocument/2006/relationships/image" Target="../media/image69.png"/><Relationship Id="rId4" Type="http://schemas.openxmlformats.org/officeDocument/2006/relationships/image" Target="../media/image7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rawing4.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diagrams/_rels/drawing6.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1.png"/><Relationship Id="rId7" Type="http://schemas.openxmlformats.org/officeDocument/2006/relationships/image" Target="../media/image64.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63.svg"/><Relationship Id="rId5" Type="http://schemas.openxmlformats.org/officeDocument/2006/relationships/image" Target="../media/image18.png"/><Relationship Id="rId4" Type="http://schemas.openxmlformats.org/officeDocument/2006/relationships/image" Target="../media/image62.svg"/></Relationships>
</file>

<file path=ppt/diagrams/_rels/drawing7.xml.rels><?xml version="1.0" encoding="UTF-8" standalone="yes"?>
<Relationships xmlns="http://schemas.openxmlformats.org/package/2006/relationships"><Relationship Id="rId2" Type="http://schemas.openxmlformats.org/officeDocument/2006/relationships/image" Target="../media/image65.svg"/><Relationship Id="rId1" Type="http://schemas.openxmlformats.org/officeDocument/2006/relationships/image" Target="../media/image64.png"/></Relationships>
</file>

<file path=ppt/diagrams/_rels/drawing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svg"/><Relationship Id="rId1" Type="http://schemas.openxmlformats.org/officeDocument/2006/relationships/image" Target="../media/image69.png"/><Relationship Id="rId4" Type="http://schemas.openxmlformats.org/officeDocument/2006/relationships/image" Target="../media/image7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1C2186B0-C5EB-4CC6-92CC-B63B0861596E}"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s-ES"/>
        </a:p>
      </dgm:t>
    </dgm:pt>
    <dgm:pt modelId="{712E1D09-70D0-4BB4-B60E-7D6ED1116A02}">
      <dgm:prSet phldrT="[Texto]"/>
      <dgm:spPr/>
      <dgm:t>
        <a:bodyPr/>
        <a:lstStyle/>
        <a:p>
          <a:pPr>
            <a:lnSpc>
              <a:spcPct val="100000"/>
            </a:lnSpc>
          </a:pPr>
          <a:r>
            <a:rPr lang="es-ES" dirty="0"/>
            <a:t>Matemáticas</a:t>
          </a:r>
        </a:p>
      </dgm:t>
    </dgm:pt>
    <dgm:pt modelId="{B7D7EDA5-EA80-4A48-87C1-1E3A6CA439DD}" type="parTrans" cxnId="{7F05B866-F8EF-4483-9F24-61B04DD2B918}">
      <dgm:prSet/>
      <dgm:spPr/>
      <dgm:t>
        <a:bodyPr/>
        <a:lstStyle/>
        <a:p>
          <a:endParaRPr lang="es-ES"/>
        </a:p>
      </dgm:t>
    </dgm:pt>
    <dgm:pt modelId="{D3D4052C-B878-45A1-B899-7645237ACB97}" type="sibTrans" cxnId="{7F05B866-F8EF-4483-9F24-61B04DD2B918}">
      <dgm:prSet/>
      <dgm:spPr/>
      <dgm:t>
        <a:bodyPr/>
        <a:lstStyle/>
        <a:p>
          <a:endParaRPr lang="es-ES"/>
        </a:p>
      </dgm:t>
    </dgm:pt>
    <dgm:pt modelId="{DBD48058-026F-4CA6-965A-5716E19B0975}">
      <dgm:prSet phldrT="[Texto]"/>
      <dgm:spPr/>
      <dgm:t>
        <a:bodyPr/>
        <a:lstStyle/>
        <a:p>
          <a:pPr>
            <a:lnSpc>
              <a:spcPct val="100000"/>
            </a:lnSpc>
          </a:pPr>
          <a:r>
            <a:rPr lang="es-ES" dirty="0"/>
            <a:t>Física</a:t>
          </a:r>
        </a:p>
      </dgm:t>
    </dgm:pt>
    <dgm:pt modelId="{5DA283D3-81CA-475F-9D1F-E8FA8FA2C533}" type="parTrans" cxnId="{97FC0185-9E8B-400F-9BA5-CAC77A5A8179}">
      <dgm:prSet/>
      <dgm:spPr/>
      <dgm:t>
        <a:bodyPr/>
        <a:lstStyle/>
        <a:p>
          <a:endParaRPr lang="es-ES"/>
        </a:p>
      </dgm:t>
    </dgm:pt>
    <dgm:pt modelId="{CD5316D1-2A69-49ED-8B62-5A88CBEF7B85}" type="sibTrans" cxnId="{97FC0185-9E8B-400F-9BA5-CAC77A5A8179}">
      <dgm:prSet/>
      <dgm:spPr/>
      <dgm:t>
        <a:bodyPr/>
        <a:lstStyle/>
        <a:p>
          <a:endParaRPr lang="es-ES"/>
        </a:p>
      </dgm:t>
    </dgm:pt>
    <dgm:pt modelId="{2D807515-422C-4DAD-A9AB-967FDDE1336B}">
      <dgm:prSet phldrT="[Texto]"/>
      <dgm:spPr/>
      <dgm:t>
        <a:bodyPr/>
        <a:lstStyle/>
        <a:p>
          <a:pPr>
            <a:lnSpc>
              <a:spcPct val="100000"/>
            </a:lnSpc>
          </a:pPr>
          <a:r>
            <a:rPr lang="es-ES" dirty="0"/>
            <a:t>Electricidad</a:t>
          </a:r>
        </a:p>
      </dgm:t>
    </dgm:pt>
    <dgm:pt modelId="{9E38B7AE-A5EC-4811-9CB5-9D23F476CE87}" type="parTrans" cxnId="{4824D736-6555-4D61-B0F1-5D40EACD036A}">
      <dgm:prSet/>
      <dgm:spPr/>
      <dgm:t>
        <a:bodyPr/>
        <a:lstStyle/>
        <a:p>
          <a:endParaRPr lang="es-ES"/>
        </a:p>
      </dgm:t>
    </dgm:pt>
    <dgm:pt modelId="{9E09DEAD-12B9-458A-85FF-5DD4248E8F40}" type="sibTrans" cxnId="{4824D736-6555-4D61-B0F1-5D40EACD036A}">
      <dgm:prSet/>
      <dgm:spPr/>
      <dgm:t>
        <a:bodyPr/>
        <a:lstStyle/>
        <a:p>
          <a:endParaRPr lang="es-ES"/>
        </a:p>
      </dgm:t>
    </dgm:pt>
    <dgm:pt modelId="{4A3F49D2-23ED-4AC5-A09C-FF9BEA0415E7}">
      <dgm:prSet phldrT="[Texto]"/>
      <dgm:spPr/>
      <dgm:t>
        <a:bodyPr/>
        <a:lstStyle/>
        <a:p>
          <a:pPr>
            <a:lnSpc>
              <a:spcPct val="100000"/>
            </a:lnSpc>
          </a:pPr>
          <a:r>
            <a:rPr lang="es-ES" dirty="0"/>
            <a:t>Electrónica</a:t>
          </a:r>
        </a:p>
      </dgm:t>
    </dgm:pt>
    <dgm:pt modelId="{B63F52C0-FF29-4857-A35C-3E55E276CEA8}" type="parTrans" cxnId="{83E06E10-490D-4D81-A4D5-3E0B2906F68B}">
      <dgm:prSet/>
      <dgm:spPr/>
      <dgm:t>
        <a:bodyPr/>
        <a:lstStyle/>
        <a:p>
          <a:endParaRPr lang="es-ES"/>
        </a:p>
      </dgm:t>
    </dgm:pt>
    <dgm:pt modelId="{5921650E-604E-44CE-B1F3-D770C8B7F95B}" type="sibTrans" cxnId="{83E06E10-490D-4D81-A4D5-3E0B2906F68B}">
      <dgm:prSet/>
      <dgm:spPr/>
      <dgm:t>
        <a:bodyPr/>
        <a:lstStyle/>
        <a:p>
          <a:endParaRPr lang="es-ES"/>
        </a:p>
      </dgm:t>
    </dgm:pt>
    <dgm:pt modelId="{DFC77789-8F22-4CC5-8320-071DBE41104C}" type="pres">
      <dgm:prSet presAssocID="{1C2186B0-C5EB-4CC6-92CC-B63B0861596E}" presName="root" presStyleCnt="0">
        <dgm:presLayoutVars>
          <dgm:dir/>
          <dgm:resizeHandles val="exact"/>
        </dgm:presLayoutVars>
      </dgm:prSet>
      <dgm:spPr/>
    </dgm:pt>
    <dgm:pt modelId="{05B42BA4-B612-4B16-9E46-376F8B2022DE}" type="pres">
      <dgm:prSet presAssocID="{712E1D09-70D0-4BB4-B60E-7D6ED1116A02}" presName="compNode" presStyleCnt="0"/>
      <dgm:spPr/>
    </dgm:pt>
    <dgm:pt modelId="{072062F8-EF03-4420-AF3B-8C3FBEA96D5D}" type="pres">
      <dgm:prSet presAssocID="{712E1D09-70D0-4BB4-B60E-7D6ED1116A0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dora"/>
        </a:ext>
      </dgm:extLst>
    </dgm:pt>
    <dgm:pt modelId="{343648AA-1BF7-4BEF-A4FA-38E00E9F3B0E}" type="pres">
      <dgm:prSet presAssocID="{712E1D09-70D0-4BB4-B60E-7D6ED1116A02}" presName="spaceRect" presStyleCnt="0"/>
      <dgm:spPr/>
    </dgm:pt>
    <dgm:pt modelId="{378C3918-1AB3-40D1-AA5C-F56026B34C42}" type="pres">
      <dgm:prSet presAssocID="{712E1D09-70D0-4BB4-B60E-7D6ED1116A02}" presName="textRect" presStyleLbl="revTx" presStyleIdx="0" presStyleCnt="4">
        <dgm:presLayoutVars>
          <dgm:chMax val="1"/>
          <dgm:chPref val="1"/>
        </dgm:presLayoutVars>
      </dgm:prSet>
      <dgm:spPr/>
    </dgm:pt>
    <dgm:pt modelId="{434BEA3F-33C6-4B50-8DCF-AFDE2A87C4F1}" type="pres">
      <dgm:prSet presAssocID="{D3D4052C-B878-45A1-B899-7645237ACB97}" presName="sibTrans" presStyleCnt="0"/>
      <dgm:spPr/>
    </dgm:pt>
    <dgm:pt modelId="{F988ADDA-D81D-4C75-AC51-363ECD4CAA15}" type="pres">
      <dgm:prSet presAssocID="{DBD48058-026F-4CA6-965A-5716E19B0975}" presName="compNode" presStyleCnt="0"/>
      <dgm:spPr/>
    </dgm:pt>
    <dgm:pt modelId="{62DAA9CB-BC88-4810-99F1-15261893ADA0}" type="pres">
      <dgm:prSet presAssocID="{DBD48058-026F-4CA6-965A-5716E19B097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Átomo"/>
        </a:ext>
      </dgm:extLst>
    </dgm:pt>
    <dgm:pt modelId="{463C1AFB-C36C-4090-A77F-020998B1E60B}" type="pres">
      <dgm:prSet presAssocID="{DBD48058-026F-4CA6-965A-5716E19B0975}" presName="spaceRect" presStyleCnt="0"/>
      <dgm:spPr/>
    </dgm:pt>
    <dgm:pt modelId="{D625ED11-6FE0-4171-ACF5-481F1F4EBC84}" type="pres">
      <dgm:prSet presAssocID="{DBD48058-026F-4CA6-965A-5716E19B0975}" presName="textRect" presStyleLbl="revTx" presStyleIdx="1" presStyleCnt="4">
        <dgm:presLayoutVars>
          <dgm:chMax val="1"/>
          <dgm:chPref val="1"/>
        </dgm:presLayoutVars>
      </dgm:prSet>
      <dgm:spPr/>
    </dgm:pt>
    <dgm:pt modelId="{DD714419-2F8D-47C7-934A-F877F647BAF9}" type="pres">
      <dgm:prSet presAssocID="{CD5316D1-2A69-49ED-8B62-5A88CBEF7B85}" presName="sibTrans" presStyleCnt="0"/>
      <dgm:spPr/>
    </dgm:pt>
    <dgm:pt modelId="{26ACC5E3-2EC2-4481-B1C3-C07D08D91F61}" type="pres">
      <dgm:prSet presAssocID="{2D807515-422C-4DAD-A9AB-967FDDE1336B}" presName="compNode" presStyleCnt="0"/>
      <dgm:spPr/>
    </dgm:pt>
    <dgm:pt modelId="{8DF2A4BF-113E-40D9-97BA-2AC2871AC386}" type="pres">
      <dgm:prSet presAssocID="{2D807515-422C-4DAD-A9AB-967FDDE1336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gh Voltage"/>
        </a:ext>
      </dgm:extLst>
    </dgm:pt>
    <dgm:pt modelId="{204457B1-B983-469A-9A98-05D77EA6B8D4}" type="pres">
      <dgm:prSet presAssocID="{2D807515-422C-4DAD-A9AB-967FDDE1336B}" presName="spaceRect" presStyleCnt="0"/>
      <dgm:spPr/>
    </dgm:pt>
    <dgm:pt modelId="{292B87D8-5A8B-42CE-AC50-21F88DDCE0B2}" type="pres">
      <dgm:prSet presAssocID="{2D807515-422C-4DAD-A9AB-967FDDE1336B}" presName="textRect" presStyleLbl="revTx" presStyleIdx="2" presStyleCnt="4">
        <dgm:presLayoutVars>
          <dgm:chMax val="1"/>
          <dgm:chPref val="1"/>
        </dgm:presLayoutVars>
      </dgm:prSet>
      <dgm:spPr/>
    </dgm:pt>
    <dgm:pt modelId="{A85ED925-EACA-40EA-98DC-6CF524ABB07E}" type="pres">
      <dgm:prSet presAssocID="{9E09DEAD-12B9-458A-85FF-5DD4248E8F40}" presName="sibTrans" presStyleCnt="0"/>
      <dgm:spPr/>
    </dgm:pt>
    <dgm:pt modelId="{D14262C8-0DCF-42A2-AC15-787B86D827C7}" type="pres">
      <dgm:prSet presAssocID="{4A3F49D2-23ED-4AC5-A09C-FF9BEA0415E7}" presName="compNode" presStyleCnt="0"/>
      <dgm:spPr/>
    </dgm:pt>
    <dgm:pt modelId="{E6E05509-2A9E-4210-9BB6-522DDB3C7735}" type="pres">
      <dgm:prSet presAssocID="{4A3F49D2-23ED-4AC5-A09C-FF9BEA0415E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Ordenador"/>
        </a:ext>
      </dgm:extLst>
    </dgm:pt>
    <dgm:pt modelId="{40A00282-A61F-46D2-A997-D1245FD6010F}" type="pres">
      <dgm:prSet presAssocID="{4A3F49D2-23ED-4AC5-A09C-FF9BEA0415E7}" presName="spaceRect" presStyleCnt="0"/>
      <dgm:spPr/>
    </dgm:pt>
    <dgm:pt modelId="{80DB2DDE-5746-42E7-88D6-16BC596941F7}" type="pres">
      <dgm:prSet presAssocID="{4A3F49D2-23ED-4AC5-A09C-FF9BEA0415E7}" presName="textRect" presStyleLbl="revTx" presStyleIdx="3" presStyleCnt="4">
        <dgm:presLayoutVars>
          <dgm:chMax val="1"/>
          <dgm:chPref val="1"/>
        </dgm:presLayoutVars>
      </dgm:prSet>
      <dgm:spPr/>
    </dgm:pt>
  </dgm:ptLst>
  <dgm:cxnLst>
    <dgm:cxn modelId="{83E06E10-490D-4D81-A4D5-3E0B2906F68B}" srcId="{1C2186B0-C5EB-4CC6-92CC-B63B0861596E}" destId="{4A3F49D2-23ED-4AC5-A09C-FF9BEA0415E7}" srcOrd="3" destOrd="0" parTransId="{B63F52C0-FF29-4857-A35C-3E55E276CEA8}" sibTransId="{5921650E-604E-44CE-B1F3-D770C8B7F95B}"/>
    <dgm:cxn modelId="{4824D736-6555-4D61-B0F1-5D40EACD036A}" srcId="{1C2186B0-C5EB-4CC6-92CC-B63B0861596E}" destId="{2D807515-422C-4DAD-A9AB-967FDDE1336B}" srcOrd="2" destOrd="0" parTransId="{9E38B7AE-A5EC-4811-9CB5-9D23F476CE87}" sibTransId="{9E09DEAD-12B9-458A-85FF-5DD4248E8F40}"/>
    <dgm:cxn modelId="{D20B993C-FF82-48C5-AE93-CE6CF7354EFF}" type="presOf" srcId="{712E1D09-70D0-4BB4-B60E-7D6ED1116A02}" destId="{378C3918-1AB3-40D1-AA5C-F56026B34C42}" srcOrd="0" destOrd="0" presId="urn:microsoft.com/office/officeart/2018/2/layout/IconLabelList"/>
    <dgm:cxn modelId="{7F05B866-F8EF-4483-9F24-61B04DD2B918}" srcId="{1C2186B0-C5EB-4CC6-92CC-B63B0861596E}" destId="{712E1D09-70D0-4BB4-B60E-7D6ED1116A02}" srcOrd="0" destOrd="0" parTransId="{B7D7EDA5-EA80-4A48-87C1-1E3A6CA439DD}" sibTransId="{D3D4052C-B878-45A1-B899-7645237ACB97}"/>
    <dgm:cxn modelId="{97FC0185-9E8B-400F-9BA5-CAC77A5A8179}" srcId="{1C2186B0-C5EB-4CC6-92CC-B63B0861596E}" destId="{DBD48058-026F-4CA6-965A-5716E19B0975}" srcOrd="1" destOrd="0" parTransId="{5DA283D3-81CA-475F-9D1F-E8FA8FA2C533}" sibTransId="{CD5316D1-2A69-49ED-8B62-5A88CBEF7B85}"/>
    <dgm:cxn modelId="{A7E1DCB5-33E6-4A4B-9B7E-7B2F703AF9DA}" type="presOf" srcId="{1C2186B0-C5EB-4CC6-92CC-B63B0861596E}" destId="{DFC77789-8F22-4CC5-8320-071DBE41104C}" srcOrd="0" destOrd="0" presId="urn:microsoft.com/office/officeart/2018/2/layout/IconLabelList"/>
    <dgm:cxn modelId="{1EF90DBC-226B-4805-9F50-060E64C67F86}" type="presOf" srcId="{2D807515-422C-4DAD-A9AB-967FDDE1336B}" destId="{292B87D8-5A8B-42CE-AC50-21F88DDCE0B2}" srcOrd="0" destOrd="0" presId="urn:microsoft.com/office/officeart/2018/2/layout/IconLabelList"/>
    <dgm:cxn modelId="{6630E0DF-1A57-4287-B9C3-B638BC720171}" type="presOf" srcId="{4A3F49D2-23ED-4AC5-A09C-FF9BEA0415E7}" destId="{80DB2DDE-5746-42E7-88D6-16BC596941F7}" srcOrd="0" destOrd="0" presId="urn:microsoft.com/office/officeart/2018/2/layout/IconLabelList"/>
    <dgm:cxn modelId="{854D5BF0-B969-4C55-9DDE-EC5919B43263}" type="presOf" srcId="{DBD48058-026F-4CA6-965A-5716E19B0975}" destId="{D625ED11-6FE0-4171-ACF5-481F1F4EBC84}" srcOrd="0" destOrd="0" presId="urn:microsoft.com/office/officeart/2018/2/layout/IconLabelList"/>
    <dgm:cxn modelId="{0AA55431-5949-4B8B-ABD9-297A397A8886}" type="presParOf" srcId="{DFC77789-8F22-4CC5-8320-071DBE41104C}" destId="{05B42BA4-B612-4B16-9E46-376F8B2022DE}" srcOrd="0" destOrd="0" presId="urn:microsoft.com/office/officeart/2018/2/layout/IconLabelList"/>
    <dgm:cxn modelId="{61369EF7-43EE-4EDE-ADA6-54749B187B03}" type="presParOf" srcId="{05B42BA4-B612-4B16-9E46-376F8B2022DE}" destId="{072062F8-EF03-4420-AF3B-8C3FBEA96D5D}" srcOrd="0" destOrd="0" presId="urn:microsoft.com/office/officeart/2018/2/layout/IconLabelList"/>
    <dgm:cxn modelId="{742AE7EA-DEB0-4801-BA50-2CA807897F4F}" type="presParOf" srcId="{05B42BA4-B612-4B16-9E46-376F8B2022DE}" destId="{343648AA-1BF7-4BEF-A4FA-38E00E9F3B0E}" srcOrd="1" destOrd="0" presId="urn:microsoft.com/office/officeart/2018/2/layout/IconLabelList"/>
    <dgm:cxn modelId="{F7856916-8CF2-45CC-B369-067199B4FC50}" type="presParOf" srcId="{05B42BA4-B612-4B16-9E46-376F8B2022DE}" destId="{378C3918-1AB3-40D1-AA5C-F56026B34C42}" srcOrd="2" destOrd="0" presId="urn:microsoft.com/office/officeart/2018/2/layout/IconLabelList"/>
    <dgm:cxn modelId="{3187BCBF-F9DD-40E5-A92C-F373873680DA}" type="presParOf" srcId="{DFC77789-8F22-4CC5-8320-071DBE41104C}" destId="{434BEA3F-33C6-4B50-8DCF-AFDE2A87C4F1}" srcOrd="1" destOrd="0" presId="urn:microsoft.com/office/officeart/2018/2/layout/IconLabelList"/>
    <dgm:cxn modelId="{F822D2A0-B238-4123-9845-A190C7DC0578}" type="presParOf" srcId="{DFC77789-8F22-4CC5-8320-071DBE41104C}" destId="{F988ADDA-D81D-4C75-AC51-363ECD4CAA15}" srcOrd="2" destOrd="0" presId="urn:microsoft.com/office/officeart/2018/2/layout/IconLabelList"/>
    <dgm:cxn modelId="{5E425680-6299-43E9-AA23-AC361F3D41DC}" type="presParOf" srcId="{F988ADDA-D81D-4C75-AC51-363ECD4CAA15}" destId="{62DAA9CB-BC88-4810-99F1-15261893ADA0}" srcOrd="0" destOrd="0" presId="urn:microsoft.com/office/officeart/2018/2/layout/IconLabelList"/>
    <dgm:cxn modelId="{BE59E36F-655F-46DF-983A-EF8EF560A20E}" type="presParOf" srcId="{F988ADDA-D81D-4C75-AC51-363ECD4CAA15}" destId="{463C1AFB-C36C-4090-A77F-020998B1E60B}" srcOrd="1" destOrd="0" presId="urn:microsoft.com/office/officeart/2018/2/layout/IconLabelList"/>
    <dgm:cxn modelId="{5552363A-29FB-4C3B-A01D-7B2BAA4E2E50}" type="presParOf" srcId="{F988ADDA-D81D-4C75-AC51-363ECD4CAA15}" destId="{D625ED11-6FE0-4171-ACF5-481F1F4EBC84}" srcOrd="2" destOrd="0" presId="urn:microsoft.com/office/officeart/2018/2/layout/IconLabelList"/>
    <dgm:cxn modelId="{84931158-C524-4394-B81E-B6B660624E46}" type="presParOf" srcId="{DFC77789-8F22-4CC5-8320-071DBE41104C}" destId="{DD714419-2F8D-47C7-934A-F877F647BAF9}" srcOrd="3" destOrd="0" presId="urn:microsoft.com/office/officeart/2018/2/layout/IconLabelList"/>
    <dgm:cxn modelId="{E83D301B-B747-468D-AA82-7CACAE59EFDE}" type="presParOf" srcId="{DFC77789-8F22-4CC5-8320-071DBE41104C}" destId="{26ACC5E3-2EC2-4481-B1C3-C07D08D91F61}" srcOrd="4" destOrd="0" presId="urn:microsoft.com/office/officeart/2018/2/layout/IconLabelList"/>
    <dgm:cxn modelId="{10D7575F-315D-4F2C-B9FA-B5FFBA291C7D}" type="presParOf" srcId="{26ACC5E3-2EC2-4481-B1C3-C07D08D91F61}" destId="{8DF2A4BF-113E-40D9-97BA-2AC2871AC386}" srcOrd="0" destOrd="0" presId="urn:microsoft.com/office/officeart/2018/2/layout/IconLabelList"/>
    <dgm:cxn modelId="{00B5511C-9C29-404D-94BD-A2D9C73D5441}" type="presParOf" srcId="{26ACC5E3-2EC2-4481-B1C3-C07D08D91F61}" destId="{204457B1-B983-469A-9A98-05D77EA6B8D4}" srcOrd="1" destOrd="0" presId="urn:microsoft.com/office/officeart/2018/2/layout/IconLabelList"/>
    <dgm:cxn modelId="{28B146DE-6A08-4592-8BB9-20AF25519662}" type="presParOf" srcId="{26ACC5E3-2EC2-4481-B1C3-C07D08D91F61}" destId="{292B87D8-5A8B-42CE-AC50-21F88DDCE0B2}" srcOrd="2" destOrd="0" presId="urn:microsoft.com/office/officeart/2018/2/layout/IconLabelList"/>
    <dgm:cxn modelId="{FB3955B4-7C50-4916-9514-3284511C3DE1}" type="presParOf" srcId="{DFC77789-8F22-4CC5-8320-071DBE41104C}" destId="{A85ED925-EACA-40EA-98DC-6CF524ABB07E}" srcOrd="5" destOrd="0" presId="urn:microsoft.com/office/officeart/2018/2/layout/IconLabelList"/>
    <dgm:cxn modelId="{6D7BB43F-E889-40BC-ADDD-542A3159AF8D}" type="presParOf" srcId="{DFC77789-8F22-4CC5-8320-071DBE41104C}" destId="{D14262C8-0DCF-42A2-AC15-787B86D827C7}" srcOrd="6" destOrd="0" presId="urn:microsoft.com/office/officeart/2018/2/layout/IconLabelList"/>
    <dgm:cxn modelId="{918BF784-9C51-4FF1-B89D-6AB6E41C3DB5}" type="presParOf" srcId="{D14262C8-0DCF-42A2-AC15-787B86D827C7}" destId="{E6E05509-2A9E-4210-9BB6-522DDB3C7735}" srcOrd="0" destOrd="0" presId="urn:microsoft.com/office/officeart/2018/2/layout/IconLabelList"/>
    <dgm:cxn modelId="{DD87668B-81F1-4774-9803-379A140BE43C}" type="presParOf" srcId="{D14262C8-0DCF-42A2-AC15-787B86D827C7}" destId="{40A00282-A61F-46D2-A997-D1245FD6010F}" srcOrd="1" destOrd="0" presId="urn:microsoft.com/office/officeart/2018/2/layout/IconLabelList"/>
    <dgm:cxn modelId="{43B6A894-8803-49E4-9CED-CF01BD2BCCC0}" type="presParOf" srcId="{D14262C8-0DCF-42A2-AC15-787B86D827C7}" destId="{80DB2DDE-5746-42E7-88D6-16BC596941F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6A2365-25C0-4488-92F5-86D7F988BB1C}"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D2B41867-01F2-4260-BEED-0F3186F2C7AE}">
      <dgm:prSet/>
      <dgm:spPr/>
      <dgm:t>
        <a:bodyPr/>
        <a:lstStyle/>
        <a:p>
          <a:r>
            <a:rPr lang="es-ES"/>
            <a:t>Un dato es un conjunto de símbolos utilizado para expresar o representar un valor numérico, un hecho, un objeto o una idea; en la forma adecuada para ser objeto de tratamiento.</a:t>
          </a:r>
          <a:endParaRPr lang="en-US"/>
        </a:p>
      </dgm:t>
    </dgm:pt>
    <dgm:pt modelId="{9C532768-8492-415C-82F6-E3BC54977B9C}" type="parTrans" cxnId="{309F786F-CA8D-4914-8DB5-CAAE81AC4635}">
      <dgm:prSet/>
      <dgm:spPr/>
      <dgm:t>
        <a:bodyPr/>
        <a:lstStyle/>
        <a:p>
          <a:endParaRPr lang="en-US"/>
        </a:p>
      </dgm:t>
    </dgm:pt>
    <dgm:pt modelId="{2FBB57BE-8E15-40FD-831F-F87EBF6449FD}" type="sibTrans" cxnId="{309F786F-CA8D-4914-8DB5-CAAE81AC4635}">
      <dgm:prSet/>
      <dgm:spPr/>
      <dgm:t>
        <a:bodyPr/>
        <a:lstStyle/>
        <a:p>
          <a:endParaRPr lang="en-US"/>
        </a:p>
      </dgm:t>
    </dgm:pt>
    <dgm:pt modelId="{FE5335E7-AE60-43CB-9E85-03BB7198C330}">
      <dgm:prSet/>
      <dgm:spPr/>
      <dgm:t>
        <a:bodyPr/>
        <a:lstStyle/>
        <a:p>
          <a:r>
            <a:rPr lang="es-ES"/>
            <a:t>Es decir, en informática el concepto de dato es mucho más amplio que el que se suele utilizar en Física o en Matemáticas. No sólo es dato una temperatura (25º C), una altura (38.5 m.), o una medida experimental, sino que también lo es, en informática, una matrícula de coche (7784 BBZ), el nombre de un individuo (Laura Núñez Prieto) o una frase de un libro.</a:t>
          </a:r>
          <a:endParaRPr lang="en-US"/>
        </a:p>
      </dgm:t>
    </dgm:pt>
    <dgm:pt modelId="{E6F123EF-837C-4ACF-8034-AFD471104A9A}" type="parTrans" cxnId="{16331114-39E7-48F7-9751-281312019B33}">
      <dgm:prSet/>
      <dgm:spPr/>
      <dgm:t>
        <a:bodyPr/>
        <a:lstStyle/>
        <a:p>
          <a:endParaRPr lang="en-US"/>
        </a:p>
      </dgm:t>
    </dgm:pt>
    <dgm:pt modelId="{52A82378-64C7-44B1-ADE1-D6DF6F028256}" type="sibTrans" cxnId="{16331114-39E7-48F7-9751-281312019B33}">
      <dgm:prSet/>
      <dgm:spPr/>
      <dgm:t>
        <a:bodyPr/>
        <a:lstStyle/>
        <a:p>
          <a:endParaRPr lang="en-US"/>
        </a:p>
      </dgm:t>
    </dgm:pt>
    <dgm:pt modelId="{7C88AD28-AF0F-4C73-A088-042042860C25}" type="pres">
      <dgm:prSet presAssocID="{406A2365-25C0-4488-92F5-86D7F988BB1C}" presName="root" presStyleCnt="0">
        <dgm:presLayoutVars>
          <dgm:dir/>
          <dgm:resizeHandles val="exact"/>
        </dgm:presLayoutVars>
      </dgm:prSet>
      <dgm:spPr/>
    </dgm:pt>
    <dgm:pt modelId="{13AFECC3-AD23-464B-B921-BF573FFD6A91}" type="pres">
      <dgm:prSet presAssocID="{406A2365-25C0-4488-92F5-86D7F988BB1C}" presName="container" presStyleCnt="0">
        <dgm:presLayoutVars>
          <dgm:dir/>
          <dgm:resizeHandles val="exact"/>
        </dgm:presLayoutVars>
      </dgm:prSet>
      <dgm:spPr/>
    </dgm:pt>
    <dgm:pt modelId="{E83039CD-B69A-4D32-97B6-0A5883636E8D}" type="pres">
      <dgm:prSet presAssocID="{D2B41867-01F2-4260-BEED-0F3186F2C7AE}" presName="compNode" presStyleCnt="0"/>
      <dgm:spPr/>
    </dgm:pt>
    <dgm:pt modelId="{7713350C-4523-4400-9D7E-FE7796A5DE0A}" type="pres">
      <dgm:prSet presAssocID="{D2B41867-01F2-4260-BEED-0F3186F2C7AE}" presName="iconBgRect" presStyleLbl="bgShp" presStyleIdx="0" presStyleCnt="2"/>
      <dgm:spPr/>
    </dgm:pt>
    <dgm:pt modelId="{A8212A6A-BD42-4920-A05F-92134BCFD327}" type="pres">
      <dgm:prSet presAssocID="{D2B41867-01F2-4260-BEED-0F3186F2C7A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stadísticas"/>
        </a:ext>
      </dgm:extLst>
    </dgm:pt>
    <dgm:pt modelId="{25BC2C12-22A7-48F7-B40E-A6C52A910D64}" type="pres">
      <dgm:prSet presAssocID="{D2B41867-01F2-4260-BEED-0F3186F2C7AE}" presName="spaceRect" presStyleCnt="0"/>
      <dgm:spPr/>
    </dgm:pt>
    <dgm:pt modelId="{87C77513-405E-4553-B091-947EBFECB88D}" type="pres">
      <dgm:prSet presAssocID="{D2B41867-01F2-4260-BEED-0F3186F2C7AE}" presName="textRect" presStyleLbl="revTx" presStyleIdx="0" presStyleCnt="2">
        <dgm:presLayoutVars>
          <dgm:chMax val="1"/>
          <dgm:chPref val="1"/>
        </dgm:presLayoutVars>
      </dgm:prSet>
      <dgm:spPr/>
    </dgm:pt>
    <dgm:pt modelId="{E1E7B582-B347-4C2D-AA43-50CA5CB5B8B3}" type="pres">
      <dgm:prSet presAssocID="{2FBB57BE-8E15-40FD-831F-F87EBF6449FD}" presName="sibTrans" presStyleLbl="sibTrans2D1" presStyleIdx="0" presStyleCnt="0"/>
      <dgm:spPr/>
    </dgm:pt>
    <dgm:pt modelId="{EC5A59E1-EF4C-49A4-899B-8D3BCDA39020}" type="pres">
      <dgm:prSet presAssocID="{FE5335E7-AE60-43CB-9E85-03BB7198C330}" presName="compNode" presStyleCnt="0"/>
      <dgm:spPr/>
    </dgm:pt>
    <dgm:pt modelId="{C5F5292F-3487-4744-BEFB-3FEEBCD0F95A}" type="pres">
      <dgm:prSet presAssocID="{FE5335E7-AE60-43CB-9E85-03BB7198C330}" presName="iconBgRect" presStyleLbl="bgShp" presStyleIdx="1" presStyleCnt="2"/>
      <dgm:spPr/>
    </dgm:pt>
    <dgm:pt modelId="{F6D05760-370B-4DBB-BAE2-4134F061851E}" type="pres">
      <dgm:prSet presAssocID="{FE5335E7-AE60-43CB-9E85-03BB7198C33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ador"/>
        </a:ext>
      </dgm:extLst>
    </dgm:pt>
    <dgm:pt modelId="{634C0C06-3116-4D23-BAF1-01DC055D7AC5}" type="pres">
      <dgm:prSet presAssocID="{FE5335E7-AE60-43CB-9E85-03BB7198C330}" presName="spaceRect" presStyleCnt="0"/>
      <dgm:spPr/>
    </dgm:pt>
    <dgm:pt modelId="{E2EC72F7-271F-47BF-A711-2DB85A958956}" type="pres">
      <dgm:prSet presAssocID="{FE5335E7-AE60-43CB-9E85-03BB7198C330}" presName="textRect" presStyleLbl="revTx" presStyleIdx="1" presStyleCnt="2">
        <dgm:presLayoutVars>
          <dgm:chMax val="1"/>
          <dgm:chPref val="1"/>
        </dgm:presLayoutVars>
      </dgm:prSet>
      <dgm:spPr/>
    </dgm:pt>
  </dgm:ptLst>
  <dgm:cxnLst>
    <dgm:cxn modelId="{16331114-39E7-48F7-9751-281312019B33}" srcId="{406A2365-25C0-4488-92F5-86D7F988BB1C}" destId="{FE5335E7-AE60-43CB-9E85-03BB7198C330}" srcOrd="1" destOrd="0" parTransId="{E6F123EF-837C-4ACF-8034-AFD471104A9A}" sibTransId="{52A82378-64C7-44B1-ADE1-D6DF6F028256}"/>
    <dgm:cxn modelId="{6CE96525-D34B-44D4-8F7D-74FA255CFFD5}" type="presOf" srcId="{D2B41867-01F2-4260-BEED-0F3186F2C7AE}" destId="{87C77513-405E-4553-B091-947EBFECB88D}" srcOrd="0" destOrd="0" presId="urn:microsoft.com/office/officeart/2018/2/layout/IconCircleList"/>
    <dgm:cxn modelId="{D367C348-D48B-4746-B2FC-0B03970EC943}" type="presOf" srcId="{FE5335E7-AE60-43CB-9E85-03BB7198C330}" destId="{E2EC72F7-271F-47BF-A711-2DB85A958956}" srcOrd="0" destOrd="0" presId="urn:microsoft.com/office/officeart/2018/2/layout/IconCircleList"/>
    <dgm:cxn modelId="{309F786F-CA8D-4914-8DB5-CAAE81AC4635}" srcId="{406A2365-25C0-4488-92F5-86D7F988BB1C}" destId="{D2B41867-01F2-4260-BEED-0F3186F2C7AE}" srcOrd="0" destOrd="0" parTransId="{9C532768-8492-415C-82F6-E3BC54977B9C}" sibTransId="{2FBB57BE-8E15-40FD-831F-F87EBF6449FD}"/>
    <dgm:cxn modelId="{C2CB2EAE-0D77-4370-BE45-9A1445F8C9CA}" type="presOf" srcId="{406A2365-25C0-4488-92F5-86D7F988BB1C}" destId="{7C88AD28-AF0F-4C73-A088-042042860C25}" srcOrd="0" destOrd="0" presId="urn:microsoft.com/office/officeart/2018/2/layout/IconCircleList"/>
    <dgm:cxn modelId="{A1A078DD-7451-47A8-91AD-7EE815F57427}" type="presOf" srcId="{2FBB57BE-8E15-40FD-831F-F87EBF6449FD}" destId="{E1E7B582-B347-4C2D-AA43-50CA5CB5B8B3}" srcOrd="0" destOrd="0" presId="urn:microsoft.com/office/officeart/2018/2/layout/IconCircleList"/>
    <dgm:cxn modelId="{E0D86E49-0452-4E81-A960-F11B7B83E266}" type="presParOf" srcId="{7C88AD28-AF0F-4C73-A088-042042860C25}" destId="{13AFECC3-AD23-464B-B921-BF573FFD6A91}" srcOrd="0" destOrd="0" presId="urn:microsoft.com/office/officeart/2018/2/layout/IconCircleList"/>
    <dgm:cxn modelId="{090FC70F-EBAA-453C-ADE1-B68A4CC587F5}" type="presParOf" srcId="{13AFECC3-AD23-464B-B921-BF573FFD6A91}" destId="{E83039CD-B69A-4D32-97B6-0A5883636E8D}" srcOrd="0" destOrd="0" presId="urn:microsoft.com/office/officeart/2018/2/layout/IconCircleList"/>
    <dgm:cxn modelId="{7B161B55-4B7F-4E6E-9AE0-ADA95A50C42C}" type="presParOf" srcId="{E83039CD-B69A-4D32-97B6-0A5883636E8D}" destId="{7713350C-4523-4400-9D7E-FE7796A5DE0A}" srcOrd="0" destOrd="0" presId="urn:microsoft.com/office/officeart/2018/2/layout/IconCircleList"/>
    <dgm:cxn modelId="{41E0D285-FC1B-4181-8684-A94452F3C5C9}" type="presParOf" srcId="{E83039CD-B69A-4D32-97B6-0A5883636E8D}" destId="{A8212A6A-BD42-4920-A05F-92134BCFD327}" srcOrd="1" destOrd="0" presId="urn:microsoft.com/office/officeart/2018/2/layout/IconCircleList"/>
    <dgm:cxn modelId="{3F6F6857-3644-45E7-87FB-6FCD193D4CC6}" type="presParOf" srcId="{E83039CD-B69A-4D32-97B6-0A5883636E8D}" destId="{25BC2C12-22A7-48F7-B40E-A6C52A910D64}" srcOrd="2" destOrd="0" presId="urn:microsoft.com/office/officeart/2018/2/layout/IconCircleList"/>
    <dgm:cxn modelId="{150053AA-6509-4883-904D-CA6FF004F10E}" type="presParOf" srcId="{E83039CD-B69A-4D32-97B6-0A5883636E8D}" destId="{87C77513-405E-4553-B091-947EBFECB88D}" srcOrd="3" destOrd="0" presId="urn:microsoft.com/office/officeart/2018/2/layout/IconCircleList"/>
    <dgm:cxn modelId="{1662C59A-4527-4E59-BC45-68E6978871DE}" type="presParOf" srcId="{13AFECC3-AD23-464B-B921-BF573FFD6A91}" destId="{E1E7B582-B347-4C2D-AA43-50CA5CB5B8B3}" srcOrd="1" destOrd="0" presId="urn:microsoft.com/office/officeart/2018/2/layout/IconCircleList"/>
    <dgm:cxn modelId="{38B7CCC8-61C6-4561-9065-3C960C5CD212}" type="presParOf" srcId="{13AFECC3-AD23-464B-B921-BF573FFD6A91}" destId="{EC5A59E1-EF4C-49A4-899B-8D3BCDA39020}" srcOrd="2" destOrd="0" presId="urn:microsoft.com/office/officeart/2018/2/layout/IconCircleList"/>
    <dgm:cxn modelId="{B64EBE12-DBFD-457A-9FE1-EFB2E00B2403}" type="presParOf" srcId="{EC5A59E1-EF4C-49A4-899B-8D3BCDA39020}" destId="{C5F5292F-3487-4744-BEFB-3FEEBCD0F95A}" srcOrd="0" destOrd="0" presId="urn:microsoft.com/office/officeart/2018/2/layout/IconCircleList"/>
    <dgm:cxn modelId="{778B3E61-48D8-497D-9810-9CE66D789BD4}" type="presParOf" srcId="{EC5A59E1-EF4C-49A4-899B-8D3BCDA39020}" destId="{F6D05760-370B-4DBB-BAE2-4134F061851E}" srcOrd="1" destOrd="0" presId="urn:microsoft.com/office/officeart/2018/2/layout/IconCircleList"/>
    <dgm:cxn modelId="{CAB56279-33FD-44A7-A5C8-DC1E35E106F2}" type="presParOf" srcId="{EC5A59E1-EF4C-49A4-899B-8D3BCDA39020}" destId="{634C0C06-3116-4D23-BAF1-01DC055D7AC5}" srcOrd="2" destOrd="0" presId="urn:microsoft.com/office/officeart/2018/2/layout/IconCircleList"/>
    <dgm:cxn modelId="{8A3D80EC-F16A-4B0E-A0B5-3F11F2824159}" type="presParOf" srcId="{EC5A59E1-EF4C-49A4-899B-8D3BCDA39020}" destId="{E2EC72F7-271F-47BF-A711-2DB85A95895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F6B74BF-866A-44E9-90D9-6B385D57D2E0}" type="doc">
      <dgm:prSet loTypeId="urn:microsoft.com/office/officeart/2005/8/layout/list1" loCatId="list" qsTypeId="urn:microsoft.com/office/officeart/2005/8/quickstyle/simple4" qsCatId="simple" csTypeId="urn:microsoft.com/office/officeart/2005/8/colors/accent3_2" csCatId="accent3" phldr="1"/>
      <dgm:spPr/>
      <dgm:t>
        <a:bodyPr/>
        <a:lstStyle/>
        <a:p>
          <a:endParaRPr lang="es-ES"/>
        </a:p>
      </dgm:t>
    </dgm:pt>
    <dgm:pt modelId="{C9E3DD2E-6CD0-424D-A809-7788DFD79DB7}">
      <dgm:prSet phldrT="[Texto]" phldr="0"/>
      <dgm:spPr/>
      <dgm:t>
        <a:bodyPr/>
        <a:lstStyle/>
        <a:p>
          <a:r>
            <a:rPr lang="es-ES" dirty="0">
              <a:latin typeface="Calibri Light" panose="020F0302020204030204"/>
            </a:rPr>
            <a:t>Instrucciones</a:t>
          </a:r>
          <a:endParaRPr lang="es-ES" dirty="0"/>
        </a:p>
      </dgm:t>
    </dgm:pt>
    <dgm:pt modelId="{78DA22E7-9E78-48FA-BFDD-3BE94473998E}" type="parTrans" cxnId="{EA7EBB0F-07D2-46E9-ABC6-4896DB4FC0EF}">
      <dgm:prSet/>
      <dgm:spPr/>
      <dgm:t>
        <a:bodyPr/>
        <a:lstStyle/>
        <a:p>
          <a:endParaRPr lang="es-ES"/>
        </a:p>
      </dgm:t>
    </dgm:pt>
    <dgm:pt modelId="{A77FE461-BF77-41F9-A770-8ACBF33051F4}" type="sibTrans" cxnId="{EA7EBB0F-07D2-46E9-ABC6-4896DB4FC0EF}">
      <dgm:prSet/>
      <dgm:spPr/>
      <dgm:t>
        <a:bodyPr/>
        <a:lstStyle/>
        <a:p>
          <a:endParaRPr lang="es-ES"/>
        </a:p>
      </dgm:t>
    </dgm:pt>
    <dgm:pt modelId="{9484E53A-D1A5-4382-9FE4-5F3E57D98EAC}">
      <dgm:prSet phldrT="[Texto]" phldr="0"/>
      <dgm:spPr/>
      <dgm:t>
        <a:bodyPr/>
        <a:lstStyle/>
        <a:p>
          <a:r>
            <a:rPr lang="es-ES" dirty="0">
              <a:latin typeface="Calibri Light" panose="020F0302020204030204"/>
            </a:rPr>
            <a:t>Datos</a:t>
          </a:r>
          <a:endParaRPr lang="es-ES" dirty="0"/>
        </a:p>
      </dgm:t>
    </dgm:pt>
    <dgm:pt modelId="{156A001A-E475-486A-9E89-89AA81F16108}" type="parTrans" cxnId="{A029425F-CEEF-4609-8FC3-4AA7E3EF3023}">
      <dgm:prSet/>
      <dgm:spPr/>
      <dgm:t>
        <a:bodyPr/>
        <a:lstStyle/>
        <a:p>
          <a:endParaRPr lang="es-ES"/>
        </a:p>
      </dgm:t>
    </dgm:pt>
    <dgm:pt modelId="{829B0D75-286D-46E9-8B4C-49E6CC7A1D21}" type="sibTrans" cxnId="{A029425F-CEEF-4609-8FC3-4AA7E3EF3023}">
      <dgm:prSet/>
      <dgm:spPr/>
      <dgm:t>
        <a:bodyPr/>
        <a:lstStyle/>
        <a:p>
          <a:endParaRPr lang="es-ES"/>
        </a:p>
      </dgm:t>
    </dgm:pt>
    <dgm:pt modelId="{374756CA-949F-42CB-8531-CFFD9B3BBD33}" type="pres">
      <dgm:prSet presAssocID="{8F6B74BF-866A-44E9-90D9-6B385D57D2E0}" presName="linear" presStyleCnt="0">
        <dgm:presLayoutVars>
          <dgm:dir/>
          <dgm:animLvl val="lvl"/>
          <dgm:resizeHandles val="exact"/>
        </dgm:presLayoutVars>
      </dgm:prSet>
      <dgm:spPr/>
    </dgm:pt>
    <dgm:pt modelId="{F1A242AD-9DA5-443D-BB3D-10ECF0AA64FB}" type="pres">
      <dgm:prSet presAssocID="{C9E3DD2E-6CD0-424D-A809-7788DFD79DB7}" presName="parentLin" presStyleCnt="0"/>
      <dgm:spPr/>
    </dgm:pt>
    <dgm:pt modelId="{FC37255D-0A13-4098-A5B9-806F1CAD1F8C}" type="pres">
      <dgm:prSet presAssocID="{C9E3DD2E-6CD0-424D-A809-7788DFD79DB7}" presName="parentLeftMargin" presStyleLbl="node1" presStyleIdx="0" presStyleCnt="2"/>
      <dgm:spPr/>
    </dgm:pt>
    <dgm:pt modelId="{D4E10B0D-2F00-4A06-AC1F-671FDEA54991}" type="pres">
      <dgm:prSet presAssocID="{C9E3DD2E-6CD0-424D-A809-7788DFD79DB7}" presName="parentText" presStyleLbl="node1" presStyleIdx="0" presStyleCnt="2">
        <dgm:presLayoutVars>
          <dgm:chMax val="0"/>
          <dgm:bulletEnabled val="1"/>
        </dgm:presLayoutVars>
      </dgm:prSet>
      <dgm:spPr/>
    </dgm:pt>
    <dgm:pt modelId="{1BF6EC05-195C-4B9E-8720-E1C38A147BAB}" type="pres">
      <dgm:prSet presAssocID="{C9E3DD2E-6CD0-424D-A809-7788DFD79DB7}" presName="negativeSpace" presStyleCnt="0"/>
      <dgm:spPr/>
    </dgm:pt>
    <dgm:pt modelId="{A9A54376-A22D-47EE-B431-CFE088A8029E}" type="pres">
      <dgm:prSet presAssocID="{C9E3DD2E-6CD0-424D-A809-7788DFD79DB7}" presName="childText" presStyleLbl="conFgAcc1" presStyleIdx="0" presStyleCnt="2">
        <dgm:presLayoutVars>
          <dgm:bulletEnabled val="1"/>
        </dgm:presLayoutVars>
      </dgm:prSet>
      <dgm:spPr/>
    </dgm:pt>
    <dgm:pt modelId="{B1381A41-CBF1-4470-8CA1-D44E19D8D93F}" type="pres">
      <dgm:prSet presAssocID="{A77FE461-BF77-41F9-A770-8ACBF33051F4}" presName="spaceBetweenRectangles" presStyleCnt="0"/>
      <dgm:spPr/>
    </dgm:pt>
    <dgm:pt modelId="{A8F3A71D-8AD3-4553-BA86-752DCCA5E555}" type="pres">
      <dgm:prSet presAssocID="{9484E53A-D1A5-4382-9FE4-5F3E57D98EAC}" presName="parentLin" presStyleCnt="0"/>
      <dgm:spPr/>
    </dgm:pt>
    <dgm:pt modelId="{68B252DD-6176-47F6-91C4-1A2A1CE3EB9A}" type="pres">
      <dgm:prSet presAssocID="{9484E53A-D1A5-4382-9FE4-5F3E57D98EAC}" presName="parentLeftMargin" presStyleLbl="node1" presStyleIdx="0" presStyleCnt="2"/>
      <dgm:spPr/>
    </dgm:pt>
    <dgm:pt modelId="{8B1E6A9D-5A09-4E18-9936-2AD91E504F21}" type="pres">
      <dgm:prSet presAssocID="{9484E53A-D1A5-4382-9FE4-5F3E57D98EAC}" presName="parentText" presStyleLbl="node1" presStyleIdx="1" presStyleCnt="2">
        <dgm:presLayoutVars>
          <dgm:chMax val="0"/>
          <dgm:bulletEnabled val="1"/>
        </dgm:presLayoutVars>
      </dgm:prSet>
      <dgm:spPr/>
    </dgm:pt>
    <dgm:pt modelId="{FBFCBC63-E134-49F0-A3B3-3C30D34A9335}" type="pres">
      <dgm:prSet presAssocID="{9484E53A-D1A5-4382-9FE4-5F3E57D98EAC}" presName="negativeSpace" presStyleCnt="0"/>
      <dgm:spPr/>
    </dgm:pt>
    <dgm:pt modelId="{BCFA0F19-A243-4C45-B308-7F28B6B3EE42}" type="pres">
      <dgm:prSet presAssocID="{9484E53A-D1A5-4382-9FE4-5F3E57D98EAC}" presName="childText" presStyleLbl="conFgAcc1" presStyleIdx="1" presStyleCnt="2">
        <dgm:presLayoutVars>
          <dgm:bulletEnabled val="1"/>
        </dgm:presLayoutVars>
      </dgm:prSet>
      <dgm:spPr/>
    </dgm:pt>
  </dgm:ptLst>
  <dgm:cxnLst>
    <dgm:cxn modelId="{9BA77605-2287-4452-A567-F573298E672D}" type="presOf" srcId="{C9E3DD2E-6CD0-424D-A809-7788DFD79DB7}" destId="{FC37255D-0A13-4098-A5B9-806F1CAD1F8C}" srcOrd="0" destOrd="0" presId="urn:microsoft.com/office/officeart/2005/8/layout/list1"/>
    <dgm:cxn modelId="{EA7EBB0F-07D2-46E9-ABC6-4896DB4FC0EF}" srcId="{8F6B74BF-866A-44E9-90D9-6B385D57D2E0}" destId="{C9E3DD2E-6CD0-424D-A809-7788DFD79DB7}" srcOrd="0" destOrd="0" parTransId="{78DA22E7-9E78-48FA-BFDD-3BE94473998E}" sibTransId="{A77FE461-BF77-41F9-A770-8ACBF33051F4}"/>
    <dgm:cxn modelId="{1B4AEE15-1CCF-40E4-94D8-D499FACA9380}" type="presOf" srcId="{9484E53A-D1A5-4382-9FE4-5F3E57D98EAC}" destId="{8B1E6A9D-5A09-4E18-9936-2AD91E504F21}" srcOrd="1" destOrd="0" presId="urn:microsoft.com/office/officeart/2005/8/layout/list1"/>
    <dgm:cxn modelId="{A029425F-CEEF-4609-8FC3-4AA7E3EF3023}" srcId="{8F6B74BF-866A-44E9-90D9-6B385D57D2E0}" destId="{9484E53A-D1A5-4382-9FE4-5F3E57D98EAC}" srcOrd="1" destOrd="0" parTransId="{156A001A-E475-486A-9E89-89AA81F16108}" sibTransId="{829B0D75-286D-46E9-8B4C-49E6CC7A1D21}"/>
    <dgm:cxn modelId="{8F3635AF-C523-4CE1-B927-2512251049E8}" type="presOf" srcId="{9484E53A-D1A5-4382-9FE4-5F3E57D98EAC}" destId="{68B252DD-6176-47F6-91C4-1A2A1CE3EB9A}" srcOrd="0" destOrd="0" presId="urn:microsoft.com/office/officeart/2005/8/layout/list1"/>
    <dgm:cxn modelId="{EE1A5FC3-8E07-4F4F-8372-5F8D67F31F31}" type="presOf" srcId="{C9E3DD2E-6CD0-424D-A809-7788DFD79DB7}" destId="{D4E10B0D-2F00-4A06-AC1F-671FDEA54991}" srcOrd="1" destOrd="0" presId="urn:microsoft.com/office/officeart/2005/8/layout/list1"/>
    <dgm:cxn modelId="{DA5561DE-242D-4199-8F13-06045EA20986}" type="presOf" srcId="{8F6B74BF-866A-44E9-90D9-6B385D57D2E0}" destId="{374756CA-949F-42CB-8531-CFFD9B3BBD33}" srcOrd="0" destOrd="0" presId="urn:microsoft.com/office/officeart/2005/8/layout/list1"/>
    <dgm:cxn modelId="{B06C46D2-3BCB-4717-8580-7E345B76F348}" type="presParOf" srcId="{374756CA-949F-42CB-8531-CFFD9B3BBD33}" destId="{F1A242AD-9DA5-443D-BB3D-10ECF0AA64FB}" srcOrd="0" destOrd="0" presId="urn:microsoft.com/office/officeart/2005/8/layout/list1"/>
    <dgm:cxn modelId="{9D0284BF-631A-49C1-8D48-85FAB1E1C04F}" type="presParOf" srcId="{F1A242AD-9DA5-443D-BB3D-10ECF0AA64FB}" destId="{FC37255D-0A13-4098-A5B9-806F1CAD1F8C}" srcOrd="0" destOrd="0" presId="urn:microsoft.com/office/officeart/2005/8/layout/list1"/>
    <dgm:cxn modelId="{5E940A58-D755-4226-A3B8-39FF08CA7B35}" type="presParOf" srcId="{F1A242AD-9DA5-443D-BB3D-10ECF0AA64FB}" destId="{D4E10B0D-2F00-4A06-AC1F-671FDEA54991}" srcOrd="1" destOrd="0" presId="urn:microsoft.com/office/officeart/2005/8/layout/list1"/>
    <dgm:cxn modelId="{91DE00C6-EE61-41CC-A745-937A6976020F}" type="presParOf" srcId="{374756CA-949F-42CB-8531-CFFD9B3BBD33}" destId="{1BF6EC05-195C-4B9E-8720-E1C38A147BAB}" srcOrd="1" destOrd="0" presId="urn:microsoft.com/office/officeart/2005/8/layout/list1"/>
    <dgm:cxn modelId="{5E9F9EB4-E48E-479F-A213-83E2C17959F5}" type="presParOf" srcId="{374756CA-949F-42CB-8531-CFFD9B3BBD33}" destId="{A9A54376-A22D-47EE-B431-CFE088A8029E}" srcOrd="2" destOrd="0" presId="urn:microsoft.com/office/officeart/2005/8/layout/list1"/>
    <dgm:cxn modelId="{9BE6BED9-B7CB-4B9F-8BE6-57529062ACDA}" type="presParOf" srcId="{374756CA-949F-42CB-8531-CFFD9B3BBD33}" destId="{B1381A41-CBF1-4470-8CA1-D44E19D8D93F}" srcOrd="3" destOrd="0" presId="urn:microsoft.com/office/officeart/2005/8/layout/list1"/>
    <dgm:cxn modelId="{89035B04-EF0F-4DE1-809C-D8409C1ED892}" type="presParOf" srcId="{374756CA-949F-42CB-8531-CFFD9B3BBD33}" destId="{A8F3A71D-8AD3-4553-BA86-752DCCA5E555}" srcOrd="4" destOrd="0" presId="urn:microsoft.com/office/officeart/2005/8/layout/list1"/>
    <dgm:cxn modelId="{D120DA65-5CA9-49E5-BB8A-CBF4CCB18A95}" type="presParOf" srcId="{A8F3A71D-8AD3-4553-BA86-752DCCA5E555}" destId="{68B252DD-6176-47F6-91C4-1A2A1CE3EB9A}" srcOrd="0" destOrd="0" presId="urn:microsoft.com/office/officeart/2005/8/layout/list1"/>
    <dgm:cxn modelId="{A9F6DF0F-46BB-47F2-BE5F-94AC3112443A}" type="presParOf" srcId="{A8F3A71D-8AD3-4553-BA86-752DCCA5E555}" destId="{8B1E6A9D-5A09-4E18-9936-2AD91E504F21}" srcOrd="1" destOrd="0" presId="urn:microsoft.com/office/officeart/2005/8/layout/list1"/>
    <dgm:cxn modelId="{46CC0E51-C402-41A9-BFFB-ED401FABEC8D}" type="presParOf" srcId="{374756CA-949F-42CB-8531-CFFD9B3BBD33}" destId="{FBFCBC63-E134-49F0-A3B3-3C30D34A9335}" srcOrd="5" destOrd="0" presId="urn:microsoft.com/office/officeart/2005/8/layout/list1"/>
    <dgm:cxn modelId="{E2A8F41F-0BD7-47B7-826B-BDEB1C4EDD7F}" type="presParOf" srcId="{374756CA-949F-42CB-8531-CFFD9B3BBD33}" destId="{BCFA0F19-A243-4C45-B308-7F28B6B3EE42}"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567FAF0-AA9F-41E7-849B-607E839AD655}"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s-ES"/>
        </a:p>
      </dgm:t>
    </dgm:pt>
    <dgm:pt modelId="{C512DFC1-CED0-4841-B7E1-E1DD409C8C92}">
      <dgm:prSet phldrT="[Texto]" phldr="0"/>
      <dgm:spPr/>
      <dgm:t>
        <a:bodyPr/>
        <a:lstStyle/>
        <a:p>
          <a:pPr>
            <a:lnSpc>
              <a:spcPct val="100000"/>
            </a:lnSpc>
            <a:defRPr b="1"/>
          </a:pPr>
          <a:r>
            <a:rPr lang="es-ES" dirty="0">
              <a:latin typeface="Calibri Light" panose="020F0302020204030204"/>
            </a:rPr>
            <a:t>Hardware</a:t>
          </a:r>
          <a:endParaRPr lang="es-ES" dirty="0"/>
        </a:p>
      </dgm:t>
    </dgm:pt>
    <dgm:pt modelId="{9C36203C-1330-490D-B85B-EFB1A58514EF}" type="parTrans" cxnId="{320CA2EF-A4DB-4A5E-BAC5-71CE13F8B121}">
      <dgm:prSet/>
      <dgm:spPr/>
      <dgm:t>
        <a:bodyPr/>
        <a:lstStyle/>
        <a:p>
          <a:endParaRPr lang="es-ES"/>
        </a:p>
      </dgm:t>
    </dgm:pt>
    <dgm:pt modelId="{EE6AD8D7-3954-441F-85D8-CDA4D148A3CB}" type="sibTrans" cxnId="{320CA2EF-A4DB-4A5E-BAC5-71CE13F8B121}">
      <dgm:prSet/>
      <dgm:spPr/>
      <dgm:t>
        <a:bodyPr/>
        <a:lstStyle/>
        <a:p>
          <a:endParaRPr lang="es-ES"/>
        </a:p>
      </dgm:t>
    </dgm:pt>
    <dgm:pt modelId="{3352C2C3-3A34-4D1F-8B61-733F3E5255B5}">
      <dgm:prSet phldrT="[Texto]" phldr="0"/>
      <dgm:spPr/>
      <dgm:t>
        <a:bodyPr/>
        <a:lstStyle/>
        <a:p>
          <a:pPr>
            <a:lnSpc>
              <a:spcPct val="100000"/>
            </a:lnSpc>
            <a:defRPr b="1"/>
          </a:pPr>
          <a:r>
            <a:rPr lang="es-ES" dirty="0">
              <a:latin typeface="Calibri Light" panose="020F0302020204030204"/>
            </a:rPr>
            <a:t>Software</a:t>
          </a:r>
          <a:endParaRPr lang="es-ES" dirty="0"/>
        </a:p>
      </dgm:t>
    </dgm:pt>
    <dgm:pt modelId="{40B2541A-A812-4D2B-AE6E-7FC15718F811}" type="parTrans" cxnId="{479279D9-65EF-469B-9BBF-B4A20FAAD198}">
      <dgm:prSet/>
      <dgm:spPr/>
      <dgm:t>
        <a:bodyPr/>
        <a:lstStyle/>
        <a:p>
          <a:endParaRPr lang="es-ES"/>
        </a:p>
      </dgm:t>
    </dgm:pt>
    <dgm:pt modelId="{ACCE2389-BFDA-4B78-BE3D-F3A42A897DCD}" type="sibTrans" cxnId="{479279D9-65EF-469B-9BBF-B4A20FAAD198}">
      <dgm:prSet/>
      <dgm:spPr/>
      <dgm:t>
        <a:bodyPr/>
        <a:lstStyle/>
        <a:p>
          <a:endParaRPr lang="es-ES"/>
        </a:p>
      </dgm:t>
    </dgm:pt>
    <dgm:pt modelId="{D312D810-733A-45C7-A283-3DD58B717A64}">
      <dgm:prSet phldrT="[Texto]" phldr="0"/>
      <dgm:spPr/>
      <dgm:t>
        <a:bodyPr/>
        <a:lstStyle/>
        <a:p>
          <a:pPr>
            <a:lnSpc>
              <a:spcPct val="100000"/>
            </a:lnSpc>
            <a:defRPr b="1"/>
          </a:pPr>
          <a:r>
            <a:rPr lang="es-ES" dirty="0">
              <a:latin typeface="Calibri Light" panose="020F0302020204030204"/>
            </a:rPr>
            <a:t>Personal</a:t>
          </a:r>
          <a:endParaRPr lang="es-ES" dirty="0"/>
        </a:p>
      </dgm:t>
    </dgm:pt>
    <dgm:pt modelId="{04B38BCA-902C-41D3-851A-E9F31744D8B1}" type="parTrans" cxnId="{DB73FB37-97D5-4335-A44E-184336C45101}">
      <dgm:prSet/>
      <dgm:spPr/>
      <dgm:t>
        <a:bodyPr/>
        <a:lstStyle/>
        <a:p>
          <a:endParaRPr lang="es-ES"/>
        </a:p>
      </dgm:t>
    </dgm:pt>
    <dgm:pt modelId="{3A97ABDD-DEFE-42BD-8782-3A18E9DA23D3}" type="sibTrans" cxnId="{DB73FB37-97D5-4335-A44E-184336C45101}">
      <dgm:prSet/>
      <dgm:spPr/>
      <dgm:t>
        <a:bodyPr/>
        <a:lstStyle/>
        <a:p>
          <a:endParaRPr lang="es-ES"/>
        </a:p>
      </dgm:t>
    </dgm:pt>
    <dgm:pt modelId="{1419159C-9547-43C3-B36D-EA2EBA1735A8}">
      <dgm:prSet phldrT="[Texto]" phldr="0"/>
      <dgm:spPr/>
      <dgm:t>
        <a:bodyPr/>
        <a:lstStyle/>
        <a:p>
          <a:pPr>
            <a:lnSpc>
              <a:spcPct val="100000"/>
            </a:lnSpc>
            <a:defRPr b="1"/>
          </a:pPr>
          <a:r>
            <a:rPr lang="es-ES" dirty="0">
              <a:latin typeface="Calibri Light" panose="020F0302020204030204"/>
            </a:rPr>
            <a:t>Documentación </a:t>
          </a:r>
          <a:endParaRPr lang="es-ES" dirty="0"/>
        </a:p>
      </dgm:t>
    </dgm:pt>
    <dgm:pt modelId="{35D30C34-F206-493A-9BD6-FF81E7CC7CD3}" type="parTrans" cxnId="{F6F8CB8F-02BE-46D4-A961-81ABDFA50296}">
      <dgm:prSet/>
      <dgm:spPr/>
      <dgm:t>
        <a:bodyPr/>
        <a:lstStyle/>
        <a:p>
          <a:endParaRPr lang="es-ES"/>
        </a:p>
      </dgm:t>
    </dgm:pt>
    <dgm:pt modelId="{F3730FEC-C136-43C0-8622-2E3907C38D92}" type="sibTrans" cxnId="{F6F8CB8F-02BE-46D4-A961-81ABDFA50296}">
      <dgm:prSet/>
      <dgm:spPr/>
      <dgm:t>
        <a:bodyPr/>
        <a:lstStyle/>
        <a:p>
          <a:endParaRPr lang="es-ES"/>
        </a:p>
      </dgm:t>
    </dgm:pt>
    <dgm:pt modelId="{9D7C7B08-4E08-4C1F-B049-94E8B6D9D816}">
      <dgm:prSet phldr="0"/>
      <dgm:spPr/>
      <dgm:t>
        <a:bodyPr/>
        <a:lstStyle/>
        <a:p>
          <a:pPr>
            <a:lnSpc>
              <a:spcPct val="100000"/>
            </a:lnSpc>
          </a:pPr>
          <a:r>
            <a:rPr lang="es-ES" dirty="0"/>
            <a:t>Formado por aquellos elementos físicos del sistema informático, siendo elementos hardware el elemento terminal, los canales y los soportes de la información. Lo constituyen dispositivos electrónicos y electromecánicos que proporcionan capacidad de captación de información, cálculos y presentación de información a través de dispositivos como sensores, unidades de procesado y almacenamiento, monitores, </a:t>
          </a:r>
          <a:r>
            <a:rPr lang="es-ES" dirty="0" err="1"/>
            <a:t>etc</a:t>
          </a:r>
          <a:endParaRPr lang="es-ES" dirty="0" err="1">
            <a:latin typeface="Calibri Light" panose="020F0302020204030204"/>
          </a:endParaRPr>
        </a:p>
      </dgm:t>
    </dgm:pt>
    <dgm:pt modelId="{1E310A53-0BDD-44FA-B36A-FD440B190322}" type="parTrans" cxnId="{D9B30305-064B-41EA-BAE6-E48B091F2511}">
      <dgm:prSet/>
      <dgm:spPr/>
    </dgm:pt>
    <dgm:pt modelId="{D925710D-7A03-4FA6-B8F9-2DE499250CC5}" type="sibTrans" cxnId="{D9B30305-064B-41EA-BAE6-E48B091F2511}">
      <dgm:prSet/>
      <dgm:spPr/>
    </dgm:pt>
    <dgm:pt modelId="{E4A35C62-6628-4A67-978D-FC662C6F328C}">
      <dgm:prSet phldr="0"/>
      <dgm:spPr/>
      <dgm:t>
        <a:bodyPr/>
        <a:lstStyle/>
        <a:p>
          <a:pPr rtl="0">
            <a:lnSpc>
              <a:spcPct val="100000"/>
            </a:lnSpc>
          </a:pPr>
          <a:r>
            <a:rPr lang="es-ES" dirty="0"/>
            <a:t>Aquellos elementos del sistema que no tienen naturaleza física y que se usan para el procesamiento de la información. Son programas de ordenador que suelen manejar estructuras de datos, entre las que destacan las bases de datos, entendidas como colecciones de información organizadas y que sirven de soporte al sistema.</a:t>
          </a:r>
          <a:endParaRPr lang="es-ES" dirty="0">
            <a:latin typeface="Calibri Light" panose="020F0302020204030204"/>
          </a:endParaRPr>
        </a:p>
      </dgm:t>
    </dgm:pt>
    <dgm:pt modelId="{800BD1CC-0AD1-4D60-B0B0-0EB38447B345}" type="parTrans" cxnId="{6D1A6550-AA41-4E73-BF97-8CCB5F84AE35}">
      <dgm:prSet/>
      <dgm:spPr/>
    </dgm:pt>
    <dgm:pt modelId="{1EC5C4AB-139D-46F8-95FA-4309D4DF0FA8}" type="sibTrans" cxnId="{6D1A6550-AA41-4E73-BF97-8CCB5F84AE35}">
      <dgm:prSet/>
      <dgm:spPr/>
    </dgm:pt>
    <dgm:pt modelId="{538B6B2A-9C8D-4D3A-931D-8D762C875DF3}">
      <dgm:prSet phldr="0"/>
      <dgm:spPr/>
      <dgm:t>
        <a:bodyPr/>
        <a:lstStyle/>
        <a:p>
          <a:pPr>
            <a:lnSpc>
              <a:spcPct val="100000"/>
            </a:lnSpc>
          </a:pPr>
          <a:r>
            <a:rPr lang="es-ES" dirty="0"/>
            <a:t>Entendido como el conjunto de usuarios finales u operadores del sistema informático.</a:t>
          </a:r>
          <a:endParaRPr lang="es-ES" dirty="0">
            <a:latin typeface="Calibri Light" panose="020F0302020204030204"/>
          </a:endParaRPr>
        </a:p>
      </dgm:t>
    </dgm:pt>
    <dgm:pt modelId="{97728731-072F-4CA1-B32A-B473FE6F7FF8}" type="parTrans" cxnId="{1CCB4291-49EE-499B-939B-5E91EAE52A96}">
      <dgm:prSet/>
      <dgm:spPr/>
    </dgm:pt>
    <dgm:pt modelId="{DA21A312-4834-4CB4-B9F6-B482DE151714}" type="sibTrans" cxnId="{1CCB4291-49EE-499B-939B-5E91EAE52A96}">
      <dgm:prSet/>
      <dgm:spPr/>
    </dgm:pt>
    <dgm:pt modelId="{415B0C4C-5A92-431B-959F-533B5E2AE3AE}">
      <dgm:prSet phldr="0"/>
      <dgm:spPr/>
      <dgm:t>
        <a:bodyPr/>
        <a:lstStyle/>
        <a:p>
          <a:pPr>
            <a:lnSpc>
              <a:spcPct val="100000"/>
            </a:lnSpc>
          </a:pPr>
          <a:r>
            <a:rPr lang="es-ES" dirty="0"/>
            <a:t>Son todo aquel conjunto de manuales impresos o en formato digital y cualquier otra información descriptiva que explican los procedimientos del sistema informático.</a:t>
          </a:r>
          <a:endParaRPr lang="es-ES" dirty="0">
            <a:latin typeface="Calibri Light" panose="020F0302020204030204"/>
          </a:endParaRPr>
        </a:p>
      </dgm:t>
    </dgm:pt>
    <dgm:pt modelId="{EA79A92A-249A-4763-86E6-74252213AC26}" type="parTrans" cxnId="{F4A59EB8-307B-48F6-B692-8B8B4055BF0E}">
      <dgm:prSet/>
      <dgm:spPr/>
    </dgm:pt>
    <dgm:pt modelId="{FDA5E684-0A99-4FE7-8E3D-8AF9178DF686}" type="sibTrans" cxnId="{F4A59EB8-307B-48F6-B692-8B8B4055BF0E}">
      <dgm:prSet/>
      <dgm:spPr/>
    </dgm:pt>
    <dgm:pt modelId="{28DF8E8F-86A5-4896-9C40-86C32C65DA4F}" type="pres">
      <dgm:prSet presAssocID="{6567FAF0-AA9F-41E7-849B-607E839AD655}" presName="root" presStyleCnt="0">
        <dgm:presLayoutVars>
          <dgm:dir/>
          <dgm:resizeHandles val="exact"/>
        </dgm:presLayoutVars>
      </dgm:prSet>
      <dgm:spPr/>
    </dgm:pt>
    <dgm:pt modelId="{E8F47ED2-777F-4E9D-8269-69898EBAAF13}" type="pres">
      <dgm:prSet presAssocID="{C512DFC1-CED0-4841-B7E1-E1DD409C8C92}" presName="compNode" presStyleCnt="0"/>
      <dgm:spPr/>
    </dgm:pt>
    <dgm:pt modelId="{C6186C31-D91F-404F-961C-2149E4DDF5A5}" type="pres">
      <dgm:prSet presAssocID="{C512DFC1-CED0-4841-B7E1-E1DD409C8C9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Átomo"/>
        </a:ext>
      </dgm:extLst>
    </dgm:pt>
    <dgm:pt modelId="{1823E138-2B55-42D9-87E4-B49C8DAB0C4A}" type="pres">
      <dgm:prSet presAssocID="{C512DFC1-CED0-4841-B7E1-E1DD409C8C92}" presName="iconSpace" presStyleCnt="0"/>
      <dgm:spPr/>
    </dgm:pt>
    <dgm:pt modelId="{F86600BD-8550-45C3-B201-438CA0965E20}" type="pres">
      <dgm:prSet presAssocID="{C512DFC1-CED0-4841-B7E1-E1DD409C8C92}" presName="parTx" presStyleLbl="revTx" presStyleIdx="0" presStyleCnt="8">
        <dgm:presLayoutVars>
          <dgm:chMax val="0"/>
          <dgm:chPref val="0"/>
        </dgm:presLayoutVars>
      </dgm:prSet>
      <dgm:spPr/>
    </dgm:pt>
    <dgm:pt modelId="{A1D0EC6A-AF8D-432F-AF59-4446F8165129}" type="pres">
      <dgm:prSet presAssocID="{C512DFC1-CED0-4841-B7E1-E1DD409C8C92}" presName="txSpace" presStyleCnt="0"/>
      <dgm:spPr/>
    </dgm:pt>
    <dgm:pt modelId="{8604354D-8AEB-4B13-865E-C91A90BEF990}" type="pres">
      <dgm:prSet presAssocID="{C512DFC1-CED0-4841-B7E1-E1DD409C8C92}" presName="desTx" presStyleLbl="revTx" presStyleIdx="1" presStyleCnt="8">
        <dgm:presLayoutVars/>
      </dgm:prSet>
      <dgm:spPr/>
    </dgm:pt>
    <dgm:pt modelId="{3374DC63-FEEE-444F-8CCC-03CC99E22C93}" type="pres">
      <dgm:prSet presAssocID="{EE6AD8D7-3954-441F-85D8-CDA4D148A3CB}" presName="sibTrans" presStyleCnt="0"/>
      <dgm:spPr/>
    </dgm:pt>
    <dgm:pt modelId="{FCBE9687-8D41-4FB2-8B33-4554C5B160BE}" type="pres">
      <dgm:prSet presAssocID="{3352C2C3-3A34-4D1F-8B61-733F3E5255B5}" presName="compNode" presStyleCnt="0"/>
      <dgm:spPr/>
    </dgm:pt>
    <dgm:pt modelId="{3186AA49-43A8-4289-B471-C1CAEAE61215}" type="pres">
      <dgm:prSet presAssocID="{3352C2C3-3A34-4D1F-8B61-733F3E5255B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DD98C2B6-CC2B-4AD6-88D9-3B43B38C26BC}" type="pres">
      <dgm:prSet presAssocID="{3352C2C3-3A34-4D1F-8B61-733F3E5255B5}" presName="iconSpace" presStyleCnt="0"/>
      <dgm:spPr/>
    </dgm:pt>
    <dgm:pt modelId="{76B77C9D-D4F5-4BD3-A325-DC85C63B5631}" type="pres">
      <dgm:prSet presAssocID="{3352C2C3-3A34-4D1F-8B61-733F3E5255B5}" presName="parTx" presStyleLbl="revTx" presStyleIdx="2" presStyleCnt="8">
        <dgm:presLayoutVars>
          <dgm:chMax val="0"/>
          <dgm:chPref val="0"/>
        </dgm:presLayoutVars>
      </dgm:prSet>
      <dgm:spPr/>
    </dgm:pt>
    <dgm:pt modelId="{30588B56-DCF1-4756-B6D9-2E3E5236898C}" type="pres">
      <dgm:prSet presAssocID="{3352C2C3-3A34-4D1F-8B61-733F3E5255B5}" presName="txSpace" presStyleCnt="0"/>
      <dgm:spPr/>
    </dgm:pt>
    <dgm:pt modelId="{3E326E44-A45B-465D-BBA0-18948E12F027}" type="pres">
      <dgm:prSet presAssocID="{3352C2C3-3A34-4D1F-8B61-733F3E5255B5}" presName="desTx" presStyleLbl="revTx" presStyleIdx="3" presStyleCnt="8">
        <dgm:presLayoutVars/>
      </dgm:prSet>
      <dgm:spPr/>
    </dgm:pt>
    <dgm:pt modelId="{79B7FBEE-156F-4533-B6EC-A30D2C97664D}" type="pres">
      <dgm:prSet presAssocID="{ACCE2389-BFDA-4B78-BE3D-F3A42A897DCD}" presName="sibTrans" presStyleCnt="0"/>
      <dgm:spPr/>
    </dgm:pt>
    <dgm:pt modelId="{AC4E9A70-CF6D-4E8B-B482-2926F86C19C6}" type="pres">
      <dgm:prSet presAssocID="{D312D810-733A-45C7-A283-3DD58B717A64}" presName="compNode" presStyleCnt="0"/>
      <dgm:spPr/>
    </dgm:pt>
    <dgm:pt modelId="{774F2E89-8CA5-4D4F-854D-1A9495861285}" type="pres">
      <dgm:prSet presAssocID="{D312D810-733A-45C7-A283-3DD58B717A6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rama"/>
        </a:ext>
      </dgm:extLst>
    </dgm:pt>
    <dgm:pt modelId="{3B1E4521-8B2B-465B-992D-CF5D14F990D4}" type="pres">
      <dgm:prSet presAssocID="{D312D810-733A-45C7-A283-3DD58B717A64}" presName="iconSpace" presStyleCnt="0"/>
      <dgm:spPr/>
    </dgm:pt>
    <dgm:pt modelId="{CB2A447B-B075-4F75-90F3-524D7FCD5481}" type="pres">
      <dgm:prSet presAssocID="{D312D810-733A-45C7-A283-3DD58B717A64}" presName="parTx" presStyleLbl="revTx" presStyleIdx="4" presStyleCnt="8">
        <dgm:presLayoutVars>
          <dgm:chMax val="0"/>
          <dgm:chPref val="0"/>
        </dgm:presLayoutVars>
      </dgm:prSet>
      <dgm:spPr/>
    </dgm:pt>
    <dgm:pt modelId="{F7DC296C-2460-4B49-950B-34A50ABDA735}" type="pres">
      <dgm:prSet presAssocID="{D312D810-733A-45C7-A283-3DD58B717A64}" presName="txSpace" presStyleCnt="0"/>
      <dgm:spPr/>
    </dgm:pt>
    <dgm:pt modelId="{64CB2652-9421-426F-A56C-A81F342A6CEC}" type="pres">
      <dgm:prSet presAssocID="{D312D810-733A-45C7-A283-3DD58B717A64}" presName="desTx" presStyleLbl="revTx" presStyleIdx="5" presStyleCnt="8">
        <dgm:presLayoutVars/>
      </dgm:prSet>
      <dgm:spPr/>
    </dgm:pt>
    <dgm:pt modelId="{848A3CE5-231E-4AB0-A164-225F057615D9}" type="pres">
      <dgm:prSet presAssocID="{3A97ABDD-DEFE-42BD-8782-3A18E9DA23D3}" presName="sibTrans" presStyleCnt="0"/>
      <dgm:spPr/>
    </dgm:pt>
    <dgm:pt modelId="{8269FAD6-7044-4270-8CF7-256813C37D50}" type="pres">
      <dgm:prSet presAssocID="{1419159C-9547-43C3-B36D-EA2EBA1735A8}" presName="compNode" presStyleCnt="0"/>
      <dgm:spPr/>
    </dgm:pt>
    <dgm:pt modelId="{735BB689-5E62-4765-A5B7-D25086BBD12C}" type="pres">
      <dgm:prSet presAssocID="{1419159C-9547-43C3-B36D-EA2EBA1735A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o"/>
        </a:ext>
      </dgm:extLst>
    </dgm:pt>
    <dgm:pt modelId="{CFD3B575-1492-4423-9DF5-C842C45452A2}" type="pres">
      <dgm:prSet presAssocID="{1419159C-9547-43C3-B36D-EA2EBA1735A8}" presName="iconSpace" presStyleCnt="0"/>
      <dgm:spPr/>
    </dgm:pt>
    <dgm:pt modelId="{D53883A5-A336-4A0E-BCF4-D7CE5414BAA7}" type="pres">
      <dgm:prSet presAssocID="{1419159C-9547-43C3-B36D-EA2EBA1735A8}" presName="parTx" presStyleLbl="revTx" presStyleIdx="6" presStyleCnt="8">
        <dgm:presLayoutVars>
          <dgm:chMax val="0"/>
          <dgm:chPref val="0"/>
        </dgm:presLayoutVars>
      </dgm:prSet>
      <dgm:spPr/>
    </dgm:pt>
    <dgm:pt modelId="{988CCEBB-1DBE-4761-AFB3-DD021F6690D8}" type="pres">
      <dgm:prSet presAssocID="{1419159C-9547-43C3-B36D-EA2EBA1735A8}" presName="txSpace" presStyleCnt="0"/>
      <dgm:spPr/>
    </dgm:pt>
    <dgm:pt modelId="{597317D3-878C-48B8-8700-A5BB5EAB8F74}" type="pres">
      <dgm:prSet presAssocID="{1419159C-9547-43C3-B36D-EA2EBA1735A8}" presName="desTx" presStyleLbl="revTx" presStyleIdx="7" presStyleCnt="8">
        <dgm:presLayoutVars/>
      </dgm:prSet>
      <dgm:spPr/>
    </dgm:pt>
  </dgm:ptLst>
  <dgm:cxnLst>
    <dgm:cxn modelId="{D9B30305-064B-41EA-BAE6-E48B091F2511}" srcId="{C512DFC1-CED0-4841-B7E1-E1DD409C8C92}" destId="{9D7C7B08-4E08-4C1F-B049-94E8B6D9D816}" srcOrd="0" destOrd="0" parTransId="{1E310A53-0BDD-44FA-B36A-FD440B190322}" sibTransId="{D925710D-7A03-4FA6-B8F9-2DE499250CC5}"/>
    <dgm:cxn modelId="{52B5B11C-11B4-4429-8842-D6D0BBDAEE44}" type="presOf" srcId="{9D7C7B08-4E08-4C1F-B049-94E8B6D9D816}" destId="{8604354D-8AEB-4B13-865E-C91A90BEF990}" srcOrd="0" destOrd="0" presId="urn:microsoft.com/office/officeart/2018/2/layout/IconLabelDescriptionList"/>
    <dgm:cxn modelId="{DB73FB37-97D5-4335-A44E-184336C45101}" srcId="{6567FAF0-AA9F-41E7-849B-607E839AD655}" destId="{D312D810-733A-45C7-A283-3DD58B717A64}" srcOrd="2" destOrd="0" parTransId="{04B38BCA-902C-41D3-851A-E9F31744D8B1}" sibTransId="{3A97ABDD-DEFE-42BD-8782-3A18E9DA23D3}"/>
    <dgm:cxn modelId="{15B2A35B-8AB4-4A98-8CC4-60E3564AC071}" type="presOf" srcId="{1419159C-9547-43C3-B36D-EA2EBA1735A8}" destId="{D53883A5-A336-4A0E-BCF4-D7CE5414BAA7}" srcOrd="0" destOrd="0" presId="urn:microsoft.com/office/officeart/2018/2/layout/IconLabelDescriptionList"/>
    <dgm:cxn modelId="{25D8FE46-27F6-4280-8FD9-7B933D81F881}" type="presOf" srcId="{C512DFC1-CED0-4841-B7E1-E1DD409C8C92}" destId="{F86600BD-8550-45C3-B201-438CA0965E20}" srcOrd="0" destOrd="0" presId="urn:microsoft.com/office/officeart/2018/2/layout/IconLabelDescriptionList"/>
    <dgm:cxn modelId="{D2DB3B6E-BBAF-4835-8C1B-69F4B72F6053}" type="presOf" srcId="{415B0C4C-5A92-431B-959F-533B5E2AE3AE}" destId="{597317D3-878C-48B8-8700-A5BB5EAB8F74}" srcOrd="0" destOrd="0" presId="urn:microsoft.com/office/officeart/2018/2/layout/IconLabelDescriptionList"/>
    <dgm:cxn modelId="{6D1A6550-AA41-4E73-BF97-8CCB5F84AE35}" srcId="{3352C2C3-3A34-4D1F-8B61-733F3E5255B5}" destId="{E4A35C62-6628-4A67-978D-FC662C6F328C}" srcOrd="0" destOrd="0" parTransId="{800BD1CC-0AD1-4D60-B0B0-0EB38447B345}" sibTransId="{1EC5C4AB-139D-46F8-95FA-4309D4DF0FA8}"/>
    <dgm:cxn modelId="{3FD54D76-FE5E-423A-9CCF-554517904F31}" type="presOf" srcId="{6567FAF0-AA9F-41E7-849B-607E839AD655}" destId="{28DF8E8F-86A5-4896-9C40-86C32C65DA4F}" srcOrd="0" destOrd="0" presId="urn:microsoft.com/office/officeart/2018/2/layout/IconLabelDescriptionList"/>
    <dgm:cxn modelId="{F6F8CB8F-02BE-46D4-A961-81ABDFA50296}" srcId="{6567FAF0-AA9F-41E7-849B-607E839AD655}" destId="{1419159C-9547-43C3-B36D-EA2EBA1735A8}" srcOrd="3" destOrd="0" parTransId="{35D30C34-F206-493A-9BD6-FF81E7CC7CD3}" sibTransId="{F3730FEC-C136-43C0-8622-2E3907C38D92}"/>
    <dgm:cxn modelId="{1CCB4291-49EE-499B-939B-5E91EAE52A96}" srcId="{D312D810-733A-45C7-A283-3DD58B717A64}" destId="{538B6B2A-9C8D-4D3A-931D-8D762C875DF3}" srcOrd="0" destOrd="0" parTransId="{97728731-072F-4CA1-B32A-B473FE6F7FF8}" sibTransId="{DA21A312-4834-4CB4-B9F6-B482DE151714}"/>
    <dgm:cxn modelId="{FC2745A0-98F3-4669-9B15-CBCCC95EF3E6}" type="presOf" srcId="{3352C2C3-3A34-4D1F-8B61-733F3E5255B5}" destId="{76B77C9D-D4F5-4BD3-A325-DC85C63B5631}" srcOrd="0" destOrd="0" presId="urn:microsoft.com/office/officeart/2018/2/layout/IconLabelDescriptionList"/>
    <dgm:cxn modelId="{F4A59EB8-307B-48F6-B692-8B8B4055BF0E}" srcId="{1419159C-9547-43C3-B36D-EA2EBA1735A8}" destId="{415B0C4C-5A92-431B-959F-533B5E2AE3AE}" srcOrd="0" destOrd="0" parTransId="{EA79A92A-249A-4763-86E6-74252213AC26}" sibTransId="{FDA5E684-0A99-4FE7-8E3D-8AF9178DF686}"/>
    <dgm:cxn modelId="{3B1AFBC4-995D-4D0E-A4A9-ECA7F1A3EDA6}" type="presOf" srcId="{D312D810-733A-45C7-A283-3DD58B717A64}" destId="{CB2A447B-B075-4F75-90F3-524D7FCD5481}" srcOrd="0" destOrd="0" presId="urn:microsoft.com/office/officeart/2018/2/layout/IconLabelDescriptionList"/>
    <dgm:cxn modelId="{3C2814D9-82FD-483A-97EC-0AE15B74BEC6}" type="presOf" srcId="{538B6B2A-9C8D-4D3A-931D-8D762C875DF3}" destId="{64CB2652-9421-426F-A56C-A81F342A6CEC}" srcOrd="0" destOrd="0" presId="urn:microsoft.com/office/officeart/2018/2/layout/IconLabelDescriptionList"/>
    <dgm:cxn modelId="{479279D9-65EF-469B-9BBF-B4A20FAAD198}" srcId="{6567FAF0-AA9F-41E7-849B-607E839AD655}" destId="{3352C2C3-3A34-4D1F-8B61-733F3E5255B5}" srcOrd="1" destOrd="0" parTransId="{40B2541A-A812-4D2B-AE6E-7FC15718F811}" sibTransId="{ACCE2389-BFDA-4B78-BE3D-F3A42A897DCD}"/>
    <dgm:cxn modelId="{320CA2EF-A4DB-4A5E-BAC5-71CE13F8B121}" srcId="{6567FAF0-AA9F-41E7-849B-607E839AD655}" destId="{C512DFC1-CED0-4841-B7E1-E1DD409C8C92}" srcOrd="0" destOrd="0" parTransId="{9C36203C-1330-490D-B85B-EFB1A58514EF}" sibTransId="{EE6AD8D7-3954-441F-85D8-CDA4D148A3CB}"/>
    <dgm:cxn modelId="{0FE5D4FF-801F-4315-9685-34CD7835CE35}" type="presOf" srcId="{E4A35C62-6628-4A67-978D-FC662C6F328C}" destId="{3E326E44-A45B-465D-BBA0-18948E12F027}" srcOrd="0" destOrd="0" presId="urn:microsoft.com/office/officeart/2018/2/layout/IconLabelDescriptionList"/>
    <dgm:cxn modelId="{363E3EAC-F71A-4DF8-86CB-9B32F83B1517}" type="presParOf" srcId="{28DF8E8F-86A5-4896-9C40-86C32C65DA4F}" destId="{E8F47ED2-777F-4E9D-8269-69898EBAAF13}" srcOrd="0" destOrd="0" presId="urn:microsoft.com/office/officeart/2018/2/layout/IconLabelDescriptionList"/>
    <dgm:cxn modelId="{AE66D84A-C3F9-4FBB-AF81-6EC22C8A5314}" type="presParOf" srcId="{E8F47ED2-777F-4E9D-8269-69898EBAAF13}" destId="{C6186C31-D91F-404F-961C-2149E4DDF5A5}" srcOrd="0" destOrd="0" presId="urn:microsoft.com/office/officeart/2018/2/layout/IconLabelDescriptionList"/>
    <dgm:cxn modelId="{2D0B5489-8E20-4373-9D68-9E5086EF395D}" type="presParOf" srcId="{E8F47ED2-777F-4E9D-8269-69898EBAAF13}" destId="{1823E138-2B55-42D9-87E4-B49C8DAB0C4A}" srcOrd="1" destOrd="0" presId="urn:microsoft.com/office/officeart/2018/2/layout/IconLabelDescriptionList"/>
    <dgm:cxn modelId="{D10BD611-C820-4732-8458-B3D5FF756E8D}" type="presParOf" srcId="{E8F47ED2-777F-4E9D-8269-69898EBAAF13}" destId="{F86600BD-8550-45C3-B201-438CA0965E20}" srcOrd="2" destOrd="0" presId="urn:microsoft.com/office/officeart/2018/2/layout/IconLabelDescriptionList"/>
    <dgm:cxn modelId="{EE9035AA-2A67-418A-B709-79F9DF3EB705}" type="presParOf" srcId="{E8F47ED2-777F-4E9D-8269-69898EBAAF13}" destId="{A1D0EC6A-AF8D-432F-AF59-4446F8165129}" srcOrd="3" destOrd="0" presId="urn:microsoft.com/office/officeart/2018/2/layout/IconLabelDescriptionList"/>
    <dgm:cxn modelId="{F6DC10DD-928B-43DD-9350-70C6A6AE1571}" type="presParOf" srcId="{E8F47ED2-777F-4E9D-8269-69898EBAAF13}" destId="{8604354D-8AEB-4B13-865E-C91A90BEF990}" srcOrd="4" destOrd="0" presId="urn:microsoft.com/office/officeart/2018/2/layout/IconLabelDescriptionList"/>
    <dgm:cxn modelId="{FC71CACF-4359-4A74-8253-A47F0EA813A9}" type="presParOf" srcId="{28DF8E8F-86A5-4896-9C40-86C32C65DA4F}" destId="{3374DC63-FEEE-444F-8CCC-03CC99E22C93}" srcOrd="1" destOrd="0" presId="urn:microsoft.com/office/officeart/2018/2/layout/IconLabelDescriptionList"/>
    <dgm:cxn modelId="{833C50A5-19B2-44E6-AEA3-BABDBABD7D64}" type="presParOf" srcId="{28DF8E8F-86A5-4896-9C40-86C32C65DA4F}" destId="{FCBE9687-8D41-4FB2-8B33-4554C5B160BE}" srcOrd="2" destOrd="0" presId="urn:microsoft.com/office/officeart/2018/2/layout/IconLabelDescriptionList"/>
    <dgm:cxn modelId="{D6BF3C62-348F-479D-B8CE-D921C58D1060}" type="presParOf" srcId="{FCBE9687-8D41-4FB2-8B33-4554C5B160BE}" destId="{3186AA49-43A8-4289-B471-C1CAEAE61215}" srcOrd="0" destOrd="0" presId="urn:microsoft.com/office/officeart/2018/2/layout/IconLabelDescriptionList"/>
    <dgm:cxn modelId="{83E31831-8D91-4B6E-B845-886F7195974F}" type="presParOf" srcId="{FCBE9687-8D41-4FB2-8B33-4554C5B160BE}" destId="{DD98C2B6-CC2B-4AD6-88D9-3B43B38C26BC}" srcOrd="1" destOrd="0" presId="urn:microsoft.com/office/officeart/2018/2/layout/IconLabelDescriptionList"/>
    <dgm:cxn modelId="{9B94E2AD-FC89-4716-BF3C-283414F69E4A}" type="presParOf" srcId="{FCBE9687-8D41-4FB2-8B33-4554C5B160BE}" destId="{76B77C9D-D4F5-4BD3-A325-DC85C63B5631}" srcOrd="2" destOrd="0" presId="urn:microsoft.com/office/officeart/2018/2/layout/IconLabelDescriptionList"/>
    <dgm:cxn modelId="{41274451-8F60-4E92-A502-FC3C22CCDF84}" type="presParOf" srcId="{FCBE9687-8D41-4FB2-8B33-4554C5B160BE}" destId="{30588B56-DCF1-4756-B6D9-2E3E5236898C}" srcOrd="3" destOrd="0" presId="urn:microsoft.com/office/officeart/2018/2/layout/IconLabelDescriptionList"/>
    <dgm:cxn modelId="{FF42B586-7DE9-4D1D-AFEE-7EB0322BA02A}" type="presParOf" srcId="{FCBE9687-8D41-4FB2-8B33-4554C5B160BE}" destId="{3E326E44-A45B-465D-BBA0-18948E12F027}" srcOrd="4" destOrd="0" presId="urn:microsoft.com/office/officeart/2018/2/layout/IconLabelDescriptionList"/>
    <dgm:cxn modelId="{87778960-F9E1-4288-A987-1776B6ED3F7C}" type="presParOf" srcId="{28DF8E8F-86A5-4896-9C40-86C32C65DA4F}" destId="{79B7FBEE-156F-4533-B6EC-A30D2C97664D}" srcOrd="3" destOrd="0" presId="urn:microsoft.com/office/officeart/2018/2/layout/IconLabelDescriptionList"/>
    <dgm:cxn modelId="{EBDF554F-B15A-487C-A506-9E831AECC613}" type="presParOf" srcId="{28DF8E8F-86A5-4896-9C40-86C32C65DA4F}" destId="{AC4E9A70-CF6D-4E8B-B482-2926F86C19C6}" srcOrd="4" destOrd="0" presId="urn:microsoft.com/office/officeart/2018/2/layout/IconLabelDescriptionList"/>
    <dgm:cxn modelId="{43978FD6-F32F-4E6F-A676-1E9E3FC1EA8C}" type="presParOf" srcId="{AC4E9A70-CF6D-4E8B-B482-2926F86C19C6}" destId="{774F2E89-8CA5-4D4F-854D-1A9495861285}" srcOrd="0" destOrd="0" presId="urn:microsoft.com/office/officeart/2018/2/layout/IconLabelDescriptionList"/>
    <dgm:cxn modelId="{EEAD51AF-8517-45B6-9C9E-B942131C0706}" type="presParOf" srcId="{AC4E9A70-CF6D-4E8B-B482-2926F86C19C6}" destId="{3B1E4521-8B2B-465B-992D-CF5D14F990D4}" srcOrd="1" destOrd="0" presId="urn:microsoft.com/office/officeart/2018/2/layout/IconLabelDescriptionList"/>
    <dgm:cxn modelId="{860F3C9C-FDE8-426E-BDF6-05AB7A98BA0E}" type="presParOf" srcId="{AC4E9A70-CF6D-4E8B-B482-2926F86C19C6}" destId="{CB2A447B-B075-4F75-90F3-524D7FCD5481}" srcOrd="2" destOrd="0" presId="urn:microsoft.com/office/officeart/2018/2/layout/IconLabelDescriptionList"/>
    <dgm:cxn modelId="{A4BF3C3B-26A3-4ED0-A737-0B831526F609}" type="presParOf" srcId="{AC4E9A70-CF6D-4E8B-B482-2926F86C19C6}" destId="{F7DC296C-2460-4B49-950B-34A50ABDA735}" srcOrd="3" destOrd="0" presId="urn:microsoft.com/office/officeart/2018/2/layout/IconLabelDescriptionList"/>
    <dgm:cxn modelId="{E9C5F8D8-AA0B-4D5E-856E-62D649CEDB86}" type="presParOf" srcId="{AC4E9A70-CF6D-4E8B-B482-2926F86C19C6}" destId="{64CB2652-9421-426F-A56C-A81F342A6CEC}" srcOrd="4" destOrd="0" presId="urn:microsoft.com/office/officeart/2018/2/layout/IconLabelDescriptionList"/>
    <dgm:cxn modelId="{9D296CCD-62CB-4A86-847C-E404A028DB13}" type="presParOf" srcId="{28DF8E8F-86A5-4896-9C40-86C32C65DA4F}" destId="{848A3CE5-231E-4AB0-A164-225F057615D9}" srcOrd="5" destOrd="0" presId="urn:microsoft.com/office/officeart/2018/2/layout/IconLabelDescriptionList"/>
    <dgm:cxn modelId="{347CA12A-9D99-4F74-BB64-0B30ADE47710}" type="presParOf" srcId="{28DF8E8F-86A5-4896-9C40-86C32C65DA4F}" destId="{8269FAD6-7044-4270-8CF7-256813C37D50}" srcOrd="6" destOrd="0" presId="urn:microsoft.com/office/officeart/2018/2/layout/IconLabelDescriptionList"/>
    <dgm:cxn modelId="{80013F73-D51F-4856-9542-E3694EBA43A6}" type="presParOf" srcId="{8269FAD6-7044-4270-8CF7-256813C37D50}" destId="{735BB689-5E62-4765-A5B7-D25086BBD12C}" srcOrd="0" destOrd="0" presId="urn:microsoft.com/office/officeart/2018/2/layout/IconLabelDescriptionList"/>
    <dgm:cxn modelId="{EC9BFF53-CB50-4F2B-864C-5970DC72D713}" type="presParOf" srcId="{8269FAD6-7044-4270-8CF7-256813C37D50}" destId="{CFD3B575-1492-4423-9DF5-C842C45452A2}" srcOrd="1" destOrd="0" presId="urn:microsoft.com/office/officeart/2018/2/layout/IconLabelDescriptionList"/>
    <dgm:cxn modelId="{DB7C9D2E-5CF4-4634-BCA5-17CE9B2A8392}" type="presParOf" srcId="{8269FAD6-7044-4270-8CF7-256813C37D50}" destId="{D53883A5-A336-4A0E-BCF4-D7CE5414BAA7}" srcOrd="2" destOrd="0" presId="urn:microsoft.com/office/officeart/2018/2/layout/IconLabelDescriptionList"/>
    <dgm:cxn modelId="{1B9ECFF9-EC3B-46D5-8D5E-76665A3D8E03}" type="presParOf" srcId="{8269FAD6-7044-4270-8CF7-256813C37D50}" destId="{988CCEBB-1DBE-4761-AFB3-DD021F6690D8}" srcOrd="3" destOrd="0" presId="urn:microsoft.com/office/officeart/2018/2/layout/IconLabelDescriptionList"/>
    <dgm:cxn modelId="{AA480357-6241-47A8-B513-E1A8C2D51FBB}" type="presParOf" srcId="{8269FAD6-7044-4270-8CF7-256813C37D50}" destId="{597317D3-878C-48B8-8700-A5BB5EAB8F7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97D0B15-5392-4291-8109-065E10F09C15}"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ADD7CFD5-AB13-4FD9-9275-244C6C85DD10}">
      <dgm:prSet/>
      <dgm:spPr/>
      <dgm:t>
        <a:bodyPr/>
        <a:lstStyle/>
        <a:p>
          <a:r>
            <a:rPr lang="es-ES" b="1"/>
            <a:t>Estructura funcional </a:t>
          </a:r>
          <a:r>
            <a:rPr lang="es-ES"/>
            <a:t>del sistema informático. Aquella asociada al soporte físico o hardware que se encarga de estudiar las arquitecturas de organización y funcionamiento de los diversos componentes del mismo. Veremos la arquitectura tradicional o clásica de un ordenador personal o PC, que toma como punto de partida la Arquitectura de Von Neumann. </a:t>
          </a:r>
          <a:endParaRPr lang="en-US"/>
        </a:p>
      </dgm:t>
    </dgm:pt>
    <dgm:pt modelId="{D19DB346-A490-47F7-9055-F14DB9090AF1}" type="parTrans" cxnId="{7754EA16-1A90-4EE1-9FB5-8BD410233031}">
      <dgm:prSet/>
      <dgm:spPr/>
      <dgm:t>
        <a:bodyPr/>
        <a:lstStyle/>
        <a:p>
          <a:endParaRPr lang="en-US"/>
        </a:p>
      </dgm:t>
    </dgm:pt>
    <dgm:pt modelId="{FD4AA42B-3E18-452F-871A-EC4945570F8B}" type="sibTrans" cxnId="{7754EA16-1A90-4EE1-9FB5-8BD410233031}">
      <dgm:prSet/>
      <dgm:spPr/>
      <dgm:t>
        <a:bodyPr/>
        <a:lstStyle/>
        <a:p>
          <a:endParaRPr lang="en-US"/>
        </a:p>
      </dgm:t>
    </dgm:pt>
    <dgm:pt modelId="{6E393E24-1B93-44BE-94A4-BBB9A68CD8A6}">
      <dgm:prSet/>
      <dgm:spPr/>
      <dgm:t>
        <a:bodyPr/>
        <a:lstStyle/>
        <a:p>
          <a:r>
            <a:rPr lang="es-ES" b="1"/>
            <a:t>Estructura física </a:t>
          </a:r>
          <a:r>
            <a:rPr lang="es-ES"/>
            <a:t>del sistema informático. También asociada al hardware. En este caso estudiaremos lo que comúnmente se denomina hardware comercial. Veremos cómo son físicamente, para qué sirven y qué características tienen los diferentes componentes actuales que componen un PC, integrados a partir de la placa base y recogidos dentro de un chasis, comunicándose con distintos dispositivos de entrada, salida o entrada/salida. </a:t>
          </a:r>
          <a:endParaRPr lang="en-US"/>
        </a:p>
      </dgm:t>
    </dgm:pt>
    <dgm:pt modelId="{3B612956-B68A-490E-9FA1-FD6C2856CC2E}" type="parTrans" cxnId="{5C97C091-B7C7-4B2D-96E7-4324CED0F115}">
      <dgm:prSet/>
      <dgm:spPr/>
      <dgm:t>
        <a:bodyPr/>
        <a:lstStyle/>
        <a:p>
          <a:endParaRPr lang="en-US"/>
        </a:p>
      </dgm:t>
    </dgm:pt>
    <dgm:pt modelId="{9ABBD56A-2FBA-4D53-B27F-9166724400F8}" type="sibTrans" cxnId="{5C97C091-B7C7-4B2D-96E7-4324CED0F115}">
      <dgm:prSet/>
      <dgm:spPr/>
      <dgm:t>
        <a:bodyPr/>
        <a:lstStyle/>
        <a:p>
          <a:endParaRPr lang="en-US"/>
        </a:p>
      </dgm:t>
    </dgm:pt>
    <dgm:pt modelId="{7E264897-9B82-4CFD-AFE2-1795D490F3C5}" type="pres">
      <dgm:prSet presAssocID="{597D0B15-5392-4291-8109-065E10F09C15}" presName="hierChild1" presStyleCnt="0">
        <dgm:presLayoutVars>
          <dgm:chPref val="1"/>
          <dgm:dir/>
          <dgm:animOne val="branch"/>
          <dgm:animLvl val="lvl"/>
          <dgm:resizeHandles/>
        </dgm:presLayoutVars>
      </dgm:prSet>
      <dgm:spPr/>
    </dgm:pt>
    <dgm:pt modelId="{876B1AF3-AD15-445A-AE24-2BDBDCA4AB26}" type="pres">
      <dgm:prSet presAssocID="{ADD7CFD5-AB13-4FD9-9275-244C6C85DD10}" presName="hierRoot1" presStyleCnt="0"/>
      <dgm:spPr/>
    </dgm:pt>
    <dgm:pt modelId="{160F01D6-9549-4E7A-AE5A-AA5930A80448}" type="pres">
      <dgm:prSet presAssocID="{ADD7CFD5-AB13-4FD9-9275-244C6C85DD10}" presName="composite" presStyleCnt="0"/>
      <dgm:spPr/>
    </dgm:pt>
    <dgm:pt modelId="{B1F586F9-17E6-4DE3-9B11-53A0DCB6890F}" type="pres">
      <dgm:prSet presAssocID="{ADD7CFD5-AB13-4FD9-9275-244C6C85DD10}" presName="background" presStyleLbl="node0" presStyleIdx="0" presStyleCnt="2"/>
      <dgm:spPr/>
    </dgm:pt>
    <dgm:pt modelId="{17F7E63B-A1CE-4C91-8452-16AED4FC4F08}" type="pres">
      <dgm:prSet presAssocID="{ADD7CFD5-AB13-4FD9-9275-244C6C85DD10}" presName="text" presStyleLbl="fgAcc0" presStyleIdx="0" presStyleCnt="2">
        <dgm:presLayoutVars>
          <dgm:chPref val="3"/>
        </dgm:presLayoutVars>
      </dgm:prSet>
      <dgm:spPr/>
    </dgm:pt>
    <dgm:pt modelId="{47D1DFCE-5C2E-4F2C-837F-8AE430047B80}" type="pres">
      <dgm:prSet presAssocID="{ADD7CFD5-AB13-4FD9-9275-244C6C85DD10}" presName="hierChild2" presStyleCnt="0"/>
      <dgm:spPr/>
    </dgm:pt>
    <dgm:pt modelId="{2DDA8DBD-3FB0-4941-84D9-5655121AD425}" type="pres">
      <dgm:prSet presAssocID="{6E393E24-1B93-44BE-94A4-BBB9A68CD8A6}" presName="hierRoot1" presStyleCnt="0"/>
      <dgm:spPr/>
    </dgm:pt>
    <dgm:pt modelId="{6FEED590-B19C-474D-B812-C87639E74732}" type="pres">
      <dgm:prSet presAssocID="{6E393E24-1B93-44BE-94A4-BBB9A68CD8A6}" presName="composite" presStyleCnt="0"/>
      <dgm:spPr/>
    </dgm:pt>
    <dgm:pt modelId="{05AAB863-D89F-4776-8C33-68268B81664A}" type="pres">
      <dgm:prSet presAssocID="{6E393E24-1B93-44BE-94A4-BBB9A68CD8A6}" presName="background" presStyleLbl="node0" presStyleIdx="1" presStyleCnt="2"/>
      <dgm:spPr/>
    </dgm:pt>
    <dgm:pt modelId="{087199AB-4FB1-4F79-8D74-AA00B23388A8}" type="pres">
      <dgm:prSet presAssocID="{6E393E24-1B93-44BE-94A4-BBB9A68CD8A6}" presName="text" presStyleLbl="fgAcc0" presStyleIdx="1" presStyleCnt="2">
        <dgm:presLayoutVars>
          <dgm:chPref val="3"/>
        </dgm:presLayoutVars>
      </dgm:prSet>
      <dgm:spPr/>
    </dgm:pt>
    <dgm:pt modelId="{75ED9248-1AE5-4529-8EF9-F032DF04A395}" type="pres">
      <dgm:prSet presAssocID="{6E393E24-1B93-44BE-94A4-BBB9A68CD8A6}" presName="hierChild2" presStyleCnt="0"/>
      <dgm:spPr/>
    </dgm:pt>
  </dgm:ptLst>
  <dgm:cxnLst>
    <dgm:cxn modelId="{7754EA16-1A90-4EE1-9FB5-8BD410233031}" srcId="{597D0B15-5392-4291-8109-065E10F09C15}" destId="{ADD7CFD5-AB13-4FD9-9275-244C6C85DD10}" srcOrd="0" destOrd="0" parTransId="{D19DB346-A490-47F7-9055-F14DB9090AF1}" sibTransId="{FD4AA42B-3E18-452F-871A-EC4945570F8B}"/>
    <dgm:cxn modelId="{1A50A83B-A457-4D89-B868-2523AE16DA9F}" type="presOf" srcId="{597D0B15-5392-4291-8109-065E10F09C15}" destId="{7E264897-9B82-4CFD-AFE2-1795D490F3C5}" srcOrd="0" destOrd="0" presId="urn:microsoft.com/office/officeart/2005/8/layout/hierarchy1"/>
    <dgm:cxn modelId="{6FB51471-645D-43D3-97CC-529E53E74DB6}" type="presOf" srcId="{6E393E24-1B93-44BE-94A4-BBB9A68CD8A6}" destId="{087199AB-4FB1-4F79-8D74-AA00B23388A8}" srcOrd="0" destOrd="0" presId="urn:microsoft.com/office/officeart/2005/8/layout/hierarchy1"/>
    <dgm:cxn modelId="{5C97C091-B7C7-4B2D-96E7-4324CED0F115}" srcId="{597D0B15-5392-4291-8109-065E10F09C15}" destId="{6E393E24-1B93-44BE-94A4-BBB9A68CD8A6}" srcOrd="1" destOrd="0" parTransId="{3B612956-B68A-490E-9FA1-FD6C2856CC2E}" sibTransId="{9ABBD56A-2FBA-4D53-B27F-9166724400F8}"/>
    <dgm:cxn modelId="{0D4B18DA-38D9-4EB4-8D46-48B3824150BD}" type="presOf" srcId="{ADD7CFD5-AB13-4FD9-9275-244C6C85DD10}" destId="{17F7E63B-A1CE-4C91-8452-16AED4FC4F08}" srcOrd="0" destOrd="0" presId="urn:microsoft.com/office/officeart/2005/8/layout/hierarchy1"/>
    <dgm:cxn modelId="{9239D02E-AF17-4854-A625-62D879E69241}" type="presParOf" srcId="{7E264897-9B82-4CFD-AFE2-1795D490F3C5}" destId="{876B1AF3-AD15-445A-AE24-2BDBDCA4AB26}" srcOrd="0" destOrd="0" presId="urn:microsoft.com/office/officeart/2005/8/layout/hierarchy1"/>
    <dgm:cxn modelId="{3780737C-AD6C-47B2-B2B7-36BE76AB6331}" type="presParOf" srcId="{876B1AF3-AD15-445A-AE24-2BDBDCA4AB26}" destId="{160F01D6-9549-4E7A-AE5A-AA5930A80448}" srcOrd="0" destOrd="0" presId="urn:microsoft.com/office/officeart/2005/8/layout/hierarchy1"/>
    <dgm:cxn modelId="{35920FB1-4C17-4C78-99C0-855EE58D536E}" type="presParOf" srcId="{160F01D6-9549-4E7A-AE5A-AA5930A80448}" destId="{B1F586F9-17E6-4DE3-9B11-53A0DCB6890F}" srcOrd="0" destOrd="0" presId="urn:microsoft.com/office/officeart/2005/8/layout/hierarchy1"/>
    <dgm:cxn modelId="{50370A51-577A-477F-940E-7343A2D3EE5E}" type="presParOf" srcId="{160F01D6-9549-4E7A-AE5A-AA5930A80448}" destId="{17F7E63B-A1CE-4C91-8452-16AED4FC4F08}" srcOrd="1" destOrd="0" presId="urn:microsoft.com/office/officeart/2005/8/layout/hierarchy1"/>
    <dgm:cxn modelId="{81B70E0F-422B-4682-807F-442850245D28}" type="presParOf" srcId="{876B1AF3-AD15-445A-AE24-2BDBDCA4AB26}" destId="{47D1DFCE-5C2E-4F2C-837F-8AE430047B80}" srcOrd="1" destOrd="0" presId="urn:microsoft.com/office/officeart/2005/8/layout/hierarchy1"/>
    <dgm:cxn modelId="{1B90223B-DA7A-4EBC-802B-95D111B1ED6E}" type="presParOf" srcId="{7E264897-9B82-4CFD-AFE2-1795D490F3C5}" destId="{2DDA8DBD-3FB0-4941-84D9-5655121AD425}" srcOrd="1" destOrd="0" presId="urn:microsoft.com/office/officeart/2005/8/layout/hierarchy1"/>
    <dgm:cxn modelId="{775047B8-904C-41F0-A3F5-5BB191155C4A}" type="presParOf" srcId="{2DDA8DBD-3FB0-4941-84D9-5655121AD425}" destId="{6FEED590-B19C-474D-B812-C87639E74732}" srcOrd="0" destOrd="0" presId="urn:microsoft.com/office/officeart/2005/8/layout/hierarchy1"/>
    <dgm:cxn modelId="{806F07F0-F25E-43D4-9F46-DD5EF09A9884}" type="presParOf" srcId="{6FEED590-B19C-474D-B812-C87639E74732}" destId="{05AAB863-D89F-4776-8C33-68268B81664A}" srcOrd="0" destOrd="0" presId="urn:microsoft.com/office/officeart/2005/8/layout/hierarchy1"/>
    <dgm:cxn modelId="{220E0664-3CC7-4F69-8AA2-D56DD97E02B1}" type="presParOf" srcId="{6FEED590-B19C-474D-B812-C87639E74732}" destId="{087199AB-4FB1-4F79-8D74-AA00B23388A8}" srcOrd="1" destOrd="0" presId="urn:microsoft.com/office/officeart/2005/8/layout/hierarchy1"/>
    <dgm:cxn modelId="{68F54DB2-160D-4CF1-AB7F-43717275836C}" type="presParOf" srcId="{2DDA8DBD-3FB0-4941-84D9-5655121AD425}" destId="{75ED9248-1AE5-4529-8EF9-F032DF04A39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EAD8FC-7731-485E-96FC-D6B1ED521165}"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590D763-E57A-484E-9A0F-B5E2AF512203}">
      <dgm:prSet/>
      <dgm:spPr/>
      <dgm:t>
        <a:bodyPr/>
        <a:lstStyle/>
        <a:p>
          <a:pPr>
            <a:lnSpc>
              <a:spcPct val="100000"/>
            </a:lnSpc>
          </a:pPr>
          <a:r>
            <a:rPr lang="es-ES"/>
            <a:t>Unidad Aritmético-lógica o ALU. Tiene como función la ejecución del conjunto de operaciones lógicas (AND, OR, NOT, etc.) y aritméticas propias del ordenador. Se compone de registros y de un conjunto de circuitos lógicos encargados de realizar dichas operaciones.</a:t>
          </a:r>
          <a:r>
            <a:rPr lang="es-ES">
              <a:latin typeface="Calibri Light" panose="020F0302020204030204"/>
            </a:rPr>
            <a:t> </a:t>
          </a:r>
          <a:endParaRPr lang="en-US"/>
        </a:p>
      </dgm:t>
    </dgm:pt>
    <dgm:pt modelId="{5655167B-8612-4BBF-8264-9F568445EAA3}" type="parTrans" cxnId="{0E69BC9C-CCDE-40E8-B01C-ED3F833B570F}">
      <dgm:prSet/>
      <dgm:spPr/>
      <dgm:t>
        <a:bodyPr/>
        <a:lstStyle/>
        <a:p>
          <a:endParaRPr lang="en-US"/>
        </a:p>
      </dgm:t>
    </dgm:pt>
    <dgm:pt modelId="{9893A7E7-BA48-4C80-B40C-1283A4B03985}" type="sibTrans" cxnId="{0E69BC9C-CCDE-40E8-B01C-ED3F833B570F}">
      <dgm:prSet/>
      <dgm:spPr/>
      <dgm:t>
        <a:bodyPr/>
        <a:lstStyle/>
        <a:p>
          <a:pPr>
            <a:lnSpc>
              <a:spcPct val="100000"/>
            </a:lnSpc>
          </a:pPr>
          <a:endParaRPr lang="en-US"/>
        </a:p>
      </dgm:t>
    </dgm:pt>
    <dgm:pt modelId="{F7671144-F338-4DF7-AE97-479708955625}">
      <dgm:prSet/>
      <dgm:spPr/>
      <dgm:t>
        <a:bodyPr/>
        <a:lstStyle/>
        <a:p>
          <a:pPr>
            <a:lnSpc>
              <a:spcPct val="100000"/>
            </a:lnSpc>
          </a:pPr>
          <a:r>
            <a:rPr lang="es-ES"/>
            <a:t>Unidad de control o UC. Se encarga de gobernar el ordenador. Para ello recibe e interpreta las instrucciones que se van a ejecutar. Normalmente estas instrucciones se transforman en una serie de microinstrucciones de bajo nivel dependientes de la arquitectura del procesador. La UC dispondrá de una serie de circuitos necesarios para leer la dirección de memoria de la siguiente instrucción a ejecutar, la localizará y la guardará en el registro de instrucción.</a:t>
          </a:r>
          <a:r>
            <a:rPr lang="es-ES">
              <a:latin typeface="Calibri Light" panose="020F0302020204030204"/>
            </a:rPr>
            <a:t> </a:t>
          </a:r>
          <a:endParaRPr lang="en-US"/>
        </a:p>
      </dgm:t>
    </dgm:pt>
    <dgm:pt modelId="{A6F17A23-136C-4E46-ADFA-57A411F902F3}" type="parTrans" cxnId="{F6D2B80F-D879-499C-8496-AD4B81C8F797}">
      <dgm:prSet/>
      <dgm:spPr/>
      <dgm:t>
        <a:bodyPr/>
        <a:lstStyle/>
        <a:p>
          <a:endParaRPr lang="en-US"/>
        </a:p>
      </dgm:t>
    </dgm:pt>
    <dgm:pt modelId="{1A615AD7-CE0E-438B-9848-2A582E352B7B}" type="sibTrans" cxnId="{F6D2B80F-D879-499C-8496-AD4B81C8F797}">
      <dgm:prSet/>
      <dgm:spPr/>
      <dgm:t>
        <a:bodyPr/>
        <a:lstStyle/>
        <a:p>
          <a:pPr>
            <a:lnSpc>
              <a:spcPct val="100000"/>
            </a:lnSpc>
          </a:pPr>
          <a:endParaRPr lang="en-US"/>
        </a:p>
      </dgm:t>
    </dgm:pt>
    <dgm:pt modelId="{FDB6CC6E-E2B1-4C54-B20D-E35BF3B862F8}">
      <dgm:prSet/>
      <dgm:spPr/>
      <dgm:t>
        <a:bodyPr/>
        <a:lstStyle/>
        <a:p>
          <a:pPr>
            <a:lnSpc>
              <a:spcPct val="100000"/>
            </a:lnSpc>
          </a:pPr>
          <a:r>
            <a:rPr lang="es-ES"/>
            <a:t>Frecuencia de Reloj. El ordenador funciona en modo síncrono o sincronizado, siguiendo una secuencia ordenada de operaciones en el tiempo. Para ello necesita de un reloj que se encarga de generar impulsos. De esta forma, marca el principio, la duración y el final de cada operación. Dicho número de impulsos se mide en megahercios (</a:t>
          </a:r>
          <a:r>
            <a:rPr lang="es-ES" err="1"/>
            <a:t>Mhz</a:t>
          </a:r>
          <a:r>
            <a:rPr lang="es-ES"/>
            <a:t>), millones por segundo. </a:t>
          </a:r>
          <a:endParaRPr lang="en-US"/>
        </a:p>
      </dgm:t>
    </dgm:pt>
    <dgm:pt modelId="{E5EEB593-91C8-4B31-9F54-F49C3D55A229}" type="parTrans" cxnId="{4A49D805-E82F-4C91-8546-1D7A1BB400F7}">
      <dgm:prSet/>
      <dgm:spPr/>
      <dgm:t>
        <a:bodyPr/>
        <a:lstStyle/>
        <a:p>
          <a:endParaRPr lang="en-US"/>
        </a:p>
      </dgm:t>
    </dgm:pt>
    <dgm:pt modelId="{E8759C4B-4F1F-429E-8FFE-C4D9C1FC1B3C}" type="sibTrans" cxnId="{4A49D805-E82F-4C91-8546-1D7A1BB400F7}">
      <dgm:prSet/>
      <dgm:spPr/>
      <dgm:t>
        <a:bodyPr/>
        <a:lstStyle/>
        <a:p>
          <a:pPr>
            <a:lnSpc>
              <a:spcPct val="100000"/>
            </a:lnSpc>
          </a:pPr>
          <a:endParaRPr lang="en-US"/>
        </a:p>
      </dgm:t>
    </dgm:pt>
    <dgm:pt modelId="{2EC8E1FC-29DD-42FA-91B1-26F309F75626}">
      <dgm:prSet phldr="0"/>
      <dgm:spPr/>
      <dgm:t>
        <a:bodyPr/>
        <a:lstStyle/>
        <a:p>
          <a:pPr>
            <a:lnSpc>
              <a:spcPct val="100000"/>
            </a:lnSpc>
          </a:pPr>
          <a:r>
            <a:rPr lang="es-ES"/>
            <a:t>Longitud de la palabra de datos. Determina la cantidad de información que es capaz de procesar simultáneamente la CPU en cada pulso de reloj. Se mide en bits. A mayor longitud de palabra mayor complejidad y circuitería a emplear en la CPU pero mayor será la potencia de proceso.</a:t>
          </a:r>
          <a:endParaRPr lang="es-ES">
            <a:latin typeface="Calibri Light" panose="020F0302020204030204"/>
          </a:endParaRPr>
        </a:p>
      </dgm:t>
    </dgm:pt>
    <dgm:pt modelId="{CAFD2079-F7F3-4A9A-BE2D-B8C0357C0FCD}" type="parTrans" cxnId="{5E376E54-DC91-4D43-9524-3EB7D0057B6F}">
      <dgm:prSet/>
      <dgm:spPr/>
    </dgm:pt>
    <dgm:pt modelId="{97E3E49B-E9C7-42DC-8DB0-0EAD1F9F69AA}" type="sibTrans" cxnId="{5E376E54-DC91-4D43-9524-3EB7D0057B6F}">
      <dgm:prSet/>
      <dgm:spPr/>
    </dgm:pt>
    <dgm:pt modelId="{B388D382-5D9B-41C8-807F-746E4A08512E}" type="pres">
      <dgm:prSet presAssocID="{3DEAD8FC-7731-485E-96FC-D6B1ED521165}" presName="root" presStyleCnt="0">
        <dgm:presLayoutVars>
          <dgm:dir/>
          <dgm:resizeHandles val="exact"/>
        </dgm:presLayoutVars>
      </dgm:prSet>
      <dgm:spPr/>
    </dgm:pt>
    <dgm:pt modelId="{71B70C5D-363E-40D1-B196-51C1984DA193}" type="pres">
      <dgm:prSet presAssocID="{3DEAD8FC-7731-485E-96FC-D6B1ED521165}" presName="container" presStyleCnt="0">
        <dgm:presLayoutVars>
          <dgm:dir/>
          <dgm:resizeHandles val="exact"/>
        </dgm:presLayoutVars>
      </dgm:prSet>
      <dgm:spPr/>
    </dgm:pt>
    <dgm:pt modelId="{6EE257EA-56FC-49B4-844F-CDD52AEBA63D}" type="pres">
      <dgm:prSet presAssocID="{5590D763-E57A-484E-9A0F-B5E2AF512203}" presName="compNode" presStyleCnt="0"/>
      <dgm:spPr/>
    </dgm:pt>
    <dgm:pt modelId="{33878F14-AC4F-4AFC-9FAB-D7AA93D35369}" type="pres">
      <dgm:prSet presAssocID="{5590D763-E57A-484E-9A0F-B5E2AF512203}" presName="iconBgRect" presStyleLbl="bgShp" presStyleIdx="0" presStyleCnt="4"/>
      <dgm:spPr/>
    </dgm:pt>
    <dgm:pt modelId="{6421695C-1D5B-4D8C-A85E-635C8592BF83}" type="pres">
      <dgm:prSet presAssocID="{5590D763-E57A-484E-9A0F-B5E2AF51220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a de flujo"/>
        </a:ext>
      </dgm:extLst>
    </dgm:pt>
    <dgm:pt modelId="{FEC57371-A9A2-470D-B146-EADAA5AC0983}" type="pres">
      <dgm:prSet presAssocID="{5590D763-E57A-484E-9A0F-B5E2AF512203}" presName="spaceRect" presStyleCnt="0"/>
      <dgm:spPr/>
    </dgm:pt>
    <dgm:pt modelId="{483D635F-A018-4E4F-B81F-DB7066D275A8}" type="pres">
      <dgm:prSet presAssocID="{5590D763-E57A-484E-9A0F-B5E2AF512203}" presName="textRect" presStyleLbl="revTx" presStyleIdx="0" presStyleCnt="4">
        <dgm:presLayoutVars>
          <dgm:chMax val="1"/>
          <dgm:chPref val="1"/>
        </dgm:presLayoutVars>
      </dgm:prSet>
      <dgm:spPr/>
    </dgm:pt>
    <dgm:pt modelId="{755FFC1D-EE99-4109-9659-3ED350BAB2CC}" type="pres">
      <dgm:prSet presAssocID="{9893A7E7-BA48-4C80-B40C-1283A4B03985}" presName="sibTrans" presStyleLbl="sibTrans2D1" presStyleIdx="0" presStyleCnt="0"/>
      <dgm:spPr/>
    </dgm:pt>
    <dgm:pt modelId="{A6DC9359-7A1C-4348-93EB-9F9AA0F4776A}" type="pres">
      <dgm:prSet presAssocID="{F7671144-F338-4DF7-AE97-479708955625}" presName="compNode" presStyleCnt="0"/>
      <dgm:spPr/>
    </dgm:pt>
    <dgm:pt modelId="{45073A06-34B7-4BCF-BAFA-1374B2DC1556}" type="pres">
      <dgm:prSet presAssocID="{F7671144-F338-4DF7-AE97-479708955625}" presName="iconBgRect" presStyleLbl="bgShp" presStyleIdx="1" presStyleCnt="4"/>
      <dgm:spPr/>
    </dgm:pt>
    <dgm:pt modelId="{13074B2A-CE1B-4ABF-B463-FF4B3E88837D}" type="pres">
      <dgm:prSet presAssocID="{F7671144-F338-4DF7-AE97-47970895562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sconectado"/>
        </a:ext>
      </dgm:extLst>
    </dgm:pt>
    <dgm:pt modelId="{5E2CA620-43AB-4468-9D02-8ED3E8BD568F}" type="pres">
      <dgm:prSet presAssocID="{F7671144-F338-4DF7-AE97-479708955625}" presName="spaceRect" presStyleCnt="0"/>
      <dgm:spPr/>
    </dgm:pt>
    <dgm:pt modelId="{7104017C-132A-457F-BDEB-E562F6D73B8E}" type="pres">
      <dgm:prSet presAssocID="{F7671144-F338-4DF7-AE97-479708955625}" presName="textRect" presStyleLbl="revTx" presStyleIdx="1" presStyleCnt="4">
        <dgm:presLayoutVars>
          <dgm:chMax val="1"/>
          <dgm:chPref val="1"/>
        </dgm:presLayoutVars>
      </dgm:prSet>
      <dgm:spPr/>
    </dgm:pt>
    <dgm:pt modelId="{C216EEDE-BD52-4938-ADE1-23C5C9779D9B}" type="pres">
      <dgm:prSet presAssocID="{1A615AD7-CE0E-438B-9848-2A582E352B7B}" presName="sibTrans" presStyleLbl="sibTrans2D1" presStyleIdx="0" presStyleCnt="0"/>
      <dgm:spPr/>
    </dgm:pt>
    <dgm:pt modelId="{CC414830-BCBF-4B02-9D73-DBC59D165158}" type="pres">
      <dgm:prSet presAssocID="{FDB6CC6E-E2B1-4C54-B20D-E35BF3B862F8}" presName="compNode" presStyleCnt="0"/>
      <dgm:spPr/>
    </dgm:pt>
    <dgm:pt modelId="{24FC13D8-886B-4047-A414-39B551F4694C}" type="pres">
      <dgm:prSet presAssocID="{FDB6CC6E-E2B1-4C54-B20D-E35BF3B862F8}" presName="iconBgRect" presStyleLbl="bgShp" presStyleIdx="2" presStyleCnt="4"/>
      <dgm:spPr/>
    </dgm:pt>
    <dgm:pt modelId="{B6AA7168-821A-4F67-A9F4-97B0BBF43948}" type="pres">
      <dgm:prSet presAssocID="{FDB6CC6E-E2B1-4C54-B20D-E35BF3B862F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ador"/>
        </a:ext>
      </dgm:extLst>
    </dgm:pt>
    <dgm:pt modelId="{85AECF50-E5EB-4171-8241-AADD4AF39A12}" type="pres">
      <dgm:prSet presAssocID="{FDB6CC6E-E2B1-4C54-B20D-E35BF3B862F8}" presName="spaceRect" presStyleCnt="0"/>
      <dgm:spPr/>
    </dgm:pt>
    <dgm:pt modelId="{F1477061-5C25-449B-A6A0-240021A8BCFA}" type="pres">
      <dgm:prSet presAssocID="{FDB6CC6E-E2B1-4C54-B20D-E35BF3B862F8}" presName="textRect" presStyleLbl="revTx" presStyleIdx="2" presStyleCnt="4">
        <dgm:presLayoutVars>
          <dgm:chMax val="1"/>
          <dgm:chPref val="1"/>
        </dgm:presLayoutVars>
      </dgm:prSet>
      <dgm:spPr/>
    </dgm:pt>
    <dgm:pt modelId="{8ABBE84E-6FFC-42FA-A5D6-01F300ABEACE}" type="pres">
      <dgm:prSet presAssocID="{E8759C4B-4F1F-429E-8FFE-C4D9C1FC1B3C}" presName="sibTrans" presStyleLbl="sibTrans2D1" presStyleIdx="0" presStyleCnt="0"/>
      <dgm:spPr/>
    </dgm:pt>
    <dgm:pt modelId="{690569C6-6EAC-4BC2-8DE7-36A3900030EE}" type="pres">
      <dgm:prSet presAssocID="{2EC8E1FC-29DD-42FA-91B1-26F309F75626}" presName="compNode" presStyleCnt="0"/>
      <dgm:spPr/>
    </dgm:pt>
    <dgm:pt modelId="{E7F0C87C-174B-4B3D-8313-D61AAA48136C}" type="pres">
      <dgm:prSet presAssocID="{2EC8E1FC-29DD-42FA-91B1-26F309F75626}" presName="iconBgRect" presStyleLbl="bgShp" presStyleIdx="3" presStyleCnt="4"/>
      <dgm:spPr/>
    </dgm:pt>
    <dgm:pt modelId="{55112DCA-DB82-41FD-BD5A-02FD082A476D}" type="pres">
      <dgm:prSet presAssocID="{2EC8E1FC-29DD-42FA-91B1-26F309F7562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se de datos"/>
        </a:ext>
      </dgm:extLst>
    </dgm:pt>
    <dgm:pt modelId="{D930C513-C329-4646-92E8-2139A7DB6640}" type="pres">
      <dgm:prSet presAssocID="{2EC8E1FC-29DD-42FA-91B1-26F309F75626}" presName="spaceRect" presStyleCnt="0"/>
      <dgm:spPr/>
    </dgm:pt>
    <dgm:pt modelId="{B5D9D44C-CF14-4C0C-B07F-E970A2C1B2B9}" type="pres">
      <dgm:prSet presAssocID="{2EC8E1FC-29DD-42FA-91B1-26F309F75626}" presName="textRect" presStyleLbl="revTx" presStyleIdx="3" presStyleCnt="4">
        <dgm:presLayoutVars>
          <dgm:chMax val="1"/>
          <dgm:chPref val="1"/>
        </dgm:presLayoutVars>
      </dgm:prSet>
      <dgm:spPr/>
    </dgm:pt>
  </dgm:ptLst>
  <dgm:cxnLst>
    <dgm:cxn modelId="{20AE9B01-0B9D-41F0-9801-606DF52E732D}" type="presOf" srcId="{F7671144-F338-4DF7-AE97-479708955625}" destId="{7104017C-132A-457F-BDEB-E562F6D73B8E}" srcOrd="0" destOrd="0" presId="urn:microsoft.com/office/officeart/2018/2/layout/IconCircleList"/>
    <dgm:cxn modelId="{4A49D805-E82F-4C91-8546-1D7A1BB400F7}" srcId="{3DEAD8FC-7731-485E-96FC-D6B1ED521165}" destId="{FDB6CC6E-E2B1-4C54-B20D-E35BF3B862F8}" srcOrd="2" destOrd="0" parTransId="{E5EEB593-91C8-4B31-9F54-F49C3D55A229}" sibTransId="{E8759C4B-4F1F-429E-8FFE-C4D9C1FC1B3C}"/>
    <dgm:cxn modelId="{606A210E-B36B-4B29-B9EC-4095AD70FDF5}" type="presOf" srcId="{E8759C4B-4F1F-429E-8FFE-C4D9C1FC1B3C}" destId="{8ABBE84E-6FFC-42FA-A5D6-01F300ABEACE}" srcOrd="0" destOrd="0" presId="urn:microsoft.com/office/officeart/2018/2/layout/IconCircleList"/>
    <dgm:cxn modelId="{F6D2B80F-D879-499C-8496-AD4B81C8F797}" srcId="{3DEAD8FC-7731-485E-96FC-D6B1ED521165}" destId="{F7671144-F338-4DF7-AE97-479708955625}" srcOrd="1" destOrd="0" parTransId="{A6F17A23-136C-4E46-ADFA-57A411F902F3}" sibTransId="{1A615AD7-CE0E-438B-9848-2A582E352B7B}"/>
    <dgm:cxn modelId="{03C5FA35-4E58-4DF9-AD9B-0E14E6B67F21}" type="presOf" srcId="{1A615AD7-CE0E-438B-9848-2A582E352B7B}" destId="{C216EEDE-BD52-4938-ADE1-23C5C9779D9B}" srcOrd="0" destOrd="0" presId="urn:microsoft.com/office/officeart/2018/2/layout/IconCircleList"/>
    <dgm:cxn modelId="{E9224340-AFD0-48DB-A901-84809A619060}" type="presOf" srcId="{2EC8E1FC-29DD-42FA-91B1-26F309F75626}" destId="{B5D9D44C-CF14-4C0C-B07F-E970A2C1B2B9}" srcOrd="0" destOrd="0" presId="urn:microsoft.com/office/officeart/2018/2/layout/IconCircleList"/>
    <dgm:cxn modelId="{5E376E54-DC91-4D43-9524-3EB7D0057B6F}" srcId="{3DEAD8FC-7731-485E-96FC-D6B1ED521165}" destId="{2EC8E1FC-29DD-42FA-91B1-26F309F75626}" srcOrd="3" destOrd="0" parTransId="{CAFD2079-F7F3-4A9A-BE2D-B8C0357C0FCD}" sibTransId="{97E3E49B-E9C7-42DC-8DB0-0EAD1F9F69AA}"/>
    <dgm:cxn modelId="{19C56F91-3676-4FE3-A4B3-4B873B93DD8D}" type="presOf" srcId="{3DEAD8FC-7731-485E-96FC-D6B1ED521165}" destId="{B388D382-5D9B-41C8-807F-746E4A08512E}" srcOrd="0" destOrd="0" presId="urn:microsoft.com/office/officeart/2018/2/layout/IconCircleList"/>
    <dgm:cxn modelId="{F2EDEB95-6413-4440-9E87-174AC2244EB0}" type="presOf" srcId="{9893A7E7-BA48-4C80-B40C-1283A4B03985}" destId="{755FFC1D-EE99-4109-9659-3ED350BAB2CC}" srcOrd="0" destOrd="0" presId="urn:microsoft.com/office/officeart/2018/2/layout/IconCircleList"/>
    <dgm:cxn modelId="{0E69BC9C-CCDE-40E8-B01C-ED3F833B570F}" srcId="{3DEAD8FC-7731-485E-96FC-D6B1ED521165}" destId="{5590D763-E57A-484E-9A0F-B5E2AF512203}" srcOrd="0" destOrd="0" parTransId="{5655167B-8612-4BBF-8264-9F568445EAA3}" sibTransId="{9893A7E7-BA48-4C80-B40C-1283A4B03985}"/>
    <dgm:cxn modelId="{9E6E07D5-B1F5-4848-A1D7-AEA1BE2E7CE8}" type="presOf" srcId="{5590D763-E57A-484E-9A0F-B5E2AF512203}" destId="{483D635F-A018-4E4F-B81F-DB7066D275A8}" srcOrd="0" destOrd="0" presId="urn:microsoft.com/office/officeart/2018/2/layout/IconCircleList"/>
    <dgm:cxn modelId="{C91E0AF9-DB91-4507-848B-F0F3C56DA865}" type="presOf" srcId="{FDB6CC6E-E2B1-4C54-B20D-E35BF3B862F8}" destId="{F1477061-5C25-449B-A6A0-240021A8BCFA}" srcOrd="0" destOrd="0" presId="urn:microsoft.com/office/officeart/2018/2/layout/IconCircleList"/>
    <dgm:cxn modelId="{969A6BE9-9A5C-4E48-B1A0-7FFCDF5B64C5}" type="presParOf" srcId="{B388D382-5D9B-41C8-807F-746E4A08512E}" destId="{71B70C5D-363E-40D1-B196-51C1984DA193}" srcOrd="0" destOrd="0" presId="urn:microsoft.com/office/officeart/2018/2/layout/IconCircleList"/>
    <dgm:cxn modelId="{1B724B73-8A88-4E28-B683-85FD3219B630}" type="presParOf" srcId="{71B70C5D-363E-40D1-B196-51C1984DA193}" destId="{6EE257EA-56FC-49B4-844F-CDD52AEBA63D}" srcOrd="0" destOrd="0" presId="urn:microsoft.com/office/officeart/2018/2/layout/IconCircleList"/>
    <dgm:cxn modelId="{C958071A-C49B-4A38-BFB3-86B0A5914CF6}" type="presParOf" srcId="{6EE257EA-56FC-49B4-844F-CDD52AEBA63D}" destId="{33878F14-AC4F-4AFC-9FAB-D7AA93D35369}" srcOrd="0" destOrd="0" presId="urn:microsoft.com/office/officeart/2018/2/layout/IconCircleList"/>
    <dgm:cxn modelId="{C4603F08-726A-4296-9CCD-1C0099C73FAC}" type="presParOf" srcId="{6EE257EA-56FC-49B4-844F-CDD52AEBA63D}" destId="{6421695C-1D5B-4D8C-A85E-635C8592BF83}" srcOrd="1" destOrd="0" presId="urn:microsoft.com/office/officeart/2018/2/layout/IconCircleList"/>
    <dgm:cxn modelId="{3AEC648F-99E7-40D9-94E4-94667034B674}" type="presParOf" srcId="{6EE257EA-56FC-49B4-844F-CDD52AEBA63D}" destId="{FEC57371-A9A2-470D-B146-EADAA5AC0983}" srcOrd="2" destOrd="0" presId="urn:microsoft.com/office/officeart/2018/2/layout/IconCircleList"/>
    <dgm:cxn modelId="{61036947-6D85-429A-B034-169D63D541FE}" type="presParOf" srcId="{6EE257EA-56FC-49B4-844F-CDD52AEBA63D}" destId="{483D635F-A018-4E4F-B81F-DB7066D275A8}" srcOrd="3" destOrd="0" presId="urn:microsoft.com/office/officeart/2018/2/layout/IconCircleList"/>
    <dgm:cxn modelId="{16D6E772-0804-4085-90C8-CF0E8F2DCA76}" type="presParOf" srcId="{71B70C5D-363E-40D1-B196-51C1984DA193}" destId="{755FFC1D-EE99-4109-9659-3ED350BAB2CC}" srcOrd="1" destOrd="0" presId="urn:microsoft.com/office/officeart/2018/2/layout/IconCircleList"/>
    <dgm:cxn modelId="{00DDAED3-D3F1-49D2-AC37-B8A0D55B9712}" type="presParOf" srcId="{71B70C5D-363E-40D1-B196-51C1984DA193}" destId="{A6DC9359-7A1C-4348-93EB-9F9AA0F4776A}" srcOrd="2" destOrd="0" presId="urn:microsoft.com/office/officeart/2018/2/layout/IconCircleList"/>
    <dgm:cxn modelId="{DB196222-463C-443A-A831-08639808F2F6}" type="presParOf" srcId="{A6DC9359-7A1C-4348-93EB-9F9AA0F4776A}" destId="{45073A06-34B7-4BCF-BAFA-1374B2DC1556}" srcOrd="0" destOrd="0" presId="urn:microsoft.com/office/officeart/2018/2/layout/IconCircleList"/>
    <dgm:cxn modelId="{0CAC483A-2DE8-4EE1-81CD-BAB7039B69FE}" type="presParOf" srcId="{A6DC9359-7A1C-4348-93EB-9F9AA0F4776A}" destId="{13074B2A-CE1B-4ABF-B463-FF4B3E88837D}" srcOrd="1" destOrd="0" presId="urn:microsoft.com/office/officeart/2018/2/layout/IconCircleList"/>
    <dgm:cxn modelId="{4C7FB462-D717-43F8-BEDC-5A56DCBEB4B5}" type="presParOf" srcId="{A6DC9359-7A1C-4348-93EB-9F9AA0F4776A}" destId="{5E2CA620-43AB-4468-9D02-8ED3E8BD568F}" srcOrd="2" destOrd="0" presId="urn:microsoft.com/office/officeart/2018/2/layout/IconCircleList"/>
    <dgm:cxn modelId="{BDAF920B-98D1-4673-B51F-F260C53928C9}" type="presParOf" srcId="{A6DC9359-7A1C-4348-93EB-9F9AA0F4776A}" destId="{7104017C-132A-457F-BDEB-E562F6D73B8E}" srcOrd="3" destOrd="0" presId="urn:microsoft.com/office/officeart/2018/2/layout/IconCircleList"/>
    <dgm:cxn modelId="{49C47AF9-D82A-40D5-ACE9-42AA8F29C689}" type="presParOf" srcId="{71B70C5D-363E-40D1-B196-51C1984DA193}" destId="{C216EEDE-BD52-4938-ADE1-23C5C9779D9B}" srcOrd="3" destOrd="0" presId="urn:microsoft.com/office/officeart/2018/2/layout/IconCircleList"/>
    <dgm:cxn modelId="{9D6856CC-5DE2-4CDD-89CC-ACCA560F1617}" type="presParOf" srcId="{71B70C5D-363E-40D1-B196-51C1984DA193}" destId="{CC414830-BCBF-4B02-9D73-DBC59D165158}" srcOrd="4" destOrd="0" presId="urn:microsoft.com/office/officeart/2018/2/layout/IconCircleList"/>
    <dgm:cxn modelId="{F07FB6D6-DE1C-43FC-92C2-0D09008868E6}" type="presParOf" srcId="{CC414830-BCBF-4B02-9D73-DBC59D165158}" destId="{24FC13D8-886B-4047-A414-39B551F4694C}" srcOrd="0" destOrd="0" presId="urn:microsoft.com/office/officeart/2018/2/layout/IconCircleList"/>
    <dgm:cxn modelId="{4326F1CE-FCCB-4B4E-8653-E7B4C8F22319}" type="presParOf" srcId="{CC414830-BCBF-4B02-9D73-DBC59D165158}" destId="{B6AA7168-821A-4F67-A9F4-97B0BBF43948}" srcOrd="1" destOrd="0" presId="urn:microsoft.com/office/officeart/2018/2/layout/IconCircleList"/>
    <dgm:cxn modelId="{0B6438DE-6818-41D7-91AD-FF5A7746561D}" type="presParOf" srcId="{CC414830-BCBF-4B02-9D73-DBC59D165158}" destId="{85AECF50-E5EB-4171-8241-AADD4AF39A12}" srcOrd="2" destOrd="0" presId="urn:microsoft.com/office/officeart/2018/2/layout/IconCircleList"/>
    <dgm:cxn modelId="{46016D56-581D-4023-A636-DB651E50F5AB}" type="presParOf" srcId="{CC414830-BCBF-4B02-9D73-DBC59D165158}" destId="{F1477061-5C25-449B-A6A0-240021A8BCFA}" srcOrd="3" destOrd="0" presId="urn:microsoft.com/office/officeart/2018/2/layout/IconCircleList"/>
    <dgm:cxn modelId="{225B961B-0284-4FC2-8CE7-2A88D2720BB4}" type="presParOf" srcId="{71B70C5D-363E-40D1-B196-51C1984DA193}" destId="{8ABBE84E-6FFC-42FA-A5D6-01F300ABEACE}" srcOrd="5" destOrd="0" presId="urn:microsoft.com/office/officeart/2018/2/layout/IconCircleList"/>
    <dgm:cxn modelId="{4F410355-1792-4A1A-818A-A60B5CB7C1BC}" type="presParOf" srcId="{71B70C5D-363E-40D1-B196-51C1984DA193}" destId="{690569C6-6EAC-4BC2-8DE7-36A3900030EE}" srcOrd="6" destOrd="0" presId="urn:microsoft.com/office/officeart/2018/2/layout/IconCircleList"/>
    <dgm:cxn modelId="{37A63E39-2060-4B36-B7EA-31DDA80F4D88}" type="presParOf" srcId="{690569C6-6EAC-4BC2-8DE7-36A3900030EE}" destId="{E7F0C87C-174B-4B3D-8313-D61AAA48136C}" srcOrd="0" destOrd="0" presId="urn:microsoft.com/office/officeart/2018/2/layout/IconCircleList"/>
    <dgm:cxn modelId="{FA056089-E0B8-4D3F-A664-B9FFBE6F38CE}" type="presParOf" srcId="{690569C6-6EAC-4BC2-8DE7-36A3900030EE}" destId="{55112DCA-DB82-41FD-BD5A-02FD082A476D}" srcOrd="1" destOrd="0" presId="urn:microsoft.com/office/officeart/2018/2/layout/IconCircleList"/>
    <dgm:cxn modelId="{52A99EEB-7B5D-4640-BA5C-C745DE47A391}" type="presParOf" srcId="{690569C6-6EAC-4BC2-8DE7-36A3900030EE}" destId="{D930C513-C329-4646-92E8-2139A7DB6640}" srcOrd="2" destOrd="0" presId="urn:microsoft.com/office/officeart/2018/2/layout/IconCircleList"/>
    <dgm:cxn modelId="{884263A2-5307-4ABD-950C-6F94C9E2719A}" type="presParOf" srcId="{690569C6-6EAC-4BC2-8DE7-36A3900030EE}" destId="{B5D9D44C-CF14-4C0C-B07F-E970A2C1B2B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DEAD8FC-7731-485E-96FC-D6B1ED521165}"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EC8E1FC-29DD-42FA-91B1-26F309F75626}">
      <dgm:prSet phldr="0"/>
      <dgm:spPr/>
      <dgm:t>
        <a:bodyPr/>
        <a:lstStyle/>
        <a:p>
          <a:pPr>
            <a:lnSpc>
              <a:spcPct val="100000"/>
            </a:lnSpc>
          </a:pPr>
          <a:r>
            <a:rPr lang="es-ES" dirty="0"/>
            <a:t>Velocidad de procesador. Determina el ritmo de ejecución de instrucciones. Se mide en hercios (ciclos/</a:t>
          </a:r>
          <a:r>
            <a:rPr lang="es-ES" dirty="0" err="1"/>
            <a:t>seg</a:t>
          </a:r>
          <a:r>
            <a:rPr lang="es-ES" dirty="0"/>
            <a:t>) o múltiplos de éstos. </a:t>
          </a:r>
          <a:endParaRPr lang="es-ES" dirty="0">
            <a:latin typeface="Calibri Light" panose="020F0302020204030204"/>
          </a:endParaRPr>
        </a:p>
      </dgm:t>
    </dgm:pt>
    <dgm:pt modelId="{CAFD2079-F7F3-4A9A-BE2D-B8C0357C0FCD}" type="parTrans" cxnId="{5E376E54-DC91-4D43-9524-3EB7D0057B6F}">
      <dgm:prSet/>
      <dgm:spPr/>
    </dgm:pt>
    <dgm:pt modelId="{97E3E49B-E9C7-42DC-8DB0-0EAD1F9F69AA}" type="sibTrans" cxnId="{5E376E54-DC91-4D43-9524-3EB7D0057B6F}">
      <dgm:prSet/>
      <dgm:spPr/>
    </dgm:pt>
    <dgm:pt modelId="{5027B5AE-6CCD-4CFF-974A-B5F0D16E8B70}">
      <dgm:prSet phldr="0"/>
      <dgm:spPr/>
      <dgm:t>
        <a:bodyPr/>
        <a:lstStyle/>
        <a:p>
          <a:pPr>
            <a:lnSpc>
              <a:spcPct val="100000"/>
            </a:lnSpc>
          </a:pPr>
          <a:r>
            <a:rPr lang="es-ES"/>
            <a:t>Juego de instrucciones. Cada tipo de CPU tiene un juego de instrucciones características.</a:t>
          </a:r>
          <a:r>
            <a:rPr lang="es-ES">
              <a:latin typeface="Calibri Light" panose="020F0302020204030204"/>
            </a:rPr>
            <a:t> </a:t>
          </a:r>
          <a:endParaRPr lang="es-ES" dirty="0">
            <a:latin typeface="Calibri Light" panose="020F0302020204030204"/>
          </a:endParaRPr>
        </a:p>
      </dgm:t>
    </dgm:pt>
    <dgm:pt modelId="{DC8AF989-423B-443D-9371-42AFDAC9AF03}" type="parTrans" cxnId="{CB4EF308-E960-4749-95E0-5BAFD8410972}">
      <dgm:prSet/>
      <dgm:spPr/>
    </dgm:pt>
    <dgm:pt modelId="{7751BBAD-1464-4718-B84B-31AC27AA8491}" type="sibTrans" cxnId="{CB4EF308-E960-4749-95E0-5BAFD8410972}">
      <dgm:prSet/>
      <dgm:spPr/>
      <dgm:t>
        <a:bodyPr/>
        <a:lstStyle/>
        <a:p>
          <a:pPr>
            <a:lnSpc>
              <a:spcPct val="100000"/>
            </a:lnSpc>
          </a:pPr>
          <a:endParaRPr lang="es-ES"/>
        </a:p>
      </dgm:t>
    </dgm:pt>
    <dgm:pt modelId="{0ABEEE53-71EC-4702-A537-C53D8DF17BEE}">
      <dgm:prSet phldr="0"/>
      <dgm:spPr/>
      <dgm:t>
        <a:bodyPr/>
        <a:lstStyle/>
        <a:p>
          <a:pPr>
            <a:lnSpc>
              <a:spcPct val="100000"/>
            </a:lnSpc>
          </a:pPr>
          <a:r>
            <a:rPr lang="es-ES" dirty="0">
              <a:latin typeface="Calibri Light" panose="020F0302020204030204"/>
            </a:rPr>
            <a:t> </a:t>
          </a:r>
          <a:r>
            <a:rPr lang="es-ES" dirty="0"/>
            <a:t>Tamaño del bus de datos y direcciones. Se mide en bits, siendo hoy día habitual los 64 y 128 bits de tamaño.</a:t>
          </a:r>
          <a:r>
            <a:rPr lang="es-ES" dirty="0">
              <a:latin typeface="Calibri Light" panose="020F0302020204030204"/>
            </a:rPr>
            <a:t> </a:t>
          </a:r>
        </a:p>
      </dgm:t>
    </dgm:pt>
    <dgm:pt modelId="{2F6364DE-AB06-41F1-A170-50DBE8872096}" type="parTrans" cxnId="{CAEE96D7-9EF4-4343-8B51-13505BAD83F6}">
      <dgm:prSet/>
      <dgm:spPr/>
    </dgm:pt>
    <dgm:pt modelId="{1F783DD9-E05E-41BB-8D4A-B2F9E31D35AB}" type="sibTrans" cxnId="{CAEE96D7-9EF4-4343-8B51-13505BAD83F6}">
      <dgm:prSet/>
      <dgm:spPr/>
      <dgm:t>
        <a:bodyPr/>
        <a:lstStyle/>
        <a:p>
          <a:pPr>
            <a:lnSpc>
              <a:spcPct val="100000"/>
            </a:lnSpc>
          </a:pPr>
          <a:endParaRPr lang="es-ES"/>
        </a:p>
      </dgm:t>
    </dgm:pt>
    <dgm:pt modelId="{FF639004-8EBC-4E2B-B8C6-5AC76C942853}">
      <dgm:prSet phldr="0"/>
      <dgm:spPr/>
      <dgm:t>
        <a:bodyPr/>
        <a:lstStyle/>
        <a:p>
          <a:pPr rtl="0">
            <a:lnSpc>
              <a:spcPct val="100000"/>
            </a:lnSpc>
          </a:pPr>
          <a:r>
            <a:rPr lang="es-ES" dirty="0">
              <a:latin typeface="Calibri Light" panose="020F0302020204030204"/>
            </a:rPr>
            <a:t> </a:t>
          </a:r>
          <a:r>
            <a:rPr lang="es-ES" dirty="0"/>
            <a:t>Número de registros de que dispone. </a:t>
          </a:r>
          <a:endParaRPr lang="es-ES" dirty="0">
            <a:latin typeface="Calibri Light" panose="020F0302020204030204"/>
          </a:endParaRPr>
        </a:p>
      </dgm:t>
    </dgm:pt>
    <dgm:pt modelId="{3AAF4AE6-0EF1-4A09-8227-7C7702D9EF7C}" type="parTrans" cxnId="{AD967A25-69DF-487F-B774-8A887192431D}">
      <dgm:prSet/>
      <dgm:spPr/>
    </dgm:pt>
    <dgm:pt modelId="{63DC88E6-EF1D-4FE1-B7DC-AB80D0FCE231}" type="sibTrans" cxnId="{AD967A25-69DF-487F-B774-8A887192431D}">
      <dgm:prSet/>
      <dgm:spPr/>
      <dgm:t>
        <a:bodyPr/>
        <a:lstStyle/>
        <a:p>
          <a:pPr>
            <a:lnSpc>
              <a:spcPct val="100000"/>
            </a:lnSpc>
          </a:pPr>
          <a:endParaRPr lang="es-ES"/>
        </a:p>
      </dgm:t>
    </dgm:pt>
    <dgm:pt modelId="{B50BB395-F787-4859-A463-5D1744FA144B}">
      <dgm:prSet phldr="0"/>
      <dgm:spPr/>
      <dgm:t>
        <a:bodyPr/>
        <a:lstStyle/>
        <a:p>
          <a:pPr>
            <a:lnSpc>
              <a:spcPct val="100000"/>
            </a:lnSpc>
          </a:pPr>
          <a:r>
            <a:rPr lang="es-ES" dirty="0"/>
            <a:t>Líneas y señales de interrupción que implementa.</a:t>
          </a:r>
        </a:p>
      </dgm:t>
    </dgm:pt>
    <dgm:pt modelId="{D292E070-B3FD-4E6B-9EAF-0CD8D75F7244}" type="parTrans" cxnId="{BCE08185-0C80-42B8-AD03-C321E6259409}">
      <dgm:prSet/>
      <dgm:spPr/>
    </dgm:pt>
    <dgm:pt modelId="{211B264D-3FF7-4EF2-AF89-980647B23B74}" type="sibTrans" cxnId="{BCE08185-0C80-42B8-AD03-C321E6259409}">
      <dgm:prSet/>
      <dgm:spPr/>
    </dgm:pt>
    <dgm:pt modelId="{B388D382-5D9B-41C8-807F-746E4A08512E}" type="pres">
      <dgm:prSet presAssocID="{3DEAD8FC-7731-485E-96FC-D6B1ED521165}" presName="root" presStyleCnt="0">
        <dgm:presLayoutVars>
          <dgm:dir/>
          <dgm:resizeHandles val="exact"/>
        </dgm:presLayoutVars>
      </dgm:prSet>
      <dgm:spPr/>
    </dgm:pt>
    <dgm:pt modelId="{71B70C5D-363E-40D1-B196-51C1984DA193}" type="pres">
      <dgm:prSet presAssocID="{3DEAD8FC-7731-485E-96FC-D6B1ED521165}" presName="container" presStyleCnt="0">
        <dgm:presLayoutVars>
          <dgm:dir/>
          <dgm:resizeHandles val="exact"/>
        </dgm:presLayoutVars>
      </dgm:prSet>
      <dgm:spPr/>
    </dgm:pt>
    <dgm:pt modelId="{690569C6-6EAC-4BC2-8DE7-36A3900030EE}" type="pres">
      <dgm:prSet presAssocID="{2EC8E1FC-29DD-42FA-91B1-26F309F75626}" presName="compNode" presStyleCnt="0"/>
      <dgm:spPr/>
    </dgm:pt>
    <dgm:pt modelId="{E7F0C87C-174B-4B3D-8313-D61AAA48136C}" type="pres">
      <dgm:prSet presAssocID="{2EC8E1FC-29DD-42FA-91B1-26F309F75626}" presName="iconBgRect" presStyleLbl="bgShp" presStyleIdx="0" presStyleCnt="5"/>
      <dgm:spPr/>
    </dgm:pt>
    <dgm:pt modelId="{55112DCA-DB82-41FD-BD5A-02FD082A476D}" type="pres">
      <dgm:prSet presAssocID="{2EC8E1FC-29DD-42FA-91B1-26F309F7562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se de datos"/>
        </a:ext>
      </dgm:extLst>
    </dgm:pt>
    <dgm:pt modelId="{D930C513-C329-4646-92E8-2139A7DB6640}" type="pres">
      <dgm:prSet presAssocID="{2EC8E1FC-29DD-42FA-91B1-26F309F75626}" presName="spaceRect" presStyleCnt="0"/>
      <dgm:spPr/>
    </dgm:pt>
    <dgm:pt modelId="{B5D9D44C-CF14-4C0C-B07F-E970A2C1B2B9}" type="pres">
      <dgm:prSet presAssocID="{2EC8E1FC-29DD-42FA-91B1-26F309F75626}" presName="textRect" presStyleLbl="revTx" presStyleIdx="0" presStyleCnt="5">
        <dgm:presLayoutVars>
          <dgm:chMax val="1"/>
          <dgm:chPref val="1"/>
        </dgm:presLayoutVars>
      </dgm:prSet>
      <dgm:spPr/>
    </dgm:pt>
    <dgm:pt modelId="{D5579879-A6FF-4AEE-A655-C967DE640949}" type="pres">
      <dgm:prSet presAssocID="{97E3E49B-E9C7-42DC-8DB0-0EAD1F9F69AA}" presName="sibTrans" presStyleLbl="sibTrans2D1" presStyleIdx="0" presStyleCnt="0"/>
      <dgm:spPr/>
    </dgm:pt>
    <dgm:pt modelId="{C74D8AF7-23BB-4104-8DEE-E48917750E35}" type="pres">
      <dgm:prSet presAssocID="{5027B5AE-6CCD-4CFF-974A-B5F0D16E8B70}" presName="compNode" presStyleCnt="0"/>
      <dgm:spPr/>
    </dgm:pt>
    <dgm:pt modelId="{1A032174-0446-4FEA-82D5-9DAEF1EA7FD6}" type="pres">
      <dgm:prSet presAssocID="{5027B5AE-6CCD-4CFF-974A-B5F0D16E8B70}" presName="iconBgRect" presStyleLbl="bgShp" presStyleIdx="1" presStyleCnt="5"/>
      <dgm:spPr/>
    </dgm:pt>
    <dgm:pt modelId="{34B91373-A386-405A-9C25-BB6C90E6D64D}" type="pres">
      <dgm:prSet presAssocID="{5027B5AE-6CCD-4CFF-974A-B5F0D16E8B70}" presName="iconRect" presStyleLbl="node1" presStyleIdx="1" presStyleCnt="5"/>
      <dgm:spPr/>
    </dgm:pt>
    <dgm:pt modelId="{D4AD37D6-76FB-47E8-B8FD-7F41886CD908}" type="pres">
      <dgm:prSet presAssocID="{5027B5AE-6CCD-4CFF-974A-B5F0D16E8B70}" presName="spaceRect" presStyleCnt="0"/>
      <dgm:spPr/>
    </dgm:pt>
    <dgm:pt modelId="{5F3C4C6C-7B64-4230-9D11-9C495B7E3289}" type="pres">
      <dgm:prSet presAssocID="{5027B5AE-6CCD-4CFF-974A-B5F0D16E8B70}" presName="textRect" presStyleLbl="revTx" presStyleIdx="1" presStyleCnt="5">
        <dgm:presLayoutVars>
          <dgm:chMax val="1"/>
          <dgm:chPref val="1"/>
        </dgm:presLayoutVars>
      </dgm:prSet>
      <dgm:spPr/>
    </dgm:pt>
    <dgm:pt modelId="{CC0ECC44-8B5C-4ABE-B1CA-A1397358B4C2}" type="pres">
      <dgm:prSet presAssocID="{7751BBAD-1464-4718-B84B-31AC27AA8491}" presName="sibTrans" presStyleLbl="sibTrans2D1" presStyleIdx="0" presStyleCnt="0"/>
      <dgm:spPr/>
    </dgm:pt>
    <dgm:pt modelId="{6F56EA5D-FBC5-41A2-BA3A-43C1CA342C5F}" type="pres">
      <dgm:prSet presAssocID="{0ABEEE53-71EC-4702-A537-C53D8DF17BEE}" presName="compNode" presStyleCnt="0"/>
      <dgm:spPr/>
    </dgm:pt>
    <dgm:pt modelId="{B8C5F7AC-59B7-4F69-A601-5D3DBCD88FDB}" type="pres">
      <dgm:prSet presAssocID="{0ABEEE53-71EC-4702-A537-C53D8DF17BEE}" presName="iconBgRect" presStyleLbl="bgShp" presStyleIdx="2" presStyleCnt="5"/>
      <dgm:spPr/>
    </dgm:pt>
    <dgm:pt modelId="{CFF6F47B-9131-4827-AF4A-F7ABD07ECA34}" type="pres">
      <dgm:prSet presAssocID="{0ABEEE53-71EC-4702-A537-C53D8DF17BEE}" presName="iconRect" presStyleLbl="node1" presStyleIdx="2" presStyleCnt="5"/>
      <dgm:spPr/>
    </dgm:pt>
    <dgm:pt modelId="{C7DF374B-8F39-40E1-AACB-C94F7B0D8E03}" type="pres">
      <dgm:prSet presAssocID="{0ABEEE53-71EC-4702-A537-C53D8DF17BEE}" presName="spaceRect" presStyleCnt="0"/>
      <dgm:spPr/>
    </dgm:pt>
    <dgm:pt modelId="{8055A1F7-3B79-4A62-AC82-EB571ACDBF6C}" type="pres">
      <dgm:prSet presAssocID="{0ABEEE53-71EC-4702-A537-C53D8DF17BEE}" presName="textRect" presStyleLbl="revTx" presStyleIdx="2" presStyleCnt="5">
        <dgm:presLayoutVars>
          <dgm:chMax val="1"/>
          <dgm:chPref val="1"/>
        </dgm:presLayoutVars>
      </dgm:prSet>
      <dgm:spPr/>
    </dgm:pt>
    <dgm:pt modelId="{C48C5E9A-2A46-43D0-8697-608963F11AD6}" type="pres">
      <dgm:prSet presAssocID="{1F783DD9-E05E-41BB-8D4A-B2F9E31D35AB}" presName="sibTrans" presStyleLbl="sibTrans2D1" presStyleIdx="0" presStyleCnt="0"/>
      <dgm:spPr/>
    </dgm:pt>
    <dgm:pt modelId="{2949862C-585A-486D-BACE-F4480698FFA7}" type="pres">
      <dgm:prSet presAssocID="{FF639004-8EBC-4E2B-B8C6-5AC76C942853}" presName="compNode" presStyleCnt="0"/>
      <dgm:spPr/>
    </dgm:pt>
    <dgm:pt modelId="{F6D0D3E7-97CF-4B27-AD99-B67F46148036}" type="pres">
      <dgm:prSet presAssocID="{FF639004-8EBC-4E2B-B8C6-5AC76C942853}" presName="iconBgRect" presStyleLbl="bgShp" presStyleIdx="3" presStyleCnt="5"/>
      <dgm:spPr/>
    </dgm:pt>
    <dgm:pt modelId="{5E6447C8-1395-4DC4-842D-A2EBE2147D99}" type="pres">
      <dgm:prSet presAssocID="{FF639004-8EBC-4E2B-B8C6-5AC76C942853}" presName="iconRect" presStyleLbl="node1" presStyleIdx="3" presStyleCnt="5"/>
      <dgm:spPr/>
    </dgm:pt>
    <dgm:pt modelId="{A54298F7-1816-4CA6-AE6C-6A18A5FA19BC}" type="pres">
      <dgm:prSet presAssocID="{FF639004-8EBC-4E2B-B8C6-5AC76C942853}" presName="spaceRect" presStyleCnt="0"/>
      <dgm:spPr/>
    </dgm:pt>
    <dgm:pt modelId="{F4D313B1-9167-4BF0-B22F-3688ED274230}" type="pres">
      <dgm:prSet presAssocID="{FF639004-8EBC-4E2B-B8C6-5AC76C942853}" presName="textRect" presStyleLbl="revTx" presStyleIdx="3" presStyleCnt="5">
        <dgm:presLayoutVars>
          <dgm:chMax val="1"/>
          <dgm:chPref val="1"/>
        </dgm:presLayoutVars>
      </dgm:prSet>
      <dgm:spPr/>
    </dgm:pt>
    <dgm:pt modelId="{F8A59B95-57B8-46D7-990E-72DA20834C4C}" type="pres">
      <dgm:prSet presAssocID="{63DC88E6-EF1D-4FE1-B7DC-AB80D0FCE231}" presName="sibTrans" presStyleLbl="sibTrans2D1" presStyleIdx="0" presStyleCnt="0"/>
      <dgm:spPr/>
    </dgm:pt>
    <dgm:pt modelId="{C44E5811-4B2D-4009-99D0-B824184F4A35}" type="pres">
      <dgm:prSet presAssocID="{B50BB395-F787-4859-A463-5D1744FA144B}" presName="compNode" presStyleCnt="0"/>
      <dgm:spPr/>
    </dgm:pt>
    <dgm:pt modelId="{B5EEE523-AF46-4246-AE8D-2DE058C00006}" type="pres">
      <dgm:prSet presAssocID="{B50BB395-F787-4859-A463-5D1744FA144B}" presName="iconBgRect" presStyleLbl="bgShp" presStyleIdx="4" presStyleCnt="5"/>
      <dgm:spPr/>
    </dgm:pt>
    <dgm:pt modelId="{BBCBCD00-BFFD-4661-94F2-E2CCC357518B}" type="pres">
      <dgm:prSet presAssocID="{B50BB395-F787-4859-A463-5D1744FA144B}" presName="iconRect" presStyleLbl="node1" presStyleIdx="4" presStyleCnt="5"/>
      <dgm:spPr/>
    </dgm:pt>
    <dgm:pt modelId="{CBB8FB3C-6D5F-4E2D-9C0F-63252BA5606F}" type="pres">
      <dgm:prSet presAssocID="{B50BB395-F787-4859-A463-5D1744FA144B}" presName="spaceRect" presStyleCnt="0"/>
      <dgm:spPr/>
    </dgm:pt>
    <dgm:pt modelId="{1226D216-97D0-4692-9F41-56A7B71A70D7}" type="pres">
      <dgm:prSet presAssocID="{B50BB395-F787-4859-A463-5D1744FA144B}" presName="textRect" presStyleLbl="revTx" presStyleIdx="4" presStyleCnt="5">
        <dgm:presLayoutVars>
          <dgm:chMax val="1"/>
          <dgm:chPref val="1"/>
        </dgm:presLayoutVars>
      </dgm:prSet>
      <dgm:spPr/>
    </dgm:pt>
  </dgm:ptLst>
  <dgm:cxnLst>
    <dgm:cxn modelId="{D3067003-403F-46BA-9778-E9E0B8BF342F}" type="presOf" srcId="{97E3E49B-E9C7-42DC-8DB0-0EAD1F9F69AA}" destId="{D5579879-A6FF-4AEE-A655-C967DE640949}" srcOrd="0" destOrd="0" presId="urn:microsoft.com/office/officeart/2018/2/layout/IconCircleList"/>
    <dgm:cxn modelId="{CB4EF308-E960-4749-95E0-5BAFD8410972}" srcId="{3DEAD8FC-7731-485E-96FC-D6B1ED521165}" destId="{5027B5AE-6CCD-4CFF-974A-B5F0D16E8B70}" srcOrd="1" destOrd="0" parTransId="{DC8AF989-423B-443D-9371-42AFDAC9AF03}" sibTransId="{7751BBAD-1464-4718-B84B-31AC27AA8491}"/>
    <dgm:cxn modelId="{AD967A25-69DF-487F-B774-8A887192431D}" srcId="{3DEAD8FC-7731-485E-96FC-D6B1ED521165}" destId="{FF639004-8EBC-4E2B-B8C6-5AC76C942853}" srcOrd="3" destOrd="0" parTransId="{3AAF4AE6-0EF1-4A09-8227-7C7702D9EF7C}" sibTransId="{63DC88E6-EF1D-4FE1-B7DC-AB80D0FCE231}"/>
    <dgm:cxn modelId="{8E915127-F84C-4C42-9AC6-BA133C21BF28}" type="presOf" srcId="{7751BBAD-1464-4718-B84B-31AC27AA8491}" destId="{CC0ECC44-8B5C-4ABE-B1CA-A1397358B4C2}" srcOrd="0" destOrd="0" presId="urn:microsoft.com/office/officeart/2018/2/layout/IconCircleList"/>
    <dgm:cxn modelId="{1499735B-3EF1-46AA-9D3F-C0D2FAF86D48}" type="presOf" srcId="{1F783DD9-E05E-41BB-8D4A-B2F9E31D35AB}" destId="{C48C5E9A-2A46-43D0-8697-608963F11AD6}" srcOrd="0" destOrd="0" presId="urn:microsoft.com/office/officeart/2018/2/layout/IconCircleList"/>
    <dgm:cxn modelId="{5E376E54-DC91-4D43-9524-3EB7D0057B6F}" srcId="{3DEAD8FC-7731-485E-96FC-D6B1ED521165}" destId="{2EC8E1FC-29DD-42FA-91B1-26F309F75626}" srcOrd="0" destOrd="0" parTransId="{CAFD2079-F7F3-4A9A-BE2D-B8C0357C0FCD}" sibTransId="{97E3E49B-E9C7-42DC-8DB0-0EAD1F9F69AA}"/>
    <dgm:cxn modelId="{41E2D775-C34D-44C1-BA5A-2C464B77C25B}" type="presOf" srcId="{B50BB395-F787-4859-A463-5D1744FA144B}" destId="{1226D216-97D0-4692-9F41-56A7B71A70D7}" srcOrd="0" destOrd="0" presId="urn:microsoft.com/office/officeart/2018/2/layout/IconCircleList"/>
    <dgm:cxn modelId="{D690C359-EE55-450A-B258-E4678E6E92B2}" type="presOf" srcId="{FF639004-8EBC-4E2B-B8C6-5AC76C942853}" destId="{F4D313B1-9167-4BF0-B22F-3688ED274230}" srcOrd="0" destOrd="0" presId="urn:microsoft.com/office/officeart/2018/2/layout/IconCircleList"/>
    <dgm:cxn modelId="{BCE08185-0C80-42B8-AD03-C321E6259409}" srcId="{3DEAD8FC-7731-485E-96FC-D6B1ED521165}" destId="{B50BB395-F787-4859-A463-5D1744FA144B}" srcOrd="4" destOrd="0" parTransId="{D292E070-B3FD-4E6B-9EAF-0CD8D75F7244}" sibTransId="{211B264D-3FF7-4EF2-AF89-980647B23B74}"/>
    <dgm:cxn modelId="{766B5E8E-BC89-4BD1-85EC-0D7627FC2D14}" type="presOf" srcId="{2EC8E1FC-29DD-42FA-91B1-26F309F75626}" destId="{B5D9D44C-CF14-4C0C-B07F-E970A2C1B2B9}" srcOrd="0" destOrd="0" presId="urn:microsoft.com/office/officeart/2018/2/layout/IconCircleList"/>
    <dgm:cxn modelId="{19C56F91-3676-4FE3-A4B3-4B873B93DD8D}" type="presOf" srcId="{3DEAD8FC-7731-485E-96FC-D6B1ED521165}" destId="{B388D382-5D9B-41C8-807F-746E4A08512E}" srcOrd="0" destOrd="0" presId="urn:microsoft.com/office/officeart/2018/2/layout/IconCircleList"/>
    <dgm:cxn modelId="{CAEE96D7-9EF4-4343-8B51-13505BAD83F6}" srcId="{3DEAD8FC-7731-485E-96FC-D6B1ED521165}" destId="{0ABEEE53-71EC-4702-A537-C53D8DF17BEE}" srcOrd="2" destOrd="0" parTransId="{2F6364DE-AB06-41F1-A170-50DBE8872096}" sibTransId="{1F783DD9-E05E-41BB-8D4A-B2F9E31D35AB}"/>
    <dgm:cxn modelId="{E00637F3-E06C-4BF1-AF0F-E4DE01CC866D}" type="presOf" srcId="{5027B5AE-6CCD-4CFF-974A-B5F0D16E8B70}" destId="{5F3C4C6C-7B64-4230-9D11-9C495B7E3289}" srcOrd="0" destOrd="0" presId="urn:microsoft.com/office/officeart/2018/2/layout/IconCircleList"/>
    <dgm:cxn modelId="{72A82CF5-A999-4CC6-9727-937EC9AAC017}" type="presOf" srcId="{63DC88E6-EF1D-4FE1-B7DC-AB80D0FCE231}" destId="{F8A59B95-57B8-46D7-990E-72DA20834C4C}" srcOrd="0" destOrd="0" presId="urn:microsoft.com/office/officeart/2018/2/layout/IconCircleList"/>
    <dgm:cxn modelId="{008676FE-BE6A-461F-A365-025195BCF2C5}" type="presOf" srcId="{0ABEEE53-71EC-4702-A537-C53D8DF17BEE}" destId="{8055A1F7-3B79-4A62-AC82-EB571ACDBF6C}" srcOrd="0" destOrd="0" presId="urn:microsoft.com/office/officeart/2018/2/layout/IconCircleList"/>
    <dgm:cxn modelId="{4F3373CA-5EA6-49F6-B443-B2AD6EACD42A}" type="presParOf" srcId="{B388D382-5D9B-41C8-807F-746E4A08512E}" destId="{71B70C5D-363E-40D1-B196-51C1984DA193}" srcOrd="0" destOrd="0" presId="urn:microsoft.com/office/officeart/2018/2/layout/IconCircleList"/>
    <dgm:cxn modelId="{656F6245-F6A7-401C-8EA3-DA864A73CD63}" type="presParOf" srcId="{71B70C5D-363E-40D1-B196-51C1984DA193}" destId="{690569C6-6EAC-4BC2-8DE7-36A3900030EE}" srcOrd="0" destOrd="0" presId="urn:microsoft.com/office/officeart/2018/2/layout/IconCircleList"/>
    <dgm:cxn modelId="{6EC03DE9-9041-4087-A228-1C0A09F2A54D}" type="presParOf" srcId="{690569C6-6EAC-4BC2-8DE7-36A3900030EE}" destId="{E7F0C87C-174B-4B3D-8313-D61AAA48136C}" srcOrd="0" destOrd="0" presId="urn:microsoft.com/office/officeart/2018/2/layout/IconCircleList"/>
    <dgm:cxn modelId="{23D08A0C-9052-4F7D-96A5-294A56DC0DA0}" type="presParOf" srcId="{690569C6-6EAC-4BC2-8DE7-36A3900030EE}" destId="{55112DCA-DB82-41FD-BD5A-02FD082A476D}" srcOrd="1" destOrd="0" presId="urn:microsoft.com/office/officeart/2018/2/layout/IconCircleList"/>
    <dgm:cxn modelId="{7DC7DF26-8D6A-42DC-AA2B-C46A9AD14226}" type="presParOf" srcId="{690569C6-6EAC-4BC2-8DE7-36A3900030EE}" destId="{D930C513-C329-4646-92E8-2139A7DB6640}" srcOrd="2" destOrd="0" presId="urn:microsoft.com/office/officeart/2018/2/layout/IconCircleList"/>
    <dgm:cxn modelId="{70FBDE31-E08E-4AEF-BDA3-ECFAD5912D99}" type="presParOf" srcId="{690569C6-6EAC-4BC2-8DE7-36A3900030EE}" destId="{B5D9D44C-CF14-4C0C-B07F-E970A2C1B2B9}" srcOrd="3" destOrd="0" presId="urn:microsoft.com/office/officeart/2018/2/layout/IconCircleList"/>
    <dgm:cxn modelId="{4F04074A-81D1-4E3D-BF0E-AE0E969B152E}" type="presParOf" srcId="{71B70C5D-363E-40D1-B196-51C1984DA193}" destId="{D5579879-A6FF-4AEE-A655-C967DE640949}" srcOrd="1" destOrd="0" presId="urn:microsoft.com/office/officeart/2018/2/layout/IconCircleList"/>
    <dgm:cxn modelId="{F9475CFA-3D8D-4497-B795-EEE3CB975D24}" type="presParOf" srcId="{71B70C5D-363E-40D1-B196-51C1984DA193}" destId="{C74D8AF7-23BB-4104-8DEE-E48917750E35}" srcOrd="2" destOrd="0" presId="urn:microsoft.com/office/officeart/2018/2/layout/IconCircleList"/>
    <dgm:cxn modelId="{885A5662-B46B-493A-B1FE-9FFC063E6150}" type="presParOf" srcId="{C74D8AF7-23BB-4104-8DEE-E48917750E35}" destId="{1A032174-0446-4FEA-82D5-9DAEF1EA7FD6}" srcOrd="0" destOrd="0" presId="urn:microsoft.com/office/officeart/2018/2/layout/IconCircleList"/>
    <dgm:cxn modelId="{AFB26F5A-1F5D-42DE-8099-F1AB0739F1CB}" type="presParOf" srcId="{C74D8AF7-23BB-4104-8DEE-E48917750E35}" destId="{34B91373-A386-405A-9C25-BB6C90E6D64D}" srcOrd="1" destOrd="0" presId="urn:microsoft.com/office/officeart/2018/2/layout/IconCircleList"/>
    <dgm:cxn modelId="{45AC59B5-3A98-4535-B5C4-1AFE050DEAEE}" type="presParOf" srcId="{C74D8AF7-23BB-4104-8DEE-E48917750E35}" destId="{D4AD37D6-76FB-47E8-B8FD-7F41886CD908}" srcOrd="2" destOrd="0" presId="urn:microsoft.com/office/officeart/2018/2/layout/IconCircleList"/>
    <dgm:cxn modelId="{A0DBFAF6-2E2D-4FCB-8DA1-6CCA7AFB7586}" type="presParOf" srcId="{C74D8AF7-23BB-4104-8DEE-E48917750E35}" destId="{5F3C4C6C-7B64-4230-9D11-9C495B7E3289}" srcOrd="3" destOrd="0" presId="urn:microsoft.com/office/officeart/2018/2/layout/IconCircleList"/>
    <dgm:cxn modelId="{1A49C86A-9B78-4127-80CC-9B50211A39D2}" type="presParOf" srcId="{71B70C5D-363E-40D1-B196-51C1984DA193}" destId="{CC0ECC44-8B5C-4ABE-B1CA-A1397358B4C2}" srcOrd="3" destOrd="0" presId="urn:microsoft.com/office/officeart/2018/2/layout/IconCircleList"/>
    <dgm:cxn modelId="{498DB002-391B-4C33-95C4-ABFC2F2D5F5D}" type="presParOf" srcId="{71B70C5D-363E-40D1-B196-51C1984DA193}" destId="{6F56EA5D-FBC5-41A2-BA3A-43C1CA342C5F}" srcOrd="4" destOrd="0" presId="urn:microsoft.com/office/officeart/2018/2/layout/IconCircleList"/>
    <dgm:cxn modelId="{C8B57162-4C31-4A3E-80EC-462231B0DA10}" type="presParOf" srcId="{6F56EA5D-FBC5-41A2-BA3A-43C1CA342C5F}" destId="{B8C5F7AC-59B7-4F69-A601-5D3DBCD88FDB}" srcOrd="0" destOrd="0" presId="urn:microsoft.com/office/officeart/2018/2/layout/IconCircleList"/>
    <dgm:cxn modelId="{DA8872E5-244E-4D26-ACBA-3654459EDF81}" type="presParOf" srcId="{6F56EA5D-FBC5-41A2-BA3A-43C1CA342C5F}" destId="{CFF6F47B-9131-4827-AF4A-F7ABD07ECA34}" srcOrd="1" destOrd="0" presId="urn:microsoft.com/office/officeart/2018/2/layout/IconCircleList"/>
    <dgm:cxn modelId="{6EC8B1E4-7FFD-4A1D-9759-2E109743DE9A}" type="presParOf" srcId="{6F56EA5D-FBC5-41A2-BA3A-43C1CA342C5F}" destId="{C7DF374B-8F39-40E1-AACB-C94F7B0D8E03}" srcOrd="2" destOrd="0" presId="urn:microsoft.com/office/officeart/2018/2/layout/IconCircleList"/>
    <dgm:cxn modelId="{B2162C29-F170-4F4D-97E2-C58C8564612C}" type="presParOf" srcId="{6F56EA5D-FBC5-41A2-BA3A-43C1CA342C5F}" destId="{8055A1F7-3B79-4A62-AC82-EB571ACDBF6C}" srcOrd="3" destOrd="0" presId="urn:microsoft.com/office/officeart/2018/2/layout/IconCircleList"/>
    <dgm:cxn modelId="{8BBA9374-2AED-4BAD-B24C-9CDD611D6DE3}" type="presParOf" srcId="{71B70C5D-363E-40D1-B196-51C1984DA193}" destId="{C48C5E9A-2A46-43D0-8697-608963F11AD6}" srcOrd="5" destOrd="0" presId="urn:microsoft.com/office/officeart/2018/2/layout/IconCircleList"/>
    <dgm:cxn modelId="{DC9B9005-69E4-4960-88FF-1DE577BB5150}" type="presParOf" srcId="{71B70C5D-363E-40D1-B196-51C1984DA193}" destId="{2949862C-585A-486D-BACE-F4480698FFA7}" srcOrd="6" destOrd="0" presId="urn:microsoft.com/office/officeart/2018/2/layout/IconCircleList"/>
    <dgm:cxn modelId="{1A3C474A-0449-4B8D-B212-AD4B3848FD27}" type="presParOf" srcId="{2949862C-585A-486D-BACE-F4480698FFA7}" destId="{F6D0D3E7-97CF-4B27-AD99-B67F46148036}" srcOrd="0" destOrd="0" presId="urn:microsoft.com/office/officeart/2018/2/layout/IconCircleList"/>
    <dgm:cxn modelId="{D7F73F5C-D05E-4A23-AF25-18A250333CB9}" type="presParOf" srcId="{2949862C-585A-486D-BACE-F4480698FFA7}" destId="{5E6447C8-1395-4DC4-842D-A2EBE2147D99}" srcOrd="1" destOrd="0" presId="urn:microsoft.com/office/officeart/2018/2/layout/IconCircleList"/>
    <dgm:cxn modelId="{091964D7-41AF-460F-9D25-397D4903A9C2}" type="presParOf" srcId="{2949862C-585A-486D-BACE-F4480698FFA7}" destId="{A54298F7-1816-4CA6-AE6C-6A18A5FA19BC}" srcOrd="2" destOrd="0" presId="urn:microsoft.com/office/officeart/2018/2/layout/IconCircleList"/>
    <dgm:cxn modelId="{9C53FEC1-D19B-471A-832E-0A0F926B88FB}" type="presParOf" srcId="{2949862C-585A-486D-BACE-F4480698FFA7}" destId="{F4D313B1-9167-4BF0-B22F-3688ED274230}" srcOrd="3" destOrd="0" presId="urn:microsoft.com/office/officeart/2018/2/layout/IconCircleList"/>
    <dgm:cxn modelId="{BE304F5C-BC01-446B-945A-8DE396426CE6}" type="presParOf" srcId="{71B70C5D-363E-40D1-B196-51C1984DA193}" destId="{F8A59B95-57B8-46D7-990E-72DA20834C4C}" srcOrd="7" destOrd="0" presId="urn:microsoft.com/office/officeart/2018/2/layout/IconCircleList"/>
    <dgm:cxn modelId="{93B37E58-356B-4B72-B8EB-F9BD88511B1B}" type="presParOf" srcId="{71B70C5D-363E-40D1-B196-51C1984DA193}" destId="{C44E5811-4B2D-4009-99D0-B824184F4A35}" srcOrd="8" destOrd="0" presId="urn:microsoft.com/office/officeart/2018/2/layout/IconCircleList"/>
    <dgm:cxn modelId="{04C530FC-0B39-4442-8C03-FB2DDC820B03}" type="presParOf" srcId="{C44E5811-4B2D-4009-99D0-B824184F4A35}" destId="{B5EEE523-AF46-4246-AE8D-2DE058C00006}" srcOrd="0" destOrd="0" presId="urn:microsoft.com/office/officeart/2018/2/layout/IconCircleList"/>
    <dgm:cxn modelId="{D9CC7794-FE52-440E-AD61-986B21EBF23E}" type="presParOf" srcId="{C44E5811-4B2D-4009-99D0-B824184F4A35}" destId="{BBCBCD00-BFFD-4661-94F2-E2CCC357518B}" srcOrd="1" destOrd="0" presId="urn:microsoft.com/office/officeart/2018/2/layout/IconCircleList"/>
    <dgm:cxn modelId="{51FA4ACD-BA61-40DE-882A-D9F27570FAF9}" type="presParOf" srcId="{C44E5811-4B2D-4009-99D0-B824184F4A35}" destId="{CBB8FB3C-6D5F-4E2D-9C0F-63252BA5606F}" srcOrd="2" destOrd="0" presId="urn:microsoft.com/office/officeart/2018/2/layout/IconCircleList"/>
    <dgm:cxn modelId="{A6DEE2C9-98C5-48A6-B83C-6C2E5310AEB7}" type="presParOf" srcId="{C44E5811-4B2D-4009-99D0-B824184F4A35}" destId="{1226D216-97D0-4692-9F41-56A7B71A70D7}"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963E93D-F844-494B-8659-D88A045130E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5A6085B-232C-416B-A61C-DDF0CD1F181B}">
      <dgm:prSet/>
      <dgm:spPr/>
      <dgm:t>
        <a:bodyPr/>
        <a:lstStyle/>
        <a:p>
          <a:r>
            <a:rPr lang="es-ES"/>
            <a:t>Memorias </a:t>
          </a:r>
          <a:r>
            <a:rPr lang="es-ES" b="1"/>
            <a:t>de sólo lectura o programables</a:t>
          </a:r>
          <a:r>
            <a:rPr lang="es-ES"/>
            <a:t>. No volátiles, no pierden la información en ausencia de alimentación. Son memorias de este tipo: ROM, PROM, EPROM, EEPROM. </a:t>
          </a:r>
          <a:endParaRPr lang="en-US"/>
        </a:p>
      </dgm:t>
    </dgm:pt>
    <dgm:pt modelId="{BF4FAD52-381C-45D9-B2B9-6F9896501CD3}" type="parTrans" cxnId="{F46CBC4D-0A55-4A0A-B7C6-447B403CE296}">
      <dgm:prSet/>
      <dgm:spPr/>
      <dgm:t>
        <a:bodyPr/>
        <a:lstStyle/>
        <a:p>
          <a:endParaRPr lang="en-US"/>
        </a:p>
      </dgm:t>
    </dgm:pt>
    <dgm:pt modelId="{575F1739-E9A2-4731-9375-6955A4FC3425}" type="sibTrans" cxnId="{F46CBC4D-0A55-4A0A-B7C6-447B403CE296}">
      <dgm:prSet/>
      <dgm:spPr/>
      <dgm:t>
        <a:bodyPr/>
        <a:lstStyle/>
        <a:p>
          <a:endParaRPr lang="en-US"/>
        </a:p>
      </dgm:t>
    </dgm:pt>
    <dgm:pt modelId="{B8FD5508-A713-4815-A288-7758196CA42C}">
      <dgm:prSet/>
      <dgm:spPr/>
      <dgm:t>
        <a:bodyPr/>
        <a:lstStyle/>
        <a:p>
          <a:r>
            <a:rPr lang="es-ES"/>
            <a:t>Memorias </a:t>
          </a:r>
          <a:r>
            <a:rPr lang="es-ES" b="1"/>
            <a:t>de lectura y escritura</a:t>
          </a:r>
          <a:r>
            <a:rPr lang="es-ES"/>
            <a:t>. La llamada memoria RAM, son memorias volátiles, que pierden la información en ausencia de alimentación. Son memorias de este tipo: SRAM, DRAM.</a:t>
          </a:r>
          <a:endParaRPr lang="en-US"/>
        </a:p>
      </dgm:t>
    </dgm:pt>
    <dgm:pt modelId="{04D3B71F-5E4F-4C5A-8431-DB34CE7463AE}" type="parTrans" cxnId="{C55A2F4F-E89C-48B5-9D2A-F77C8048F647}">
      <dgm:prSet/>
      <dgm:spPr/>
      <dgm:t>
        <a:bodyPr/>
        <a:lstStyle/>
        <a:p>
          <a:endParaRPr lang="en-US"/>
        </a:p>
      </dgm:t>
    </dgm:pt>
    <dgm:pt modelId="{45F4DBA8-CB7B-4F5F-A87D-EBCB32655F9A}" type="sibTrans" cxnId="{C55A2F4F-E89C-48B5-9D2A-F77C8048F647}">
      <dgm:prSet/>
      <dgm:spPr/>
      <dgm:t>
        <a:bodyPr/>
        <a:lstStyle/>
        <a:p>
          <a:endParaRPr lang="en-US"/>
        </a:p>
      </dgm:t>
    </dgm:pt>
    <dgm:pt modelId="{6A360DA8-8F79-4D2D-8824-72D3DF1C85D4}" type="pres">
      <dgm:prSet presAssocID="{F963E93D-F844-494B-8659-D88A045130EB}" presName="root" presStyleCnt="0">
        <dgm:presLayoutVars>
          <dgm:dir/>
          <dgm:resizeHandles val="exact"/>
        </dgm:presLayoutVars>
      </dgm:prSet>
      <dgm:spPr/>
    </dgm:pt>
    <dgm:pt modelId="{600ACB59-7CAA-4557-B5D3-44EFB4B721F2}" type="pres">
      <dgm:prSet presAssocID="{25A6085B-232C-416B-A61C-DDF0CD1F181B}" presName="compNode" presStyleCnt="0"/>
      <dgm:spPr/>
    </dgm:pt>
    <dgm:pt modelId="{608CFE73-8D6A-4D07-91E1-838AB958B1DC}" type="pres">
      <dgm:prSet presAssocID="{25A6085B-232C-416B-A61C-DDF0CD1F181B}" presName="bgRect" presStyleLbl="bgShp" presStyleIdx="0" presStyleCnt="2"/>
      <dgm:spPr/>
    </dgm:pt>
    <dgm:pt modelId="{77211A67-79CC-458B-8702-4D9C108300DE}" type="pres">
      <dgm:prSet presAssocID="{25A6085B-232C-416B-A61C-DDF0CD1F181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rying Face with No Fill"/>
        </a:ext>
      </dgm:extLst>
    </dgm:pt>
    <dgm:pt modelId="{C163DB58-5EA5-4CB6-BECC-B4E7791E3A16}" type="pres">
      <dgm:prSet presAssocID="{25A6085B-232C-416B-A61C-DDF0CD1F181B}" presName="spaceRect" presStyleCnt="0"/>
      <dgm:spPr/>
    </dgm:pt>
    <dgm:pt modelId="{01D8827B-F91C-4A65-8EB6-FFAAB118CF63}" type="pres">
      <dgm:prSet presAssocID="{25A6085B-232C-416B-A61C-DDF0CD1F181B}" presName="parTx" presStyleLbl="revTx" presStyleIdx="0" presStyleCnt="2">
        <dgm:presLayoutVars>
          <dgm:chMax val="0"/>
          <dgm:chPref val="0"/>
        </dgm:presLayoutVars>
      </dgm:prSet>
      <dgm:spPr/>
    </dgm:pt>
    <dgm:pt modelId="{BE25285D-E313-45DE-A8BD-2B038C7C54A3}" type="pres">
      <dgm:prSet presAssocID="{575F1739-E9A2-4731-9375-6955A4FC3425}" presName="sibTrans" presStyleCnt="0"/>
      <dgm:spPr/>
    </dgm:pt>
    <dgm:pt modelId="{B6D58AC6-46F0-4AE9-9BAF-E6B611DA8181}" type="pres">
      <dgm:prSet presAssocID="{B8FD5508-A713-4815-A288-7758196CA42C}" presName="compNode" presStyleCnt="0"/>
      <dgm:spPr/>
    </dgm:pt>
    <dgm:pt modelId="{4742C54C-75E8-4682-820B-07E58FBA0A5A}" type="pres">
      <dgm:prSet presAssocID="{B8FD5508-A713-4815-A288-7758196CA42C}" presName="bgRect" presStyleLbl="bgShp" presStyleIdx="1" presStyleCnt="2"/>
      <dgm:spPr/>
    </dgm:pt>
    <dgm:pt modelId="{DC3B1ABD-6B7A-4174-92BA-0833D2938D46}" type="pres">
      <dgm:prSet presAssocID="{B8FD5508-A713-4815-A288-7758196CA42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
        </a:ext>
      </dgm:extLst>
    </dgm:pt>
    <dgm:pt modelId="{D2FA88C6-3370-42B8-963D-0A59D960917D}" type="pres">
      <dgm:prSet presAssocID="{B8FD5508-A713-4815-A288-7758196CA42C}" presName="spaceRect" presStyleCnt="0"/>
      <dgm:spPr/>
    </dgm:pt>
    <dgm:pt modelId="{7A637C4C-B161-4B4B-AD44-0CC21C1F1C21}" type="pres">
      <dgm:prSet presAssocID="{B8FD5508-A713-4815-A288-7758196CA42C}" presName="parTx" presStyleLbl="revTx" presStyleIdx="1" presStyleCnt="2">
        <dgm:presLayoutVars>
          <dgm:chMax val="0"/>
          <dgm:chPref val="0"/>
        </dgm:presLayoutVars>
      </dgm:prSet>
      <dgm:spPr/>
    </dgm:pt>
  </dgm:ptLst>
  <dgm:cxnLst>
    <dgm:cxn modelId="{06A7932D-2F05-435E-922D-5838D66BFE45}" type="presOf" srcId="{B8FD5508-A713-4815-A288-7758196CA42C}" destId="{7A637C4C-B161-4B4B-AD44-0CC21C1F1C21}" srcOrd="0" destOrd="0" presId="urn:microsoft.com/office/officeart/2018/2/layout/IconVerticalSolidList"/>
    <dgm:cxn modelId="{F46CBC4D-0A55-4A0A-B7C6-447B403CE296}" srcId="{F963E93D-F844-494B-8659-D88A045130EB}" destId="{25A6085B-232C-416B-A61C-DDF0CD1F181B}" srcOrd="0" destOrd="0" parTransId="{BF4FAD52-381C-45D9-B2B9-6F9896501CD3}" sibTransId="{575F1739-E9A2-4731-9375-6955A4FC3425}"/>
    <dgm:cxn modelId="{C55A2F4F-E89C-48B5-9D2A-F77C8048F647}" srcId="{F963E93D-F844-494B-8659-D88A045130EB}" destId="{B8FD5508-A713-4815-A288-7758196CA42C}" srcOrd="1" destOrd="0" parTransId="{04D3B71F-5E4F-4C5A-8431-DB34CE7463AE}" sibTransId="{45F4DBA8-CB7B-4F5F-A87D-EBCB32655F9A}"/>
    <dgm:cxn modelId="{B7945797-8912-4715-B96F-A9BCEA49DD1E}" type="presOf" srcId="{25A6085B-232C-416B-A61C-DDF0CD1F181B}" destId="{01D8827B-F91C-4A65-8EB6-FFAAB118CF63}" srcOrd="0" destOrd="0" presId="urn:microsoft.com/office/officeart/2018/2/layout/IconVerticalSolidList"/>
    <dgm:cxn modelId="{EA89D3A2-B6A0-48D8-8E0C-AC7486E52788}" type="presOf" srcId="{F963E93D-F844-494B-8659-D88A045130EB}" destId="{6A360DA8-8F79-4D2D-8824-72D3DF1C85D4}" srcOrd="0" destOrd="0" presId="urn:microsoft.com/office/officeart/2018/2/layout/IconVerticalSolidList"/>
    <dgm:cxn modelId="{14436B7A-3F45-4B9E-BB94-FF5EBA3718E5}" type="presParOf" srcId="{6A360DA8-8F79-4D2D-8824-72D3DF1C85D4}" destId="{600ACB59-7CAA-4557-B5D3-44EFB4B721F2}" srcOrd="0" destOrd="0" presId="urn:microsoft.com/office/officeart/2018/2/layout/IconVerticalSolidList"/>
    <dgm:cxn modelId="{38EEC004-16B2-4755-9E1E-B69BBCEB389A}" type="presParOf" srcId="{600ACB59-7CAA-4557-B5D3-44EFB4B721F2}" destId="{608CFE73-8D6A-4D07-91E1-838AB958B1DC}" srcOrd="0" destOrd="0" presId="urn:microsoft.com/office/officeart/2018/2/layout/IconVerticalSolidList"/>
    <dgm:cxn modelId="{EBCB85BD-A729-4738-88F3-B0005A33592D}" type="presParOf" srcId="{600ACB59-7CAA-4557-B5D3-44EFB4B721F2}" destId="{77211A67-79CC-458B-8702-4D9C108300DE}" srcOrd="1" destOrd="0" presId="urn:microsoft.com/office/officeart/2018/2/layout/IconVerticalSolidList"/>
    <dgm:cxn modelId="{B2ED0F2D-FF65-47F3-9294-E8008CD393EC}" type="presParOf" srcId="{600ACB59-7CAA-4557-B5D3-44EFB4B721F2}" destId="{C163DB58-5EA5-4CB6-BECC-B4E7791E3A16}" srcOrd="2" destOrd="0" presId="urn:microsoft.com/office/officeart/2018/2/layout/IconVerticalSolidList"/>
    <dgm:cxn modelId="{DF47BD9E-DCC1-45B8-BCDF-C2854D90CF63}" type="presParOf" srcId="{600ACB59-7CAA-4557-B5D3-44EFB4B721F2}" destId="{01D8827B-F91C-4A65-8EB6-FFAAB118CF63}" srcOrd="3" destOrd="0" presId="urn:microsoft.com/office/officeart/2018/2/layout/IconVerticalSolidList"/>
    <dgm:cxn modelId="{A630530E-2661-4F55-931C-3570BF3B1C45}" type="presParOf" srcId="{6A360DA8-8F79-4D2D-8824-72D3DF1C85D4}" destId="{BE25285D-E313-45DE-A8BD-2B038C7C54A3}" srcOrd="1" destOrd="0" presId="urn:microsoft.com/office/officeart/2018/2/layout/IconVerticalSolidList"/>
    <dgm:cxn modelId="{0ED4CE79-FFFF-4E9B-888F-82C10C7135AB}" type="presParOf" srcId="{6A360DA8-8F79-4D2D-8824-72D3DF1C85D4}" destId="{B6D58AC6-46F0-4AE9-9BAF-E6B611DA8181}" srcOrd="2" destOrd="0" presId="urn:microsoft.com/office/officeart/2018/2/layout/IconVerticalSolidList"/>
    <dgm:cxn modelId="{D45CFAE0-4245-4215-B96F-4AFE1B69B251}" type="presParOf" srcId="{B6D58AC6-46F0-4AE9-9BAF-E6B611DA8181}" destId="{4742C54C-75E8-4682-820B-07E58FBA0A5A}" srcOrd="0" destOrd="0" presId="urn:microsoft.com/office/officeart/2018/2/layout/IconVerticalSolidList"/>
    <dgm:cxn modelId="{EBB4B656-5239-45F4-BEEF-C36581A031A3}" type="presParOf" srcId="{B6D58AC6-46F0-4AE9-9BAF-E6B611DA8181}" destId="{DC3B1ABD-6B7A-4174-92BA-0833D2938D46}" srcOrd="1" destOrd="0" presId="urn:microsoft.com/office/officeart/2018/2/layout/IconVerticalSolidList"/>
    <dgm:cxn modelId="{40DA3546-0AC8-4BA5-83A3-0C1F3D82C87A}" type="presParOf" srcId="{B6D58AC6-46F0-4AE9-9BAF-E6B611DA8181}" destId="{D2FA88C6-3370-42B8-963D-0A59D960917D}" srcOrd="2" destOrd="0" presId="urn:microsoft.com/office/officeart/2018/2/layout/IconVerticalSolidList"/>
    <dgm:cxn modelId="{E825260C-778B-42AC-B890-56F2DFB5FE3D}" type="presParOf" srcId="{B6D58AC6-46F0-4AE9-9BAF-E6B611DA8181}" destId="{7A637C4C-B161-4B4B-AD44-0CC21C1F1C2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2062F8-EF03-4420-AF3B-8C3FBEA96D5D}">
      <dsp:nvSpPr>
        <dsp:cNvPr id="0" name=""/>
        <dsp:cNvSpPr/>
      </dsp:nvSpPr>
      <dsp:spPr>
        <a:xfrm>
          <a:off x="752566" y="1045320"/>
          <a:ext cx="1066720" cy="10667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8C3918-1AB3-40D1-AA5C-F56026B34C42}">
      <dsp:nvSpPr>
        <dsp:cNvPr id="0" name=""/>
        <dsp:cNvSpPr/>
      </dsp:nvSpPr>
      <dsp:spPr>
        <a:xfrm>
          <a:off x="10068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55750">
            <a:lnSpc>
              <a:spcPct val="100000"/>
            </a:lnSpc>
            <a:spcBef>
              <a:spcPct val="0"/>
            </a:spcBef>
            <a:spcAft>
              <a:spcPct val="35000"/>
            </a:spcAft>
            <a:buNone/>
          </a:pPr>
          <a:r>
            <a:rPr lang="es-ES" sz="3500" kern="1200" dirty="0"/>
            <a:t>Matemáticas</a:t>
          </a:r>
        </a:p>
      </dsp:txBody>
      <dsp:txXfrm>
        <a:off x="100682" y="2427484"/>
        <a:ext cx="2370489" cy="720000"/>
      </dsp:txXfrm>
    </dsp:sp>
    <dsp:sp modelId="{62DAA9CB-BC88-4810-99F1-15261893ADA0}">
      <dsp:nvSpPr>
        <dsp:cNvPr id="0" name=""/>
        <dsp:cNvSpPr/>
      </dsp:nvSpPr>
      <dsp:spPr>
        <a:xfrm>
          <a:off x="3537891" y="1045320"/>
          <a:ext cx="1066720" cy="10667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25ED11-6FE0-4171-ACF5-481F1F4EBC84}">
      <dsp:nvSpPr>
        <dsp:cNvPr id="0" name=""/>
        <dsp:cNvSpPr/>
      </dsp:nvSpPr>
      <dsp:spPr>
        <a:xfrm>
          <a:off x="288600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55750">
            <a:lnSpc>
              <a:spcPct val="100000"/>
            </a:lnSpc>
            <a:spcBef>
              <a:spcPct val="0"/>
            </a:spcBef>
            <a:spcAft>
              <a:spcPct val="35000"/>
            </a:spcAft>
            <a:buNone/>
          </a:pPr>
          <a:r>
            <a:rPr lang="es-ES" sz="3500" kern="1200" dirty="0"/>
            <a:t>Física</a:t>
          </a:r>
        </a:p>
      </dsp:txBody>
      <dsp:txXfrm>
        <a:off x="2886007" y="2427484"/>
        <a:ext cx="2370489" cy="720000"/>
      </dsp:txXfrm>
    </dsp:sp>
    <dsp:sp modelId="{8DF2A4BF-113E-40D9-97BA-2AC2871AC386}">
      <dsp:nvSpPr>
        <dsp:cNvPr id="0" name=""/>
        <dsp:cNvSpPr/>
      </dsp:nvSpPr>
      <dsp:spPr>
        <a:xfrm>
          <a:off x="6323216" y="1045320"/>
          <a:ext cx="1066720" cy="10667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2B87D8-5A8B-42CE-AC50-21F88DDCE0B2}">
      <dsp:nvSpPr>
        <dsp:cNvPr id="0" name=""/>
        <dsp:cNvSpPr/>
      </dsp:nvSpPr>
      <dsp:spPr>
        <a:xfrm>
          <a:off x="567133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55750">
            <a:lnSpc>
              <a:spcPct val="100000"/>
            </a:lnSpc>
            <a:spcBef>
              <a:spcPct val="0"/>
            </a:spcBef>
            <a:spcAft>
              <a:spcPct val="35000"/>
            </a:spcAft>
            <a:buNone/>
          </a:pPr>
          <a:r>
            <a:rPr lang="es-ES" sz="3500" kern="1200" dirty="0"/>
            <a:t>Electricidad</a:t>
          </a:r>
        </a:p>
      </dsp:txBody>
      <dsp:txXfrm>
        <a:off x="5671332" y="2427484"/>
        <a:ext cx="2370489" cy="720000"/>
      </dsp:txXfrm>
    </dsp:sp>
    <dsp:sp modelId="{E6E05509-2A9E-4210-9BB6-522DDB3C7735}">
      <dsp:nvSpPr>
        <dsp:cNvPr id="0" name=""/>
        <dsp:cNvSpPr/>
      </dsp:nvSpPr>
      <dsp:spPr>
        <a:xfrm>
          <a:off x="9108541" y="1045320"/>
          <a:ext cx="1066720" cy="10667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DB2DDE-5746-42E7-88D6-16BC596941F7}">
      <dsp:nvSpPr>
        <dsp:cNvPr id="0" name=""/>
        <dsp:cNvSpPr/>
      </dsp:nvSpPr>
      <dsp:spPr>
        <a:xfrm>
          <a:off x="845665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55750">
            <a:lnSpc>
              <a:spcPct val="100000"/>
            </a:lnSpc>
            <a:spcBef>
              <a:spcPct val="0"/>
            </a:spcBef>
            <a:spcAft>
              <a:spcPct val="35000"/>
            </a:spcAft>
            <a:buNone/>
          </a:pPr>
          <a:r>
            <a:rPr lang="es-ES" sz="3500" kern="1200" dirty="0"/>
            <a:t>Electrónica</a:t>
          </a:r>
        </a:p>
      </dsp:txBody>
      <dsp:txXfrm>
        <a:off x="8456657" y="2427484"/>
        <a:ext cx="2370489"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13350C-4523-4400-9D7E-FE7796A5DE0A}">
      <dsp:nvSpPr>
        <dsp:cNvPr id="0" name=""/>
        <dsp:cNvSpPr/>
      </dsp:nvSpPr>
      <dsp:spPr>
        <a:xfrm>
          <a:off x="282221" y="141040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212A6A-BD42-4920-A05F-92134BCFD327}">
      <dsp:nvSpPr>
        <dsp:cNvPr id="0" name=""/>
        <dsp:cNvSpPr/>
      </dsp:nvSpPr>
      <dsp:spPr>
        <a:xfrm>
          <a:off x="570337" y="1698526"/>
          <a:ext cx="795751" cy="795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C77513-405E-4553-B091-947EBFECB88D}">
      <dsp:nvSpPr>
        <dsp:cNvPr id="0" name=""/>
        <dsp:cNvSpPr/>
      </dsp:nvSpPr>
      <dsp:spPr>
        <a:xfrm>
          <a:off x="1948202" y="141040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s-ES" sz="1200" kern="1200"/>
            <a:t>Un dato es un conjunto de símbolos utilizado para expresar o representar un valor numérico, un hecho, un objeto o una idea; en la forma adecuada para ser objeto de tratamiento.</a:t>
          </a:r>
          <a:endParaRPr lang="en-US" sz="1200" kern="1200"/>
        </a:p>
      </dsp:txBody>
      <dsp:txXfrm>
        <a:off x="1948202" y="1410409"/>
        <a:ext cx="3233964" cy="1371985"/>
      </dsp:txXfrm>
    </dsp:sp>
    <dsp:sp modelId="{C5F5292F-3487-4744-BEFB-3FEEBCD0F95A}">
      <dsp:nvSpPr>
        <dsp:cNvPr id="0" name=""/>
        <dsp:cNvSpPr/>
      </dsp:nvSpPr>
      <dsp:spPr>
        <a:xfrm>
          <a:off x="5745661" y="141040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D05760-370B-4DBB-BAE2-4134F061851E}">
      <dsp:nvSpPr>
        <dsp:cNvPr id="0" name=""/>
        <dsp:cNvSpPr/>
      </dsp:nvSpPr>
      <dsp:spPr>
        <a:xfrm>
          <a:off x="6033778" y="1698526"/>
          <a:ext cx="795751" cy="795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2EC72F7-271F-47BF-A711-2DB85A958956}">
      <dsp:nvSpPr>
        <dsp:cNvPr id="0" name=""/>
        <dsp:cNvSpPr/>
      </dsp:nvSpPr>
      <dsp:spPr>
        <a:xfrm>
          <a:off x="7411643" y="141040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s-ES" sz="1200" kern="1200"/>
            <a:t>Es decir, en informática el concepto de dato es mucho más amplio que el que se suele utilizar en Física o en Matemáticas. No sólo es dato una temperatura (25º C), una altura (38.5 m.), o una medida experimental, sino que también lo es, en informática, una matrícula de coche (7784 BBZ), el nombre de un individuo (Laura Núñez Prieto) o una frase de un libro.</a:t>
          </a:r>
          <a:endParaRPr lang="en-US" sz="1200" kern="1200"/>
        </a:p>
      </dsp:txBody>
      <dsp:txXfrm>
        <a:off x="7411643" y="1410409"/>
        <a:ext cx="3233964" cy="13719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A54376-A22D-47EE-B431-CFE088A8029E}">
      <dsp:nvSpPr>
        <dsp:cNvPr id="0" name=""/>
        <dsp:cNvSpPr/>
      </dsp:nvSpPr>
      <dsp:spPr>
        <a:xfrm>
          <a:off x="0" y="626585"/>
          <a:ext cx="5735640" cy="10584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4E10B0D-2F00-4A06-AC1F-671FDEA54991}">
      <dsp:nvSpPr>
        <dsp:cNvPr id="0" name=""/>
        <dsp:cNvSpPr/>
      </dsp:nvSpPr>
      <dsp:spPr>
        <a:xfrm>
          <a:off x="286782" y="6665"/>
          <a:ext cx="4014948" cy="123984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1756" tIns="0" rIns="151756" bIns="0" numCol="1" spcCol="1270" anchor="ctr" anchorCtr="0">
          <a:noAutofit/>
        </a:bodyPr>
        <a:lstStyle/>
        <a:p>
          <a:pPr marL="0" lvl="0" indent="0" algn="l" defTabSz="1866900">
            <a:lnSpc>
              <a:spcPct val="90000"/>
            </a:lnSpc>
            <a:spcBef>
              <a:spcPct val="0"/>
            </a:spcBef>
            <a:spcAft>
              <a:spcPct val="35000"/>
            </a:spcAft>
            <a:buNone/>
          </a:pPr>
          <a:r>
            <a:rPr lang="es-ES" sz="4200" kern="1200" dirty="0">
              <a:latin typeface="Calibri Light" panose="020F0302020204030204"/>
            </a:rPr>
            <a:t>Instrucciones</a:t>
          </a:r>
          <a:endParaRPr lang="es-ES" sz="4200" kern="1200" dirty="0"/>
        </a:p>
      </dsp:txBody>
      <dsp:txXfrm>
        <a:off x="347306" y="67189"/>
        <a:ext cx="3893900" cy="1118792"/>
      </dsp:txXfrm>
    </dsp:sp>
    <dsp:sp modelId="{BCFA0F19-A243-4C45-B308-7F28B6B3EE42}">
      <dsp:nvSpPr>
        <dsp:cNvPr id="0" name=""/>
        <dsp:cNvSpPr/>
      </dsp:nvSpPr>
      <dsp:spPr>
        <a:xfrm>
          <a:off x="0" y="2531705"/>
          <a:ext cx="5735640" cy="10584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8B1E6A9D-5A09-4E18-9936-2AD91E504F21}">
      <dsp:nvSpPr>
        <dsp:cNvPr id="0" name=""/>
        <dsp:cNvSpPr/>
      </dsp:nvSpPr>
      <dsp:spPr>
        <a:xfrm>
          <a:off x="286782" y="1911786"/>
          <a:ext cx="4014948" cy="123984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1756" tIns="0" rIns="151756" bIns="0" numCol="1" spcCol="1270" anchor="ctr" anchorCtr="0">
          <a:noAutofit/>
        </a:bodyPr>
        <a:lstStyle/>
        <a:p>
          <a:pPr marL="0" lvl="0" indent="0" algn="l" defTabSz="1866900">
            <a:lnSpc>
              <a:spcPct val="90000"/>
            </a:lnSpc>
            <a:spcBef>
              <a:spcPct val="0"/>
            </a:spcBef>
            <a:spcAft>
              <a:spcPct val="35000"/>
            </a:spcAft>
            <a:buNone/>
          </a:pPr>
          <a:r>
            <a:rPr lang="es-ES" sz="4200" kern="1200" dirty="0">
              <a:latin typeface="Calibri Light" panose="020F0302020204030204"/>
            </a:rPr>
            <a:t>Datos</a:t>
          </a:r>
          <a:endParaRPr lang="es-ES" sz="4200" kern="1200" dirty="0"/>
        </a:p>
      </dsp:txBody>
      <dsp:txXfrm>
        <a:off x="347306" y="1972310"/>
        <a:ext cx="3893900" cy="11187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186C31-D91F-404F-961C-2149E4DDF5A5}">
      <dsp:nvSpPr>
        <dsp:cNvPr id="0" name=""/>
        <dsp:cNvSpPr/>
      </dsp:nvSpPr>
      <dsp:spPr>
        <a:xfrm>
          <a:off x="9550" y="678889"/>
          <a:ext cx="843768" cy="54506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6600BD-8550-45C3-B201-438CA0965E20}">
      <dsp:nvSpPr>
        <dsp:cNvPr id="0" name=""/>
        <dsp:cNvSpPr/>
      </dsp:nvSpPr>
      <dsp:spPr>
        <a:xfrm>
          <a:off x="9550" y="1340415"/>
          <a:ext cx="2410768" cy="23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defRPr b="1"/>
          </a:pPr>
          <a:r>
            <a:rPr lang="es-ES" sz="1500" kern="1200" dirty="0">
              <a:latin typeface="Calibri Light" panose="020F0302020204030204"/>
            </a:rPr>
            <a:t>Hardware</a:t>
          </a:r>
          <a:endParaRPr lang="es-ES" sz="1500" kern="1200" dirty="0"/>
        </a:p>
      </dsp:txBody>
      <dsp:txXfrm>
        <a:off x="9550" y="1340415"/>
        <a:ext cx="2410768" cy="233597"/>
      </dsp:txXfrm>
    </dsp:sp>
    <dsp:sp modelId="{8604354D-8AEB-4B13-865E-C91A90BEF990}">
      <dsp:nvSpPr>
        <dsp:cNvPr id="0" name=""/>
        <dsp:cNvSpPr/>
      </dsp:nvSpPr>
      <dsp:spPr>
        <a:xfrm>
          <a:off x="9550" y="1628183"/>
          <a:ext cx="2410768" cy="1885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s-ES" sz="1100" kern="1200" dirty="0"/>
            <a:t>Formado por aquellos elementos físicos del sistema informático, siendo elementos hardware el elemento terminal, los canales y los soportes de la información. Lo constituyen dispositivos electrónicos y electromecánicos que proporcionan capacidad de captación de información, cálculos y presentación de información a través de dispositivos como sensores, unidades de procesado y almacenamiento, monitores, </a:t>
          </a:r>
          <a:r>
            <a:rPr lang="es-ES" sz="1100" kern="1200" dirty="0" err="1"/>
            <a:t>etc</a:t>
          </a:r>
          <a:endParaRPr lang="es-ES" sz="1100" kern="1200" dirty="0" err="1">
            <a:latin typeface="Calibri Light" panose="020F0302020204030204"/>
          </a:endParaRPr>
        </a:p>
      </dsp:txBody>
      <dsp:txXfrm>
        <a:off x="9550" y="1628183"/>
        <a:ext cx="2410768" cy="1885732"/>
      </dsp:txXfrm>
    </dsp:sp>
    <dsp:sp modelId="{3186AA49-43A8-4289-B471-C1CAEAE61215}">
      <dsp:nvSpPr>
        <dsp:cNvPr id="0" name=""/>
        <dsp:cNvSpPr/>
      </dsp:nvSpPr>
      <dsp:spPr>
        <a:xfrm>
          <a:off x="2842203" y="678889"/>
          <a:ext cx="843768" cy="54506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B77C9D-D4F5-4BD3-A325-DC85C63B5631}">
      <dsp:nvSpPr>
        <dsp:cNvPr id="0" name=""/>
        <dsp:cNvSpPr/>
      </dsp:nvSpPr>
      <dsp:spPr>
        <a:xfrm>
          <a:off x="2842203" y="1340415"/>
          <a:ext cx="2410768" cy="23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defRPr b="1"/>
          </a:pPr>
          <a:r>
            <a:rPr lang="es-ES" sz="1500" kern="1200" dirty="0">
              <a:latin typeface="Calibri Light" panose="020F0302020204030204"/>
            </a:rPr>
            <a:t>Software</a:t>
          </a:r>
          <a:endParaRPr lang="es-ES" sz="1500" kern="1200" dirty="0"/>
        </a:p>
      </dsp:txBody>
      <dsp:txXfrm>
        <a:off x="2842203" y="1340415"/>
        <a:ext cx="2410768" cy="233597"/>
      </dsp:txXfrm>
    </dsp:sp>
    <dsp:sp modelId="{3E326E44-A45B-465D-BBA0-18948E12F027}">
      <dsp:nvSpPr>
        <dsp:cNvPr id="0" name=""/>
        <dsp:cNvSpPr/>
      </dsp:nvSpPr>
      <dsp:spPr>
        <a:xfrm>
          <a:off x="2842203" y="1628183"/>
          <a:ext cx="2410768" cy="1885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rtl="0">
            <a:lnSpc>
              <a:spcPct val="100000"/>
            </a:lnSpc>
            <a:spcBef>
              <a:spcPct val="0"/>
            </a:spcBef>
            <a:spcAft>
              <a:spcPct val="35000"/>
            </a:spcAft>
            <a:buNone/>
          </a:pPr>
          <a:r>
            <a:rPr lang="es-ES" sz="1100" kern="1200" dirty="0"/>
            <a:t>Aquellos elementos del sistema que no tienen naturaleza física y que se usan para el procesamiento de la información. Son programas de ordenador que suelen manejar estructuras de datos, entre las que destacan las bases de datos, entendidas como colecciones de información organizadas y que sirven de soporte al sistema.</a:t>
          </a:r>
          <a:endParaRPr lang="es-ES" sz="1100" kern="1200" dirty="0">
            <a:latin typeface="Calibri Light" panose="020F0302020204030204"/>
          </a:endParaRPr>
        </a:p>
      </dsp:txBody>
      <dsp:txXfrm>
        <a:off x="2842203" y="1628183"/>
        <a:ext cx="2410768" cy="1885732"/>
      </dsp:txXfrm>
    </dsp:sp>
    <dsp:sp modelId="{774F2E89-8CA5-4D4F-854D-1A9495861285}">
      <dsp:nvSpPr>
        <dsp:cNvPr id="0" name=""/>
        <dsp:cNvSpPr/>
      </dsp:nvSpPr>
      <dsp:spPr>
        <a:xfrm>
          <a:off x="5674856" y="678889"/>
          <a:ext cx="843768" cy="54506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2A447B-B075-4F75-90F3-524D7FCD5481}">
      <dsp:nvSpPr>
        <dsp:cNvPr id="0" name=""/>
        <dsp:cNvSpPr/>
      </dsp:nvSpPr>
      <dsp:spPr>
        <a:xfrm>
          <a:off x="5674856" y="1340415"/>
          <a:ext cx="2410768" cy="23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defRPr b="1"/>
          </a:pPr>
          <a:r>
            <a:rPr lang="es-ES" sz="1500" kern="1200" dirty="0">
              <a:latin typeface="Calibri Light" panose="020F0302020204030204"/>
            </a:rPr>
            <a:t>Personal</a:t>
          </a:r>
          <a:endParaRPr lang="es-ES" sz="1500" kern="1200" dirty="0"/>
        </a:p>
      </dsp:txBody>
      <dsp:txXfrm>
        <a:off x="5674856" y="1340415"/>
        <a:ext cx="2410768" cy="233597"/>
      </dsp:txXfrm>
    </dsp:sp>
    <dsp:sp modelId="{64CB2652-9421-426F-A56C-A81F342A6CEC}">
      <dsp:nvSpPr>
        <dsp:cNvPr id="0" name=""/>
        <dsp:cNvSpPr/>
      </dsp:nvSpPr>
      <dsp:spPr>
        <a:xfrm>
          <a:off x="5674856" y="1628183"/>
          <a:ext cx="2410768" cy="1885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s-ES" sz="1100" kern="1200" dirty="0"/>
            <a:t>Entendido como el conjunto de usuarios finales u operadores del sistema informático.</a:t>
          </a:r>
          <a:endParaRPr lang="es-ES" sz="1100" kern="1200" dirty="0">
            <a:latin typeface="Calibri Light" panose="020F0302020204030204"/>
          </a:endParaRPr>
        </a:p>
      </dsp:txBody>
      <dsp:txXfrm>
        <a:off x="5674856" y="1628183"/>
        <a:ext cx="2410768" cy="1885732"/>
      </dsp:txXfrm>
    </dsp:sp>
    <dsp:sp modelId="{735BB689-5E62-4765-A5B7-D25086BBD12C}">
      <dsp:nvSpPr>
        <dsp:cNvPr id="0" name=""/>
        <dsp:cNvSpPr/>
      </dsp:nvSpPr>
      <dsp:spPr>
        <a:xfrm>
          <a:off x="8507509" y="678889"/>
          <a:ext cx="843768" cy="54506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3883A5-A336-4A0E-BCF4-D7CE5414BAA7}">
      <dsp:nvSpPr>
        <dsp:cNvPr id="0" name=""/>
        <dsp:cNvSpPr/>
      </dsp:nvSpPr>
      <dsp:spPr>
        <a:xfrm>
          <a:off x="8507509" y="1340415"/>
          <a:ext cx="2410768" cy="23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defRPr b="1"/>
          </a:pPr>
          <a:r>
            <a:rPr lang="es-ES" sz="1500" kern="1200" dirty="0">
              <a:latin typeface="Calibri Light" panose="020F0302020204030204"/>
            </a:rPr>
            <a:t>Documentación </a:t>
          </a:r>
          <a:endParaRPr lang="es-ES" sz="1500" kern="1200" dirty="0"/>
        </a:p>
      </dsp:txBody>
      <dsp:txXfrm>
        <a:off x="8507509" y="1340415"/>
        <a:ext cx="2410768" cy="233597"/>
      </dsp:txXfrm>
    </dsp:sp>
    <dsp:sp modelId="{597317D3-878C-48B8-8700-A5BB5EAB8F74}">
      <dsp:nvSpPr>
        <dsp:cNvPr id="0" name=""/>
        <dsp:cNvSpPr/>
      </dsp:nvSpPr>
      <dsp:spPr>
        <a:xfrm>
          <a:off x="8507509" y="1628183"/>
          <a:ext cx="2410768" cy="1885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s-ES" sz="1100" kern="1200" dirty="0"/>
            <a:t>Son todo aquel conjunto de manuales impresos o en formato digital y cualquier otra información descriptiva que explican los procedimientos del sistema informático.</a:t>
          </a:r>
          <a:endParaRPr lang="es-ES" sz="1100" kern="1200" dirty="0">
            <a:latin typeface="Calibri Light" panose="020F0302020204030204"/>
          </a:endParaRPr>
        </a:p>
      </dsp:txBody>
      <dsp:txXfrm>
        <a:off x="8507509" y="1628183"/>
        <a:ext cx="2410768" cy="188573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F586F9-17E6-4DE3-9B11-53A0DCB6890F}">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F7E63B-A1CE-4C91-8452-16AED4FC4F08}">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b="1" kern="1200"/>
            <a:t>Estructura funcional </a:t>
          </a:r>
          <a:r>
            <a:rPr lang="es-ES" sz="1700" kern="1200"/>
            <a:t>del sistema informático. Aquella asociada al soporte físico o hardware que se encarga de estudiar las arquitecturas de organización y funcionamiento de los diversos componentes del mismo. Veremos la arquitectura tradicional o clásica de un ordenador personal o PC, que toma como punto de partida la Arquitectura de Von Neumann. </a:t>
          </a:r>
          <a:endParaRPr lang="en-US" sz="1700" kern="1200"/>
        </a:p>
      </dsp:txBody>
      <dsp:txXfrm>
        <a:off x="608661" y="692298"/>
        <a:ext cx="4508047" cy="2799040"/>
      </dsp:txXfrm>
    </dsp:sp>
    <dsp:sp modelId="{05AAB863-D89F-4776-8C33-68268B81664A}">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7199AB-4FB1-4F79-8D74-AA00B23388A8}">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b="1" kern="1200"/>
            <a:t>Estructura física </a:t>
          </a:r>
          <a:r>
            <a:rPr lang="es-ES" sz="1700" kern="1200"/>
            <a:t>del sistema informático. También asociada al hardware. En este caso estudiaremos lo que comúnmente se denomina hardware comercial. Veremos cómo son físicamente, para qué sirven y qué características tienen los diferentes componentes actuales que componen un PC, integrados a partir de la placa base y recogidos dentro de un chasis, comunicándose con distintos dispositivos de entrada, salida o entrada/salida. </a:t>
          </a:r>
          <a:endParaRPr lang="en-US" sz="1700" kern="1200"/>
        </a:p>
      </dsp:txBody>
      <dsp:txXfrm>
        <a:off x="6331365" y="692298"/>
        <a:ext cx="4508047" cy="27990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878F14-AC4F-4AFC-9FAB-D7AA93D35369}">
      <dsp:nvSpPr>
        <dsp:cNvPr id="0" name=""/>
        <dsp:cNvSpPr/>
      </dsp:nvSpPr>
      <dsp:spPr>
        <a:xfrm>
          <a:off x="212335" y="469890"/>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21695C-1D5B-4D8C-A85E-635C8592BF83}">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3D635F-A018-4E4F-B81F-DB7066D275A8}">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ES" sz="1100" kern="1200"/>
            <a:t>Unidad Aritmético-lógica o ALU. Tiene como función la ejecución del conjunto de operaciones lógicas (AND, OR, NOT, etc.) y aritméticas propias del ordenador. Se compone de registros y de un conjunto de circuitos lógicos encargados de realizar dichas operaciones.</a:t>
          </a:r>
          <a:r>
            <a:rPr lang="es-ES" sz="1100" kern="1200">
              <a:latin typeface="Calibri Light" panose="020F0302020204030204"/>
            </a:rPr>
            <a:t> </a:t>
          </a:r>
          <a:endParaRPr lang="en-US" sz="1100" kern="1200"/>
        </a:p>
      </dsp:txBody>
      <dsp:txXfrm>
        <a:off x="1834517" y="469890"/>
        <a:ext cx="3148942" cy="1335915"/>
      </dsp:txXfrm>
    </dsp:sp>
    <dsp:sp modelId="{45073A06-34B7-4BCF-BAFA-1374B2DC1556}">
      <dsp:nvSpPr>
        <dsp:cNvPr id="0" name=""/>
        <dsp:cNvSpPr/>
      </dsp:nvSpPr>
      <dsp:spPr>
        <a:xfrm>
          <a:off x="5532139" y="469890"/>
          <a:ext cx="1335915" cy="13359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074B2A-CE1B-4ABF-B463-FF4B3E88837D}">
      <dsp:nvSpPr>
        <dsp:cNvPr id="0" name=""/>
        <dsp:cNvSpPr/>
      </dsp:nvSpPr>
      <dsp:spPr>
        <a:xfrm>
          <a:off x="5812681" y="7504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04017C-132A-457F-BDEB-E562F6D73B8E}">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ES" sz="1100" kern="1200"/>
            <a:t>Unidad de control o UC. Se encarga de gobernar el ordenador. Para ello recibe e interpreta las instrucciones que se van a ejecutar. Normalmente estas instrucciones se transforman en una serie de microinstrucciones de bajo nivel dependientes de la arquitectura del procesador. La UC dispondrá de una serie de circuitos necesarios para leer la dirección de memoria de la siguiente instrucción a ejecutar, la localizará y la guardará en el registro de instrucción.</a:t>
          </a:r>
          <a:r>
            <a:rPr lang="es-ES" sz="1100" kern="1200">
              <a:latin typeface="Calibri Light" panose="020F0302020204030204"/>
            </a:rPr>
            <a:t> </a:t>
          </a:r>
          <a:endParaRPr lang="en-US" sz="1100" kern="1200"/>
        </a:p>
      </dsp:txBody>
      <dsp:txXfrm>
        <a:off x="7154322" y="469890"/>
        <a:ext cx="3148942" cy="1335915"/>
      </dsp:txXfrm>
    </dsp:sp>
    <dsp:sp modelId="{24FC13D8-886B-4047-A414-39B551F4694C}">
      <dsp:nvSpPr>
        <dsp:cNvPr id="0" name=""/>
        <dsp:cNvSpPr/>
      </dsp:nvSpPr>
      <dsp:spPr>
        <a:xfrm>
          <a:off x="212335" y="2545532"/>
          <a:ext cx="1335915" cy="133591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AA7168-821A-4F67-A9F4-97B0BBF43948}">
      <dsp:nvSpPr>
        <dsp:cNvPr id="0" name=""/>
        <dsp:cNvSpPr/>
      </dsp:nvSpPr>
      <dsp:spPr>
        <a:xfrm>
          <a:off x="492877" y="282607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477061-5C25-449B-A6A0-240021A8BCFA}">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ES" sz="1100" kern="1200"/>
            <a:t>Frecuencia de Reloj. El ordenador funciona en modo síncrono o sincronizado, siguiendo una secuencia ordenada de operaciones en el tiempo. Para ello necesita de un reloj que se encarga de generar impulsos. De esta forma, marca el principio, la duración y el final de cada operación. Dicho número de impulsos se mide en megahercios (</a:t>
          </a:r>
          <a:r>
            <a:rPr lang="es-ES" sz="1100" kern="1200" err="1"/>
            <a:t>Mhz</a:t>
          </a:r>
          <a:r>
            <a:rPr lang="es-ES" sz="1100" kern="1200"/>
            <a:t>), millones por segundo. </a:t>
          </a:r>
          <a:endParaRPr lang="en-US" sz="1100" kern="1200"/>
        </a:p>
      </dsp:txBody>
      <dsp:txXfrm>
        <a:off x="1834517" y="2545532"/>
        <a:ext cx="3148942" cy="1335915"/>
      </dsp:txXfrm>
    </dsp:sp>
    <dsp:sp modelId="{E7F0C87C-174B-4B3D-8313-D61AAA48136C}">
      <dsp:nvSpPr>
        <dsp:cNvPr id="0" name=""/>
        <dsp:cNvSpPr/>
      </dsp:nvSpPr>
      <dsp:spPr>
        <a:xfrm>
          <a:off x="5532139" y="2545532"/>
          <a:ext cx="1335915" cy="13359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112DCA-DB82-41FD-BD5A-02FD082A476D}">
      <dsp:nvSpPr>
        <dsp:cNvPr id="0" name=""/>
        <dsp:cNvSpPr/>
      </dsp:nvSpPr>
      <dsp:spPr>
        <a:xfrm>
          <a:off x="5812681" y="282607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D9D44C-CF14-4C0C-B07F-E970A2C1B2B9}">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ES" sz="1100" kern="1200"/>
            <a:t>Longitud de la palabra de datos. Determina la cantidad de información que es capaz de procesar simultáneamente la CPU en cada pulso de reloj. Se mide en bits. A mayor longitud de palabra mayor complejidad y circuitería a emplear en la CPU pero mayor será la potencia de proceso.</a:t>
          </a:r>
          <a:endParaRPr lang="es-ES" sz="1100" kern="1200">
            <a:latin typeface="Calibri Light" panose="020F0302020204030204"/>
          </a:endParaRPr>
        </a:p>
      </dsp:txBody>
      <dsp:txXfrm>
        <a:off x="7154322" y="2545532"/>
        <a:ext cx="3148942" cy="133591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F0C87C-174B-4B3D-8313-D61AAA48136C}">
      <dsp:nvSpPr>
        <dsp:cNvPr id="0" name=""/>
        <dsp:cNvSpPr/>
      </dsp:nvSpPr>
      <dsp:spPr>
        <a:xfrm>
          <a:off x="82613" y="908559"/>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112DCA-DB82-41FD-BD5A-02FD082A476D}">
      <dsp:nvSpPr>
        <dsp:cNvPr id="0" name=""/>
        <dsp:cNvSpPr/>
      </dsp:nvSpPr>
      <dsp:spPr>
        <a:xfrm>
          <a:off x="271034" y="1096980"/>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D9D44C-CF14-4C0C-B07F-E970A2C1B2B9}">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ES" sz="1100" kern="1200" dirty="0"/>
            <a:t>Velocidad de procesador. Determina el ritmo de ejecución de instrucciones. Se mide en hercios (ciclos/</a:t>
          </a:r>
          <a:r>
            <a:rPr lang="es-ES" sz="1100" kern="1200" dirty="0" err="1"/>
            <a:t>seg</a:t>
          </a:r>
          <a:r>
            <a:rPr lang="es-ES" sz="1100" kern="1200" dirty="0"/>
            <a:t>) o múltiplos de éstos. </a:t>
          </a:r>
          <a:endParaRPr lang="es-ES" sz="1100" kern="1200" dirty="0">
            <a:latin typeface="Calibri Light" panose="020F0302020204030204"/>
          </a:endParaRPr>
        </a:p>
      </dsp:txBody>
      <dsp:txXfrm>
        <a:off x="1172126" y="908559"/>
        <a:ext cx="2114937" cy="897246"/>
      </dsp:txXfrm>
    </dsp:sp>
    <dsp:sp modelId="{1A032174-0446-4FEA-82D5-9DAEF1EA7FD6}">
      <dsp:nvSpPr>
        <dsp:cNvPr id="0" name=""/>
        <dsp:cNvSpPr/>
      </dsp:nvSpPr>
      <dsp:spPr>
        <a:xfrm>
          <a:off x="3655575" y="908559"/>
          <a:ext cx="897246" cy="89724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B91373-A386-405A-9C25-BB6C90E6D64D}">
      <dsp:nvSpPr>
        <dsp:cNvPr id="0" name=""/>
        <dsp:cNvSpPr/>
      </dsp:nvSpPr>
      <dsp:spPr>
        <a:xfrm>
          <a:off x="3843996" y="1096980"/>
          <a:ext cx="520402" cy="520402"/>
        </a:xfrm>
        <a:prstGeom prst="rect">
          <a:avLst/>
        </a:prstGeom>
        <a:solidFill>
          <a:schemeClr val="bg1">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3C4C6C-7B64-4230-9D11-9C495B7E3289}">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ES" sz="1100" kern="1200"/>
            <a:t>Juego de instrucciones. Cada tipo de CPU tiene un juego de instrucciones características.</a:t>
          </a:r>
          <a:r>
            <a:rPr lang="es-ES" sz="1100" kern="1200">
              <a:latin typeface="Calibri Light" panose="020F0302020204030204"/>
            </a:rPr>
            <a:t> </a:t>
          </a:r>
          <a:endParaRPr lang="es-ES" sz="1100" kern="1200" dirty="0">
            <a:latin typeface="Calibri Light" panose="020F0302020204030204"/>
          </a:endParaRPr>
        </a:p>
      </dsp:txBody>
      <dsp:txXfrm>
        <a:off x="4745088" y="908559"/>
        <a:ext cx="2114937" cy="897246"/>
      </dsp:txXfrm>
    </dsp:sp>
    <dsp:sp modelId="{B8C5F7AC-59B7-4F69-A601-5D3DBCD88FDB}">
      <dsp:nvSpPr>
        <dsp:cNvPr id="0" name=""/>
        <dsp:cNvSpPr/>
      </dsp:nvSpPr>
      <dsp:spPr>
        <a:xfrm>
          <a:off x="7228536" y="908559"/>
          <a:ext cx="897246" cy="89724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F6F47B-9131-4827-AF4A-F7ABD07ECA34}">
      <dsp:nvSpPr>
        <dsp:cNvPr id="0" name=""/>
        <dsp:cNvSpPr/>
      </dsp:nvSpPr>
      <dsp:spPr>
        <a:xfrm>
          <a:off x="7416958" y="1096980"/>
          <a:ext cx="520402" cy="520402"/>
        </a:xfrm>
        <a:prstGeom prst="rect">
          <a:avLst/>
        </a:prstGeom>
        <a:solidFill>
          <a:schemeClr val="bg1">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55A1F7-3B79-4A62-AC82-EB571ACDBF6C}">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ES" sz="1100" kern="1200" dirty="0">
              <a:latin typeface="Calibri Light" panose="020F0302020204030204"/>
            </a:rPr>
            <a:t> </a:t>
          </a:r>
          <a:r>
            <a:rPr lang="es-ES" sz="1100" kern="1200" dirty="0"/>
            <a:t>Tamaño del bus de datos y direcciones. Se mide en bits, siendo hoy día habitual los 64 y 128 bits de tamaño.</a:t>
          </a:r>
          <a:r>
            <a:rPr lang="es-ES" sz="1100" kern="1200" dirty="0">
              <a:latin typeface="Calibri Light" panose="020F0302020204030204"/>
            </a:rPr>
            <a:t> </a:t>
          </a:r>
        </a:p>
      </dsp:txBody>
      <dsp:txXfrm>
        <a:off x="8318049" y="908559"/>
        <a:ext cx="2114937" cy="897246"/>
      </dsp:txXfrm>
    </dsp:sp>
    <dsp:sp modelId="{F6D0D3E7-97CF-4B27-AD99-B67F46148036}">
      <dsp:nvSpPr>
        <dsp:cNvPr id="0" name=""/>
        <dsp:cNvSpPr/>
      </dsp:nvSpPr>
      <dsp:spPr>
        <a:xfrm>
          <a:off x="82613" y="2545532"/>
          <a:ext cx="897246" cy="89724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6447C8-1395-4DC4-842D-A2EBE2147D99}">
      <dsp:nvSpPr>
        <dsp:cNvPr id="0" name=""/>
        <dsp:cNvSpPr/>
      </dsp:nvSpPr>
      <dsp:spPr>
        <a:xfrm>
          <a:off x="271034" y="2733954"/>
          <a:ext cx="520402" cy="520402"/>
        </a:xfrm>
        <a:prstGeom prst="rect">
          <a:avLst/>
        </a:prstGeom>
        <a:solidFill>
          <a:schemeClr val="bg1">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D313B1-9167-4BF0-B22F-3688ED274230}">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rtl="0">
            <a:lnSpc>
              <a:spcPct val="100000"/>
            </a:lnSpc>
            <a:spcBef>
              <a:spcPct val="0"/>
            </a:spcBef>
            <a:spcAft>
              <a:spcPct val="35000"/>
            </a:spcAft>
            <a:buNone/>
          </a:pPr>
          <a:r>
            <a:rPr lang="es-ES" sz="1100" kern="1200" dirty="0">
              <a:latin typeface="Calibri Light" panose="020F0302020204030204"/>
            </a:rPr>
            <a:t> </a:t>
          </a:r>
          <a:r>
            <a:rPr lang="es-ES" sz="1100" kern="1200" dirty="0"/>
            <a:t>Número de registros de que dispone. </a:t>
          </a:r>
          <a:endParaRPr lang="es-ES" sz="1100" kern="1200" dirty="0">
            <a:latin typeface="Calibri Light" panose="020F0302020204030204"/>
          </a:endParaRPr>
        </a:p>
      </dsp:txBody>
      <dsp:txXfrm>
        <a:off x="1172126" y="2545532"/>
        <a:ext cx="2114937" cy="897246"/>
      </dsp:txXfrm>
    </dsp:sp>
    <dsp:sp modelId="{B5EEE523-AF46-4246-AE8D-2DE058C00006}">
      <dsp:nvSpPr>
        <dsp:cNvPr id="0" name=""/>
        <dsp:cNvSpPr/>
      </dsp:nvSpPr>
      <dsp:spPr>
        <a:xfrm>
          <a:off x="3655575" y="2545532"/>
          <a:ext cx="897246" cy="89724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CBCD00-BFFD-4661-94F2-E2CCC357518B}">
      <dsp:nvSpPr>
        <dsp:cNvPr id="0" name=""/>
        <dsp:cNvSpPr/>
      </dsp:nvSpPr>
      <dsp:spPr>
        <a:xfrm>
          <a:off x="3843996" y="2733954"/>
          <a:ext cx="520402" cy="520402"/>
        </a:xfrm>
        <a:prstGeom prst="rect">
          <a:avLst/>
        </a:prstGeom>
        <a:solidFill>
          <a:schemeClr val="bg1">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26D216-97D0-4692-9F41-56A7B71A70D7}">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ES" sz="1100" kern="1200" dirty="0"/>
            <a:t>Líneas y señales de interrupción que implementa.</a:t>
          </a:r>
        </a:p>
      </dsp:txBody>
      <dsp:txXfrm>
        <a:off x="4745088" y="2545532"/>
        <a:ext cx="2114937" cy="89724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8CFE73-8D6A-4D07-91E1-838AB958B1DC}">
      <dsp:nvSpPr>
        <dsp:cNvPr id="0" name=""/>
        <dsp:cNvSpPr/>
      </dsp:nvSpPr>
      <dsp:spPr>
        <a:xfrm>
          <a:off x="0" y="707092"/>
          <a:ext cx="10515600" cy="130540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211A67-79CC-458B-8702-4D9C108300DE}">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D8827B-F91C-4A65-8EB6-FFAAB118CF63}">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66800">
            <a:lnSpc>
              <a:spcPct val="90000"/>
            </a:lnSpc>
            <a:spcBef>
              <a:spcPct val="0"/>
            </a:spcBef>
            <a:spcAft>
              <a:spcPct val="35000"/>
            </a:spcAft>
            <a:buNone/>
          </a:pPr>
          <a:r>
            <a:rPr lang="es-ES" sz="2400" kern="1200"/>
            <a:t>Memorias </a:t>
          </a:r>
          <a:r>
            <a:rPr lang="es-ES" sz="2400" b="1" kern="1200"/>
            <a:t>de sólo lectura o programables</a:t>
          </a:r>
          <a:r>
            <a:rPr lang="es-ES" sz="2400" kern="1200"/>
            <a:t>. No volátiles, no pierden la información en ausencia de alimentación. Son memorias de este tipo: ROM, PROM, EPROM, EEPROM. </a:t>
          </a:r>
          <a:endParaRPr lang="en-US" sz="2400" kern="1200"/>
        </a:p>
      </dsp:txBody>
      <dsp:txXfrm>
        <a:off x="1507738" y="707092"/>
        <a:ext cx="9007861" cy="1305401"/>
      </dsp:txXfrm>
    </dsp:sp>
    <dsp:sp modelId="{4742C54C-75E8-4682-820B-07E58FBA0A5A}">
      <dsp:nvSpPr>
        <dsp:cNvPr id="0" name=""/>
        <dsp:cNvSpPr/>
      </dsp:nvSpPr>
      <dsp:spPr>
        <a:xfrm>
          <a:off x="0" y="2338844"/>
          <a:ext cx="10515600" cy="130540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3B1ABD-6B7A-4174-92BA-0833D2938D46}">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637C4C-B161-4B4B-AD44-0CC21C1F1C21}">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66800">
            <a:lnSpc>
              <a:spcPct val="90000"/>
            </a:lnSpc>
            <a:spcBef>
              <a:spcPct val="0"/>
            </a:spcBef>
            <a:spcAft>
              <a:spcPct val="35000"/>
            </a:spcAft>
            <a:buNone/>
          </a:pPr>
          <a:r>
            <a:rPr lang="es-ES" sz="2400" kern="1200"/>
            <a:t>Memorias </a:t>
          </a:r>
          <a:r>
            <a:rPr lang="es-ES" sz="2400" b="1" kern="1200"/>
            <a:t>de lectura y escritura</a:t>
          </a:r>
          <a:r>
            <a:rPr lang="es-ES" sz="2400" kern="1200"/>
            <a:t>. La llamada memoria RAM, son memorias volátiles, que pierden la información en ausencia de alimentación. Son memorias de este tipo: SRAM, DRAM.</a:t>
          </a:r>
          <a:endParaRPr lang="en-US" sz="2400" kern="1200"/>
        </a:p>
      </dsp:txBody>
      <dsp:txXfrm>
        <a:off x="1507738" y="2338844"/>
        <a:ext cx="9007861" cy="1305401"/>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8AEC499E-C36B-4B17-97C6-2E2AF511C58E}" type="datetimeFigureOut">
              <a:rPr lang="es-ES" smtClean="0"/>
              <a:t>28/09/2023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9CC419A-04E9-4DBB-AC41-A981088F5CCA}" type="slidenum">
              <a:rPr lang="es-ES" smtClean="0"/>
              <a:t>‹Nº›</a:t>
            </a:fld>
            <a:endParaRPr lang="es-ES"/>
          </a:p>
        </p:txBody>
      </p:sp>
    </p:spTree>
    <p:extLst>
      <p:ext uri="{BB962C8B-B14F-4D97-AF65-F5344CB8AC3E}">
        <p14:creationId xmlns:p14="http://schemas.microsoft.com/office/powerpoint/2010/main" val="1648134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8AEC499E-C36B-4B17-97C6-2E2AF511C58E}" type="datetimeFigureOut">
              <a:rPr lang="es-ES" smtClean="0"/>
              <a:t>28/09/2023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9CC419A-04E9-4DBB-AC41-A981088F5CCA}" type="slidenum">
              <a:rPr lang="es-ES" smtClean="0"/>
              <a:t>‹Nº›</a:t>
            </a:fld>
            <a:endParaRPr lang="es-ES"/>
          </a:p>
        </p:txBody>
      </p:sp>
    </p:spTree>
    <p:extLst>
      <p:ext uri="{BB962C8B-B14F-4D97-AF65-F5344CB8AC3E}">
        <p14:creationId xmlns:p14="http://schemas.microsoft.com/office/powerpoint/2010/main" val="12830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8AEC499E-C36B-4B17-97C6-2E2AF511C58E}" type="datetimeFigureOut">
              <a:rPr lang="es-ES" smtClean="0"/>
              <a:t>28/09/2023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9CC419A-04E9-4DBB-AC41-A981088F5CCA}" type="slidenum">
              <a:rPr lang="es-ES" smtClean="0"/>
              <a:t>‹Nº›</a:t>
            </a:fld>
            <a:endParaRPr lang="es-ES"/>
          </a:p>
        </p:txBody>
      </p:sp>
    </p:spTree>
    <p:extLst>
      <p:ext uri="{BB962C8B-B14F-4D97-AF65-F5344CB8AC3E}">
        <p14:creationId xmlns:p14="http://schemas.microsoft.com/office/powerpoint/2010/main" val="2614367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8AEC499E-C36B-4B17-97C6-2E2AF511C58E}" type="datetimeFigureOut">
              <a:rPr lang="es-ES" smtClean="0"/>
              <a:t>28/09/2023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F9CC419A-04E9-4DBB-AC41-A981088F5CCA}" type="slidenum">
              <a:rPr lang="es-ES" smtClean="0"/>
              <a:t>‹Nº›</a:t>
            </a:fld>
            <a:endParaRPr lang="es-ES"/>
          </a:p>
        </p:txBody>
      </p:sp>
    </p:spTree>
    <p:extLst>
      <p:ext uri="{BB962C8B-B14F-4D97-AF65-F5344CB8AC3E}">
        <p14:creationId xmlns:p14="http://schemas.microsoft.com/office/powerpoint/2010/main" val="3932386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8AEC499E-C36B-4B17-97C6-2E2AF511C58E}" type="datetimeFigureOut">
              <a:rPr lang="es-ES" smtClean="0"/>
              <a:t>28/09/2023</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F9CC419A-04E9-4DBB-AC41-A981088F5CCA}" type="slidenum">
              <a:rPr lang="es-ES" smtClean="0"/>
              <a:t>‹Nº›</a:t>
            </a:fld>
            <a:endParaRPr lang="es-ES"/>
          </a:p>
        </p:txBody>
      </p:sp>
    </p:spTree>
    <p:extLst>
      <p:ext uri="{BB962C8B-B14F-4D97-AF65-F5344CB8AC3E}">
        <p14:creationId xmlns:p14="http://schemas.microsoft.com/office/powerpoint/2010/main" val="1848992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8AEC499E-C36B-4B17-97C6-2E2AF511C58E}" type="datetimeFigureOut">
              <a:rPr lang="es-ES" smtClean="0"/>
              <a:t>28/09/2023</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F9CC419A-04E9-4DBB-AC41-A981088F5CCA}" type="slidenum">
              <a:rPr lang="es-ES" smtClean="0"/>
              <a:t>‹Nº›</a:t>
            </a:fld>
            <a:endParaRPr lang="es-ES"/>
          </a:p>
        </p:txBody>
      </p:sp>
    </p:spTree>
    <p:extLst>
      <p:ext uri="{BB962C8B-B14F-4D97-AF65-F5344CB8AC3E}">
        <p14:creationId xmlns:p14="http://schemas.microsoft.com/office/powerpoint/2010/main" val="889060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8AEC499E-C36B-4B17-97C6-2E2AF511C58E}" type="datetimeFigureOut">
              <a:rPr lang="es-ES" smtClean="0"/>
              <a:t>28/09/2023</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F9CC419A-04E9-4DBB-AC41-A981088F5CCA}" type="slidenum">
              <a:rPr lang="es-ES" smtClean="0"/>
              <a:t>‹Nº›</a:t>
            </a:fld>
            <a:endParaRPr lang="es-ES"/>
          </a:p>
        </p:txBody>
      </p:sp>
    </p:spTree>
    <p:extLst>
      <p:ext uri="{BB962C8B-B14F-4D97-AF65-F5344CB8AC3E}">
        <p14:creationId xmlns:p14="http://schemas.microsoft.com/office/powerpoint/2010/main" val="2665898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8AEC499E-C36B-4B17-97C6-2E2AF511C58E}" type="datetimeFigureOut">
              <a:rPr lang="es-ES" smtClean="0"/>
              <a:t>28/09/2023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F9CC419A-04E9-4DBB-AC41-A981088F5CCA}" type="slidenum">
              <a:rPr lang="es-ES" smtClean="0"/>
              <a:t>‹Nº›</a:t>
            </a:fld>
            <a:endParaRPr lang="es-ES"/>
          </a:p>
        </p:txBody>
      </p:sp>
    </p:spTree>
    <p:extLst>
      <p:ext uri="{BB962C8B-B14F-4D97-AF65-F5344CB8AC3E}">
        <p14:creationId xmlns:p14="http://schemas.microsoft.com/office/powerpoint/2010/main" val="203784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8AEC499E-C36B-4B17-97C6-2E2AF511C58E}" type="datetimeFigureOut">
              <a:rPr lang="es-ES" smtClean="0"/>
              <a:t>28/09/2023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F9CC419A-04E9-4DBB-AC41-A981088F5CCA}" type="slidenum">
              <a:rPr lang="es-ES" smtClean="0"/>
              <a:t>‹Nº›</a:t>
            </a:fld>
            <a:endParaRPr lang="es-ES"/>
          </a:p>
        </p:txBody>
      </p:sp>
    </p:spTree>
    <p:extLst>
      <p:ext uri="{BB962C8B-B14F-4D97-AF65-F5344CB8AC3E}">
        <p14:creationId xmlns:p14="http://schemas.microsoft.com/office/powerpoint/2010/main" val="3341794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8AEC499E-C36B-4B17-97C6-2E2AF511C58E}" type="datetimeFigureOut">
              <a:rPr lang="es-ES" smtClean="0"/>
              <a:t>28/09/2023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9CC419A-04E9-4DBB-AC41-A981088F5CCA}" type="slidenum">
              <a:rPr lang="es-ES" smtClean="0"/>
              <a:t>‹Nº›</a:t>
            </a:fld>
            <a:endParaRPr lang="es-ES"/>
          </a:p>
        </p:txBody>
      </p:sp>
    </p:spTree>
    <p:extLst>
      <p:ext uri="{BB962C8B-B14F-4D97-AF65-F5344CB8AC3E}">
        <p14:creationId xmlns:p14="http://schemas.microsoft.com/office/powerpoint/2010/main" val="238060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8AEC499E-C36B-4B17-97C6-2E2AF511C58E}" type="datetimeFigureOut">
              <a:rPr lang="es-ES" smtClean="0"/>
              <a:t>28/09/2023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9CC419A-04E9-4DBB-AC41-A981088F5CCA}" type="slidenum">
              <a:rPr lang="es-ES" smtClean="0"/>
              <a:t>‹Nº›</a:t>
            </a:fld>
            <a:endParaRPr lang="es-ES"/>
          </a:p>
        </p:txBody>
      </p:sp>
    </p:spTree>
    <p:extLst>
      <p:ext uri="{BB962C8B-B14F-4D97-AF65-F5344CB8AC3E}">
        <p14:creationId xmlns:p14="http://schemas.microsoft.com/office/powerpoint/2010/main" val="956181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EC499E-C36B-4B17-97C6-2E2AF511C58E}" type="datetimeFigureOut">
              <a:rPr lang="es-ES" smtClean="0"/>
              <a:t>28/09/2023</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CC419A-04E9-4DBB-AC41-A981088F5CCA}" type="slidenum">
              <a:rPr lang="es-ES" smtClean="0"/>
              <a:t>‹Nº›</a:t>
            </a:fld>
            <a:endParaRPr lang="es-ES"/>
          </a:p>
        </p:txBody>
      </p:sp>
    </p:spTree>
    <p:extLst>
      <p:ext uri="{BB962C8B-B14F-4D97-AF65-F5344CB8AC3E}">
        <p14:creationId xmlns:p14="http://schemas.microsoft.com/office/powerpoint/2010/main" val="3284329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slideLayout" Target="../slideLayouts/slideLayout2.xml"/><Relationship Id="rId1" Type="http://schemas.openxmlformats.org/officeDocument/2006/relationships/video" Target="https://www.youtube.com/embed/k-GH3mbvUro?feature=oembed"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hyperlink" Target="https://circuitverse.org/users/5708/projects/gates-for-bcd-to-7-segment-decoder-dcb8a1e8-31ca-4eac-9a68-eed4f8c8c187"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4.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53.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ctrTitle"/>
          </p:nvPr>
        </p:nvSpPr>
        <p:spPr>
          <a:xfrm>
            <a:off x="6590662" y="4267832"/>
            <a:ext cx="4805996" cy="1297115"/>
          </a:xfrm>
        </p:spPr>
        <p:txBody>
          <a:bodyPr anchor="t">
            <a:normAutofit/>
          </a:bodyPr>
          <a:lstStyle/>
          <a:p>
            <a:pPr algn="l"/>
            <a:r>
              <a:rPr lang="es-ES" sz="4000">
                <a:solidFill>
                  <a:schemeClr val="tx2"/>
                </a:solidFill>
                <a:cs typeface="Calibri Light"/>
              </a:rPr>
              <a:t>UT1. Introducción los sistemas informáticos</a:t>
            </a:r>
            <a:endParaRPr lang="es-ES" sz="4000">
              <a:solidFill>
                <a:schemeClr val="tx2"/>
              </a:solidFill>
            </a:endParaRPr>
          </a:p>
        </p:txBody>
      </p:sp>
      <p:sp>
        <p:nvSpPr>
          <p:cNvPr id="3" name="Subtítulo 2"/>
          <p:cNvSpPr>
            <a:spLocks noGrp="1"/>
          </p:cNvSpPr>
          <p:nvPr>
            <p:ph type="subTitle" idx="1"/>
          </p:nvPr>
        </p:nvSpPr>
        <p:spPr>
          <a:xfrm>
            <a:off x="6590966" y="3428999"/>
            <a:ext cx="4805691" cy="838831"/>
          </a:xfrm>
        </p:spPr>
        <p:txBody>
          <a:bodyPr anchor="b">
            <a:normAutofit/>
          </a:bodyPr>
          <a:lstStyle/>
          <a:p>
            <a:pPr algn="l"/>
            <a:endParaRPr lang="es-ES" sz="2000">
              <a:solidFill>
                <a:schemeClr val="tx2"/>
              </a:solidFill>
            </a:endParaRPr>
          </a:p>
        </p:txBody>
      </p:sp>
      <p:pic>
        <p:nvPicPr>
          <p:cNvPr id="7" name="Graphic 6" descr="Ordenador">
            <a:extLst>
              <a:ext uri="{FF2B5EF4-FFF2-40B4-BE49-F238E27FC236}">
                <a16:creationId xmlns:a16="http://schemas.microsoft.com/office/drawing/2014/main" id="{1FAD1DB6-A80B-1D2C-B434-E378CB702D6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59961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Marcador de contenido 3" descr="Texto&#10;&#10;Descripción generada automáticamente">
            <a:extLst>
              <a:ext uri="{FF2B5EF4-FFF2-40B4-BE49-F238E27FC236}">
                <a16:creationId xmlns:a16="http://schemas.microsoft.com/office/drawing/2014/main" id="{AEF8A0CD-8BAC-83CE-3258-C08D9C246FD9}"/>
              </a:ext>
            </a:extLst>
          </p:cNvPr>
          <p:cNvPicPr>
            <a:picLocks noGrp="1" noChangeAspect="1"/>
          </p:cNvPicPr>
          <p:nvPr>
            <p:ph idx="1"/>
          </p:nvPr>
        </p:nvPicPr>
        <p:blipFill>
          <a:blip r:embed="rId2"/>
          <a:stretch>
            <a:fillRect/>
          </a:stretch>
        </p:blipFill>
        <p:spPr>
          <a:xfrm>
            <a:off x="2585466" y="643467"/>
            <a:ext cx="7021068" cy="5571065"/>
          </a:xfrm>
          <a:prstGeom prst="rect">
            <a:avLst/>
          </a:prstGeom>
          <a:ln>
            <a:noFill/>
          </a:ln>
        </p:spPr>
      </p:pic>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2977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PU con números binarios y placa base">
            <a:extLst>
              <a:ext uri="{FF2B5EF4-FFF2-40B4-BE49-F238E27FC236}">
                <a16:creationId xmlns:a16="http://schemas.microsoft.com/office/drawing/2014/main" id="{63CE8C20-B422-48AF-7C3D-4CE2628E44FC}"/>
              </a:ext>
            </a:extLst>
          </p:cNvPr>
          <p:cNvPicPr>
            <a:picLocks noChangeAspect="1"/>
          </p:cNvPicPr>
          <p:nvPr/>
        </p:nvPicPr>
        <p:blipFill rotWithShape="1">
          <a:blip r:embed="rId2"/>
          <a:srcRect l="30775" r="24849" b="-2"/>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6115317" y="405685"/>
            <a:ext cx="5464968" cy="1559301"/>
          </a:xfrm>
        </p:spPr>
        <p:txBody>
          <a:bodyPr>
            <a:normAutofit/>
          </a:bodyPr>
          <a:lstStyle/>
          <a:p>
            <a:r>
              <a:rPr lang="es-ES" sz="4000" dirty="0">
                <a:cs typeface="Calibri Light"/>
              </a:rPr>
              <a:t>Introducción</a:t>
            </a:r>
            <a:endParaRPr lang="es-ES" sz="4000" dirty="0"/>
          </a:p>
        </p:txBody>
      </p:sp>
      <p:sp>
        <p:nvSpPr>
          <p:cNvPr id="3" name="Marcador de contenido 2"/>
          <p:cNvSpPr>
            <a:spLocks noGrp="1"/>
          </p:cNvSpPr>
          <p:nvPr>
            <p:ph idx="1"/>
          </p:nvPr>
        </p:nvSpPr>
        <p:spPr>
          <a:xfrm>
            <a:off x="6115317" y="2743200"/>
            <a:ext cx="5247340" cy="3496878"/>
          </a:xfrm>
        </p:spPr>
        <p:txBody>
          <a:bodyPr anchor="ctr">
            <a:normAutofit/>
          </a:bodyPr>
          <a:lstStyle/>
          <a:p>
            <a:r>
              <a:rPr lang="es-ES" sz="2000"/>
              <a:t>Informática es una palabra de origen francés1 formada por la contracción de los vocablos </a:t>
            </a:r>
            <a:r>
              <a:rPr lang="es-ES" sz="2000" b="1"/>
              <a:t>infor</a:t>
            </a:r>
            <a:r>
              <a:rPr lang="es-ES" sz="2000"/>
              <a:t>mación y auto</a:t>
            </a:r>
            <a:r>
              <a:rPr lang="es-ES" sz="2000" b="1"/>
              <a:t>mática</a:t>
            </a:r>
            <a:r>
              <a:rPr lang="es-ES" sz="2000"/>
              <a:t>. La Real Academia Española de la lengua define la </a:t>
            </a:r>
            <a:r>
              <a:rPr lang="es-ES" sz="2000" b="1"/>
              <a:t>informática </a:t>
            </a:r>
            <a:r>
              <a:rPr lang="es-ES" sz="2000"/>
              <a:t>como </a:t>
            </a:r>
            <a:r>
              <a:rPr lang="es-ES" sz="2000" i="1"/>
              <a:t>el conjunto de conocimientos científicos y técnicas que hacen posible el tratamiento automático de la información por medio de ordenadores. </a:t>
            </a:r>
            <a:endParaRPr lang="es-ES" sz="2000"/>
          </a:p>
        </p:txBody>
      </p:sp>
    </p:spTree>
    <p:extLst>
      <p:ext uri="{BB962C8B-B14F-4D97-AF65-F5344CB8AC3E}">
        <p14:creationId xmlns:p14="http://schemas.microsoft.com/office/powerpoint/2010/main" val="1139891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p:cNvSpPr>
            <a:spLocks noGrp="1"/>
          </p:cNvSpPr>
          <p:nvPr>
            <p:ph type="title"/>
          </p:nvPr>
        </p:nvSpPr>
        <p:spPr>
          <a:xfrm>
            <a:off x="1371597" y="348865"/>
            <a:ext cx="10044023" cy="877729"/>
          </a:xfrm>
        </p:spPr>
        <p:txBody>
          <a:bodyPr anchor="ctr">
            <a:normAutofit/>
          </a:bodyPr>
          <a:lstStyle/>
          <a:p>
            <a:r>
              <a:rPr lang="es-ES" sz="4000" dirty="0">
                <a:solidFill>
                  <a:srgbClr val="FFFFFF"/>
                </a:solidFill>
                <a:cs typeface="Calibri Light"/>
              </a:rPr>
              <a:t>Introducción</a:t>
            </a:r>
            <a:endParaRPr lang="es-ES" sz="4000" dirty="0">
              <a:solidFill>
                <a:srgbClr val="FFFFFF"/>
              </a:solidFill>
            </a:endParaRP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76509781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4695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A45CD7D-0EAA-4286-89CB-17B096B47E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893572" y="573399"/>
            <a:ext cx="4869179" cy="1325563"/>
          </a:xfrm>
        </p:spPr>
        <p:txBody>
          <a:bodyPr anchor="t">
            <a:normAutofit/>
          </a:bodyPr>
          <a:lstStyle/>
          <a:p>
            <a:r>
              <a:rPr lang="es-ES" sz="3600" dirty="0">
                <a:solidFill>
                  <a:schemeClr val="tx2"/>
                </a:solidFill>
                <a:cs typeface="Calibri Light"/>
              </a:rPr>
              <a:t>Introducción</a:t>
            </a:r>
            <a:endParaRPr lang="es-ES" sz="3600" dirty="0">
              <a:solidFill>
                <a:schemeClr val="tx2"/>
              </a:solidFill>
            </a:endParaRPr>
          </a:p>
        </p:txBody>
      </p:sp>
      <p:sp>
        <p:nvSpPr>
          <p:cNvPr id="3" name="Marcador de contenido 2"/>
          <p:cNvSpPr>
            <a:spLocks noGrp="1"/>
          </p:cNvSpPr>
          <p:nvPr>
            <p:ph idx="1"/>
          </p:nvPr>
        </p:nvSpPr>
        <p:spPr>
          <a:xfrm>
            <a:off x="804672" y="1382165"/>
            <a:ext cx="4869179" cy="3047946"/>
          </a:xfrm>
        </p:spPr>
        <p:txBody>
          <a:bodyPr anchor="b">
            <a:normAutofit/>
          </a:bodyPr>
          <a:lstStyle/>
          <a:p>
            <a:r>
              <a:rPr lang="es-ES" sz="1800">
                <a:solidFill>
                  <a:schemeClr val="tx2"/>
                </a:solidFill>
              </a:rPr>
              <a:t>La palabra </a:t>
            </a:r>
            <a:r>
              <a:rPr lang="es-ES" sz="1800" i="1">
                <a:solidFill>
                  <a:schemeClr val="tx2"/>
                </a:solidFill>
              </a:rPr>
              <a:t>informática </a:t>
            </a:r>
            <a:r>
              <a:rPr lang="es-ES" sz="1800">
                <a:solidFill>
                  <a:schemeClr val="tx2"/>
                </a:solidFill>
              </a:rPr>
              <a:t>suele utilizarse como sinónimo de </a:t>
            </a:r>
            <a:r>
              <a:rPr lang="es-ES" sz="1800" b="1">
                <a:solidFill>
                  <a:schemeClr val="tx2"/>
                </a:solidFill>
              </a:rPr>
              <a:t>ciencia e ingeniería de los computadores </a:t>
            </a:r>
            <a:r>
              <a:rPr lang="es-ES" sz="1800">
                <a:solidFill>
                  <a:schemeClr val="tx2"/>
                </a:solidFill>
              </a:rPr>
              <a:t>(en inglés, </a:t>
            </a:r>
            <a:r>
              <a:rPr lang="es-ES" sz="1800" i="1">
                <a:solidFill>
                  <a:schemeClr val="tx2"/>
                </a:solidFill>
              </a:rPr>
              <a:t>Computer Science and Engineering</a:t>
            </a:r>
            <a:r>
              <a:rPr lang="es-ES" sz="1800">
                <a:solidFill>
                  <a:schemeClr val="tx2"/>
                </a:solidFill>
              </a:rPr>
              <a:t>), utilizándose habitualmente esta última terminología en los países anglosajones. </a:t>
            </a:r>
          </a:p>
        </p:txBody>
      </p:sp>
      <p:pic>
        <p:nvPicPr>
          <p:cNvPr id="5" name="Picture 4" descr="101010 líneas de datos hasta el infinito">
            <a:extLst>
              <a:ext uri="{FF2B5EF4-FFF2-40B4-BE49-F238E27FC236}">
                <a16:creationId xmlns:a16="http://schemas.microsoft.com/office/drawing/2014/main" id="{2B4F015F-2522-6025-AC3E-5CD96C582E9E}"/>
              </a:ext>
            </a:extLst>
          </p:cNvPr>
          <p:cNvPicPr>
            <a:picLocks noChangeAspect="1"/>
          </p:cNvPicPr>
          <p:nvPr/>
        </p:nvPicPr>
        <p:blipFill rotWithShape="1">
          <a:blip r:embed="rId2"/>
          <a:srcRect l="22064" r="18277" b="3"/>
          <a:stretch/>
        </p:blipFill>
        <p:spPr>
          <a:xfrm>
            <a:off x="5867401" y="10"/>
            <a:ext cx="6324144" cy="6857990"/>
          </a:xfrm>
          <a:prstGeom prst="rect">
            <a:avLst/>
          </a:prstGeom>
        </p:spPr>
      </p:pic>
      <p:grpSp>
        <p:nvGrpSpPr>
          <p:cNvPr id="11" name="Group 10">
            <a:extLst>
              <a:ext uri="{FF2B5EF4-FFF2-40B4-BE49-F238E27FC236}">
                <a16:creationId xmlns:a16="http://schemas.microsoft.com/office/drawing/2014/main" id="{48286062-8D5C-4E35-B944-FB01FCCC50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70456" y="0"/>
            <a:ext cx="6421545" cy="6858000"/>
            <a:chOff x="5770456" y="0"/>
            <a:chExt cx="6421545" cy="6858000"/>
          </a:xfrm>
        </p:grpSpPr>
        <p:sp>
          <p:nvSpPr>
            <p:cNvPr id="12" name="Freeform: Shape 11">
              <a:extLst>
                <a:ext uri="{FF2B5EF4-FFF2-40B4-BE49-F238E27FC236}">
                  <a16:creationId xmlns:a16="http://schemas.microsoft.com/office/drawing/2014/main" id="{082852A4-72C6-4F67-8305-BBAB26BAA7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76158" y="25327"/>
              <a:ext cx="6015842" cy="6832673"/>
            </a:xfrm>
            <a:custGeom>
              <a:avLst/>
              <a:gdLst>
                <a:gd name="connsiteX0" fmla="*/ 6015842 w 6015842"/>
                <a:gd name="connsiteY0" fmla="*/ 6607627 h 6832673"/>
                <a:gd name="connsiteX1" fmla="*/ 6015842 w 6015842"/>
                <a:gd name="connsiteY1" fmla="*/ 6832673 h 6832673"/>
                <a:gd name="connsiteX2" fmla="*/ 5735634 w 6015842"/>
                <a:gd name="connsiteY2" fmla="*/ 6832673 h 6832673"/>
                <a:gd name="connsiteX3" fmla="*/ 5818530 w 6015842"/>
                <a:gd name="connsiteY3" fmla="*/ 6767255 h 6832673"/>
                <a:gd name="connsiteX4" fmla="*/ 4633062 w 6015842"/>
                <a:gd name="connsiteY4" fmla="*/ 499 h 6832673"/>
                <a:gd name="connsiteX5" fmla="*/ 4830740 w 6015842"/>
                <a:gd name="connsiteY5" fmla="*/ 7861 h 6832673"/>
                <a:gd name="connsiteX6" fmla="*/ 5614049 w 6015842"/>
                <a:gd name="connsiteY6" fmla="*/ 130835 h 6832673"/>
                <a:gd name="connsiteX7" fmla="*/ 5900717 w 6015842"/>
                <a:gd name="connsiteY7" fmla="*/ 218147 h 6832673"/>
                <a:gd name="connsiteX8" fmla="*/ 6015842 w 6015842"/>
                <a:gd name="connsiteY8" fmla="*/ 264101 h 6832673"/>
                <a:gd name="connsiteX9" fmla="*/ 6015842 w 6015842"/>
                <a:gd name="connsiteY9" fmla="*/ 662291 h 6832673"/>
                <a:gd name="connsiteX10" fmla="*/ 5865183 w 6015842"/>
                <a:gd name="connsiteY10" fmla="*/ 601873 h 6832673"/>
                <a:gd name="connsiteX11" fmla="*/ 5522516 w 6015842"/>
                <a:gd name="connsiteY11" fmla="*/ 496937 h 6832673"/>
                <a:gd name="connsiteX12" fmla="*/ 4809762 w 6015842"/>
                <a:gd name="connsiteY12" fmla="*/ 394287 h 6832673"/>
                <a:gd name="connsiteX13" fmla="*/ 4087181 w 6015842"/>
                <a:gd name="connsiteY13" fmla="*/ 420838 h 6832673"/>
                <a:gd name="connsiteX14" fmla="*/ 3378242 w 6015842"/>
                <a:gd name="connsiteY14" fmla="*/ 571551 h 6832673"/>
                <a:gd name="connsiteX15" fmla="*/ 1488325 w 6015842"/>
                <a:gd name="connsiteY15" fmla="*/ 1639596 h 6832673"/>
                <a:gd name="connsiteX16" fmla="*/ 993256 w 6015842"/>
                <a:gd name="connsiteY16" fmla="*/ 2176884 h 6832673"/>
                <a:gd name="connsiteX17" fmla="*/ 601602 w 6015842"/>
                <a:gd name="connsiteY17" fmla="*/ 2794422 h 6832673"/>
                <a:gd name="connsiteX18" fmla="*/ 335805 w 6015842"/>
                <a:gd name="connsiteY18" fmla="*/ 3476785 h 6832673"/>
                <a:gd name="connsiteX19" fmla="*/ 238991 w 6015842"/>
                <a:gd name="connsiteY19" fmla="*/ 4205577 h 6832673"/>
                <a:gd name="connsiteX20" fmla="*/ 279770 w 6015842"/>
                <a:gd name="connsiteY20" fmla="*/ 4561593 h 6832673"/>
                <a:gd name="connsiteX21" fmla="*/ 400346 w 6015842"/>
                <a:gd name="connsiteY21" fmla="*/ 4894912 h 6832673"/>
                <a:gd name="connsiteX22" fmla="*/ 484398 w 6015842"/>
                <a:gd name="connsiteY22" fmla="*/ 5051706 h 6832673"/>
                <a:gd name="connsiteX23" fmla="*/ 580920 w 6015842"/>
                <a:gd name="connsiteY23" fmla="*/ 5203606 h 6832673"/>
                <a:gd name="connsiteX24" fmla="*/ 803883 w 6015842"/>
                <a:gd name="connsiteY24" fmla="*/ 5497171 h 6832673"/>
                <a:gd name="connsiteX25" fmla="*/ 1045184 w 6015842"/>
                <a:gd name="connsiteY25" fmla="*/ 5792959 h 6832673"/>
                <a:gd name="connsiteX26" fmla="*/ 1165173 w 6015842"/>
                <a:gd name="connsiteY26" fmla="*/ 5947381 h 6832673"/>
                <a:gd name="connsiteX27" fmla="*/ 1222822 w 6015842"/>
                <a:gd name="connsiteY27" fmla="*/ 6023035 h 6832673"/>
                <a:gd name="connsiteX28" fmla="*/ 1279296 w 6015842"/>
                <a:gd name="connsiteY28" fmla="*/ 6095720 h 6832673"/>
                <a:gd name="connsiteX29" fmla="*/ 1764538 w 6015842"/>
                <a:gd name="connsiteY29" fmla="*/ 6631821 h 6832673"/>
                <a:gd name="connsiteX30" fmla="*/ 1979400 w 6015842"/>
                <a:gd name="connsiteY30" fmla="*/ 6832673 h 6832673"/>
                <a:gd name="connsiteX31" fmla="*/ 1213789 w 6015842"/>
                <a:gd name="connsiteY31" fmla="*/ 6832673 h 6832673"/>
                <a:gd name="connsiteX32" fmla="*/ 1117208 w 6015842"/>
                <a:gd name="connsiteY32" fmla="*/ 6706732 h 6832673"/>
                <a:gd name="connsiteX33" fmla="*/ 894535 w 6015842"/>
                <a:gd name="connsiteY33" fmla="*/ 6375343 h 6832673"/>
                <a:gd name="connsiteX34" fmla="*/ 842461 w 6015842"/>
                <a:gd name="connsiteY34" fmla="*/ 6291085 h 6832673"/>
                <a:gd name="connsiteX35" fmla="*/ 792736 w 6015842"/>
                <a:gd name="connsiteY35" fmla="*/ 6209052 h 6832673"/>
                <a:gd name="connsiteX36" fmla="*/ 694454 w 6015842"/>
                <a:gd name="connsiteY36" fmla="*/ 6050330 h 6832673"/>
                <a:gd name="connsiteX37" fmla="*/ 490706 w 6015842"/>
                <a:gd name="connsiteY37" fmla="*/ 5724130 h 6832673"/>
                <a:gd name="connsiteX38" fmla="*/ 292239 w 6015842"/>
                <a:gd name="connsiteY38" fmla="*/ 5381020 h 6832673"/>
                <a:gd name="connsiteX39" fmla="*/ 202759 w 6015842"/>
                <a:gd name="connsiteY39" fmla="*/ 5199305 h 6832673"/>
                <a:gd name="connsiteX40" fmla="*/ 126628 w 6015842"/>
                <a:gd name="connsiteY40" fmla="*/ 5010171 h 6832673"/>
                <a:gd name="connsiteX41" fmla="*/ 67953 w 6015842"/>
                <a:gd name="connsiteY41" fmla="*/ 4812881 h 6832673"/>
                <a:gd name="connsiteX42" fmla="*/ 46243 w 6015842"/>
                <a:gd name="connsiteY42" fmla="*/ 4712306 h 6832673"/>
                <a:gd name="connsiteX43" fmla="*/ 36709 w 6015842"/>
                <a:gd name="connsiteY43" fmla="*/ 4661870 h 6832673"/>
                <a:gd name="connsiteX44" fmla="*/ 28789 w 6015842"/>
                <a:gd name="connsiteY44" fmla="*/ 4611286 h 6832673"/>
                <a:gd name="connsiteX45" fmla="*/ 38 w 6015842"/>
                <a:gd name="connsiteY45" fmla="*/ 4205577 h 6832673"/>
                <a:gd name="connsiteX46" fmla="*/ 81448 w 6015842"/>
                <a:gd name="connsiteY46" fmla="*/ 3416115 h 6832673"/>
                <a:gd name="connsiteX47" fmla="*/ 326122 w 6015842"/>
                <a:gd name="connsiteY47" fmla="*/ 2659581 h 6832673"/>
                <a:gd name="connsiteX48" fmla="*/ 1243505 w 6015842"/>
                <a:gd name="connsiteY48" fmla="*/ 1374811 h 6832673"/>
                <a:gd name="connsiteX49" fmla="*/ 1851817 w 6015842"/>
                <a:gd name="connsiteY49" fmla="*/ 871494 h 6832673"/>
                <a:gd name="connsiteX50" fmla="*/ 4040976 w 6015842"/>
                <a:gd name="connsiteY50" fmla="*/ 31151 h 6832673"/>
                <a:gd name="connsiteX51" fmla="*/ 4633062 w 6015842"/>
                <a:gd name="connsiteY51" fmla="*/ 499 h 6832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15842" h="6832673">
                  <a:moveTo>
                    <a:pt x="6015842" y="6607627"/>
                  </a:moveTo>
                  <a:lnTo>
                    <a:pt x="6015842" y="6832673"/>
                  </a:lnTo>
                  <a:lnTo>
                    <a:pt x="5735634" y="6832673"/>
                  </a:lnTo>
                  <a:lnTo>
                    <a:pt x="5818530" y="6767255"/>
                  </a:lnTo>
                  <a:close/>
                  <a:moveTo>
                    <a:pt x="4633062" y="499"/>
                  </a:moveTo>
                  <a:cubicBezTo>
                    <a:pt x="4698976" y="1486"/>
                    <a:pt x="4764884" y="3940"/>
                    <a:pt x="4830740" y="7861"/>
                  </a:cubicBezTo>
                  <a:cubicBezTo>
                    <a:pt x="5095128" y="23382"/>
                    <a:pt x="5357448" y="64564"/>
                    <a:pt x="5614049" y="130835"/>
                  </a:cubicBezTo>
                  <a:cubicBezTo>
                    <a:pt x="5710834" y="155913"/>
                    <a:pt x="5806471" y="185048"/>
                    <a:pt x="5900717" y="218147"/>
                  </a:cubicBezTo>
                  <a:lnTo>
                    <a:pt x="6015842" y="264101"/>
                  </a:lnTo>
                  <a:lnTo>
                    <a:pt x="6015842" y="662291"/>
                  </a:lnTo>
                  <a:lnTo>
                    <a:pt x="5865183" y="601873"/>
                  </a:lnTo>
                  <a:cubicBezTo>
                    <a:pt x="5753061" y="560521"/>
                    <a:pt x="5638663" y="525479"/>
                    <a:pt x="5522516" y="496937"/>
                  </a:cubicBezTo>
                  <a:cubicBezTo>
                    <a:pt x="5288740" y="439663"/>
                    <a:pt x="5050052" y="405286"/>
                    <a:pt x="4809762" y="394287"/>
                  </a:cubicBezTo>
                  <a:cubicBezTo>
                    <a:pt x="4568594" y="381810"/>
                    <a:pt x="4326810" y="390696"/>
                    <a:pt x="4087181" y="420838"/>
                  </a:cubicBezTo>
                  <a:cubicBezTo>
                    <a:pt x="3847216" y="451509"/>
                    <a:pt x="3610112" y="501913"/>
                    <a:pt x="3378242" y="571551"/>
                  </a:cubicBezTo>
                  <a:cubicBezTo>
                    <a:pt x="2679220" y="784970"/>
                    <a:pt x="2034383" y="1149380"/>
                    <a:pt x="1488325" y="1639596"/>
                  </a:cubicBezTo>
                  <a:cubicBezTo>
                    <a:pt x="1308517" y="1804150"/>
                    <a:pt x="1142887" y="1983894"/>
                    <a:pt x="993256" y="2176884"/>
                  </a:cubicBezTo>
                  <a:cubicBezTo>
                    <a:pt x="843445" y="2369563"/>
                    <a:pt x="712290" y="2576362"/>
                    <a:pt x="601602" y="2794422"/>
                  </a:cubicBezTo>
                  <a:cubicBezTo>
                    <a:pt x="489834" y="3011933"/>
                    <a:pt x="400757" y="3240628"/>
                    <a:pt x="335805" y="3476785"/>
                  </a:cubicBezTo>
                  <a:cubicBezTo>
                    <a:pt x="271624" y="3714276"/>
                    <a:pt x="239065" y="3959377"/>
                    <a:pt x="238991" y="4205577"/>
                  </a:cubicBezTo>
                  <a:cubicBezTo>
                    <a:pt x="239262" y="4325420"/>
                    <a:pt x="252943" y="4444849"/>
                    <a:pt x="279770" y="4561593"/>
                  </a:cubicBezTo>
                  <a:cubicBezTo>
                    <a:pt x="307988" y="4676763"/>
                    <a:pt x="348413" y="4788524"/>
                    <a:pt x="400346" y="4894912"/>
                  </a:cubicBezTo>
                  <a:cubicBezTo>
                    <a:pt x="426018" y="4948165"/>
                    <a:pt x="454327" y="5000381"/>
                    <a:pt x="484398" y="5051706"/>
                  </a:cubicBezTo>
                  <a:cubicBezTo>
                    <a:pt x="514468" y="5103033"/>
                    <a:pt x="547181" y="5153617"/>
                    <a:pt x="580920" y="5203606"/>
                  </a:cubicBezTo>
                  <a:cubicBezTo>
                    <a:pt x="649275" y="5303291"/>
                    <a:pt x="725259" y="5400008"/>
                    <a:pt x="803883" y="5497171"/>
                  </a:cubicBezTo>
                  <a:cubicBezTo>
                    <a:pt x="882508" y="5594333"/>
                    <a:pt x="965240" y="5691644"/>
                    <a:pt x="1045184" y="5792959"/>
                  </a:cubicBezTo>
                  <a:cubicBezTo>
                    <a:pt x="1085571" y="5843395"/>
                    <a:pt x="1125568" y="5894870"/>
                    <a:pt x="1165173" y="5947381"/>
                  </a:cubicBezTo>
                  <a:lnTo>
                    <a:pt x="1222822" y="6023035"/>
                  </a:lnTo>
                  <a:cubicBezTo>
                    <a:pt x="1241744" y="6047215"/>
                    <a:pt x="1259787" y="6072135"/>
                    <a:pt x="1279296" y="6095720"/>
                  </a:cubicBezTo>
                  <a:cubicBezTo>
                    <a:pt x="1430649" y="6283772"/>
                    <a:pt x="1592663" y="6462773"/>
                    <a:pt x="1764538" y="6631821"/>
                  </a:cubicBezTo>
                  <a:lnTo>
                    <a:pt x="1979400" y="6832673"/>
                  </a:lnTo>
                  <a:lnTo>
                    <a:pt x="1213789" y="6832673"/>
                  </a:lnTo>
                  <a:lnTo>
                    <a:pt x="1117208" y="6706732"/>
                  </a:lnTo>
                  <a:cubicBezTo>
                    <a:pt x="1038730" y="6598297"/>
                    <a:pt x="964066" y="6487930"/>
                    <a:pt x="894535" y="6375343"/>
                  </a:cubicBezTo>
                  <a:cubicBezTo>
                    <a:pt x="876640" y="6347454"/>
                    <a:pt x="859771" y="6319121"/>
                    <a:pt x="842461" y="6291085"/>
                  </a:cubicBezTo>
                  <a:lnTo>
                    <a:pt x="792736" y="6209052"/>
                  </a:lnTo>
                  <a:cubicBezTo>
                    <a:pt x="760903" y="6156245"/>
                    <a:pt x="727753" y="6103584"/>
                    <a:pt x="694454" y="6050330"/>
                  </a:cubicBezTo>
                  <a:lnTo>
                    <a:pt x="490706" y="5724130"/>
                  </a:lnTo>
                  <a:cubicBezTo>
                    <a:pt x="422643" y="5613617"/>
                    <a:pt x="355167" y="5499692"/>
                    <a:pt x="292239" y="5381020"/>
                  </a:cubicBezTo>
                  <a:cubicBezTo>
                    <a:pt x="260847" y="5321686"/>
                    <a:pt x="230631" y="5261310"/>
                    <a:pt x="202759" y="5199305"/>
                  </a:cubicBezTo>
                  <a:cubicBezTo>
                    <a:pt x="174889" y="5137299"/>
                    <a:pt x="149511" y="5074254"/>
                    <a:pt x="126628" y="5010171"/>
                  </a:cubicBezTo>
                  <a:cubicBezTo>
                    <a:pt x="103745" y="4946089"/>
                    <a:pt x="84529" y="4879485"/>
                    <a:pt x="67953" y="4812881"/>
                  </a:cubicBezTo>
                  <a:cubicBezTo>
                    <a:pt x="60179" y="4779355"/>
                    <a:pt x="52551" y="4745979"/>
                    <a:pt x="46243" y="4712306"/>
                  </a:cubicBezTo>
                  <a:lnTo>
                    <a:pt x="36709" y="4661870"/>
                  </a:lnTo>
                  <a:lnTo>
                    <a:pt x="28789" y="4611286"/>
                  </a:lnTo>
                  <a:cubicBezTo>
                    <a:pt x="8927" y="4476995"/>
                    <a:pt x="-684" y="4341352"/>
                    <a:pt x="38" y="4205577"/>
                  </a:cubicBezTo>
                  <a:cubicBezTo>
                    <a:pt x="735" y="3940316"/>
                    <a:pt x="28012" y="3675812"/>
                    <a:pt x="81448" y="3416115"/>
                  </a:cubicBezTo>
                  <a:cubicBezTo>
                    <a:pt x="134458" y="3155392"/>
                    <a:pt x="216542" y="2901597"/>
                    <a:pt x="326122" y="2659581"/>
                  </a:cubicBezTo>
                  <a:cubicBezTo>
                    <a:pt x="546153" y="2175993"/>
                    <a:pt x="866666" y="1743286"/>
                    <a:pt x="1243505" y="1374811"/>
                  </a:cubicBezTo>
                  <a:cubicBezTo>
                    <a:pt x="1432510" y="1190706"/>
                    <a:pt x="1635952" y="1022387"/>
                    <a:pt x="1851817" y="871494"/>
                  </a:cubicBezTo>
                  <a:cubicBezTo>
                    <a:pt x="2502124" y="413640"/>
                    <a:pt x="3254043" y="125004"/>
                    <a:pt x="4040976" y="31151"/>
                  </a:cubicBezTo>
                  <a:cubicBezTo>
                    <a:pt x="4237529" y="7767"/>
                    <a:pt x="4435320" y="-2463"/>
                    <a:pt x="4633062" y="499"/>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82154C63-89CC-45F5-9D0E-6FF8027BDA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97958" y="45549"/>
              <a:ext cx="5994043" cy="6812451"/>
            </a:xfrm>
            <a:custGeom>
              <a:avLst/>
              <a:gdLst>
                <a:gd name="connsiteX0" fmla="*/ 5994043 w 5994043"/>
                <a:gd name="connsiteY0" fmla="*/ 6088971 h 6812451"/>
                <a:gd name="connsiteX1" fmla="*/ 5994043 w 5994043"/>
                <a:gd name="connsiteY1" fmla="*/ 6812451 h 6812451"/>
                <a:gd name="connsiteX2" fmla="*/ 4989355 w 5994043"/>
                <a:gd name="connsiteY2" fmla="*/ 6812451 h 6812451"/>
                <a:gd name="connsiteX3" fmla="*/ 5129829 w 5994043"/>
                <a:gd name="connsiteY3" fmla="*/ 6731039 h 6812451"/>
                <a:gd name="connsiteX4" fmla="*/ 5840791 w 5994043"/>
                <a:gd name="connsiteY4" fmla="*/ 6209052 h 6812451"/>
                <a:gd name="connsiteX5" fmla="*/ 4646021 w 5994043"/>
                <a:gd name="connsiteY5" fmla="*/ 0 h 6812451"/>
                <a:gd name="connsiteX6" fmla="*/ 5834943 w 5994043"/>
                <a:gd name="connsiteY6" fmla="*/ 187955 h 6812451"/>
                <a:gd name="connsiteX7" fmla="*/ 5994043 w 5994043"/>
                <a:gd name="connsiteY7" fmla="*/ 246737 h 6812451"/>
                <a:gd name="connsiteX8" fmla="*/ 5994043 w 5994043"/>
                <a:gd name="connsiteY8" fmla="*/ 1234190 h 6812451"/>
                <a:gd name="connsiteX9" fmla="*/ 5813213 w 5994043"/>
                <a:gd name="connsiteY9" fmla="*/ 1136134 h 6812451"/>
                <a:gd name="connsiteX10" fmla="*/ 4645435 w 5994043"/>
                <a:gd name="connsiteY10" fmla="*/ 890335 h 6812451"/>
                <a:gd name="connsiteX11" fmla="*/ 3262616 w 5994043"/>
                <a:gd name="connsiteY11" fmla="*/ 1158830 h 6812451"/>
                <a:gd name="connsiteX12" fmla="*/ 2030445 w 5994043"/>
                <a:gd name="connsiteY12" fmla="*/ 1900528 h 6812451"/>
                <a:gd name="connsiteX13" fmla="*/ 1183473 w 5994043"/>
                <a:gd name="connsiteY13" fmla="*/ 2961898 h 6812451"/>
                <a:gd name="connsiteX14" fmla="*/ 880124 w 5994043"/>
                <a:gd name="connsiteY14" fmla="*/ 4180805 h 6812451"/>
                <a:gd name="connsiteX15" fmla="*/ 1381647 w 5994043"/>
                <a:gd name="connsiteY15" fmla="*/ 5288309 h 6812451"/>
                <a:gd name="connsiteX16" fmla="*/ 1651257 w 5994043"/>
                <a:gd name="connsiteY16" fmla="*/ 5671767 h 6812451"/>
                <a:gd name="connsiteX17" fmla="*/ 2679827 w 5994043"/>
                <a:gd name="connsiteY17" fmla="*/ 6733581 h 6812451"/>
                <a:gd name="connsiteX18" fmla="*/ 2818128 w 5994043"/>
                <a:gd name="connsiteY18" fmla="*/ 6812451 h 6812451"/>
                <a:gd name="connsiteX19" fmla="*/ 1420330 w 5994043"/>
                <a:gd name="connsiteY19" fmla="*/ 6812451 h 6812451"/>
                <a:gd name="connsiteX20" fmla="*/ 1286880 w 5994043"/>
                <a:gd name="connsiteY20" fmla="*/ 6661555 h 6812451"/>
                <a:gd name="connsiteX21" fmla="*/ 922515 w 5994043"/>
                <a:gd name="connsiteY21" fmla="*/ 6171671 h 6812451"/>
                <a:gd name="connsiteX22" fmla="*/ 0 w 5994043"/>
                <a:gd name="connsiteY22" fmla="*/ 4180805 h 6812451"/>
                <a:gd name="connsiteX23" fmla="*/ 4645435 w 5994043"/>
                <a:gd name="connsiteY23" fmla="*/ 298 h 6812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994043" h="6812451">
                  <a:moveTo>
                    <a:pt x="5994043" y="6088971"/>
                  </a:moveTo>
                  <a:lnTo>
                    <a:pt x="5994043" y="6812451"/>
                  </a:lnTo>
                  <a:lnTo>
                    <a:pt x="4989355" y="6812451"/>
                  </a:lnTo>
                  <a:lnTo>
                    <a:pt x="5129829" y="6731039"/>
                  </a:lnTo>
                  <a:cubicBezTo>
                    <a:pt x="5358317" y="6586623"/>
                    <a:pt x="5590395" y="6406975"/>
                    <a:pt x="5840791" y="6209052"/>
                  </a:cubicBezTo>
                  <a:close/>
                  <a:moveTo>
                    <a:pt x="4646021" y="0"/>
                  </a:moveTo>
                  <a:cubicBezTo>
                    <a:pt x="5075935" y="0"/>
                    <a:pt x="5473199" y="65804"/>
                    <a:pt x="5834943" y="187955"/>
                  </a:cubicBezTo>
                  <a:lnTo>
                    <a:pt x="5994043" y="246737"/>
                  </a:lnTo>
                  <a:lnTo>
                    <a:pt x="5994043" y="1234190"/>
                  </a:lnTo>
                  <a:lnTo>
                    <a:pt x="5813213" y="1136134"/>
                  </a:lnTo>
                  <a:cubicBezTo>
                    <a:pt x="5466151" y="973109"/>
                    <a:pt x="5073323" y="890335"/>
                    <a:pt x="4645435" y="890335"/>
                  </a:cubicBezTo>
                  <a:cubicBezTo>
                    <a:pt x="4193787" y="890335"/>
                    <a:pt x="3715146" y="983493"/>
                    <a:pt x="3262616" y="1158830"/>
                  </a:cubicBezTo>
                  <a:cubicBezTo>
                    <a:pt x="2813519" y="1334122"/>
                    <a:pt x="2396942" y="1584891"/>
                    <a:pt x="2030445" y="1900528"/>
                  </a:cubicBezTo>
                  <a:cubicBezTo>
                    <a:pt x="1672528" y="2210706"/>
                    <a:pt x="1379593" y="2577698"/>
                    <a:pt x="1183473" y="2961898"/>
                  </a:cubicBezTo>
                  <a:cubicBezTo>
                    <a:pt x="982804" y="3356334"/>
                    <a:pt x="880124" y="3766345"/>
                    <a:pt x="880124" y="4180805"/>
                  </a:cubicBezTo>
                  <a:cubicBezTo>
                    <a:pt x="880124" y="4577020"/>
                    <a:pt x="1033705" y="4806798"/>
                    <a:pt x="1381647" y="5288309"/>
                  </a:cubicBezTo>
                  <a:cubicBezTo>
                    <a:pt x="1468632" y="5408909"/>
                    <a:pt x="1558551" y="5533662"/>
                    <a:pt x="1651257" y="5671767"/>
                  </a:cubicBezTo>
                  <a:cubicBezTo>
                    <a:pt x="1979104" y="6160396"/>
                    <a:pt x="2315457" y="6507809"/>
                    <a:pt x="2679827" y="6733581"/>
                  </a:cubicBezTo>
                  <a:lnTo>
                    <a:pt x="2818128" y="6812451"/>
                  </a:lnTo>
                  <a:lnTo>
                    <a:pt x="1420330" y="6812451"/>
                  </a:lnTo>
                  <a:lnTo>
                    <a:pt x="1286880" y="6661555"/>
                  </a:lnTo>
                  <a:cubicBezTo>
                    <a:pt x="1160113" y="6509154"/>
                    <a:pt x="1039064" y="6345506"/>
                    <a:pt x="922515" y="6171671"/>
                  </a:cubicBezTo>
                  <a:cubicBezTo>
                    <a:pt x="474827" y="5504440"/>
                    <a:pt x="0" y="5046663"/>
                    <a:pt x="0" y="4180805"/>
                  </a:cubicBezTo>
                  <a:cubicBezTo>
                    <a:pt x="0" y="1872047"/>
                    <a:pt x="2339074" y="298"/>
                    <a:pt x="4645435" y="29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0B13941-99A3-4EAC-8E5F-8F18AA968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78976" y="45549"/>
              <a:ext cx="6013025" cy="6812451"/>
            </a:xfrm>
            <a:custGeom>
              <a:avLst/>
              <a:gdLst>
                <a:gd name="connsiteX0" fmla="*/ 6013025 w 6013025"/>
                <a:gd name="connsiteY0" fmla="*/ 6261711 h 6812451"/>
                <a:gd name="connsiteX1" fmla="*/ 6013025 w 6013025"/>
                <a:gd name="connsiteY1" fmla="*/ 6812451 h 6812451"/>
                <a:gd name="connsiteX2" fmla="*/ 5273640 w 6013025"/>
                <a:gd name="connsiteY2" fmla="*/ 6812451 h 6812451"/>
                <a:gd name="connsiteX3" fmla="*/ 5321464 w 6013025"/>
                <a:gd name="connsiteY3" fmla="*/ 6781445 h 6812451"/>
                <a:gd name="connsiteX4" fmla="*/ 5931296 w 6013025"/>
                <a:gd name="connsiteY4" fmla="*/ 6325796 h 6812451"/>
                <a:gd name="connsiteX5" fmla="*/ 4646022 w 6013025"/>
                <a:gd name="connsiteY5" fmla="*/ 0 h 6812451"/>
                <a:gd name="connsiteX6" fmla="*/ 6012842 w 6013025"/>
                <a:gd name="connsiteY6" fmla="*/ 253682 h 6812451"/>
                <a:gd name="connsiteX7" fmla="*/ 6013025 w 6013025"/>
                <a:gd name="connsiteY7" fmla="*/ 253762 h 6812451"/>
                <a:gd name="connsiteX8" fmla="*/ 6013025 w 6013025"/>
                <a:gd name="connsiteY8" fmla="*/ 1076411 h 6812451"/>
                <a:gd name="connsiteX9" fmla="*/ 5874968 w 6013025"/>
                <a:gd name="connsiteY9" fmla="*/ 1001590 h 6812451"/>
                <a:gd name="connsiteX10" fmla="*/ 4645435 w 6013025"/>
                <a:gd name="connsiteY10" fmla="*/ 741995 h 6812451"/>
                <a:gd name="connsiteX11" fmla="*/ 3209956 w 6013025"/>
                <a:gd name="connsiteY11" fmla="*/ 1021170 h 6812451"/>
                <a:gd name="connsiteX12" fmla="*/ 1935097 w 6013025"/>
                <a:gd name="connsiteY12" fmla="*/ 1787938 h 6812451"/>
                <a:gd name="connsiteX13" fmla="*/ 1053214 w 6013025"/>
                <a:gd name="connsiteY13" fmla="*/ 2893811 h 6812451"/>
                <a:gd name="connsiteX14" fmla="*/ 733436 w 6013025"/>
                <a:gd name="connsiteY14" fmla="*/ 4180805 h 6812451"/>
                <a:gd name="connsiteX15" fmla="*/ 1262683 w 6013025"/>
                <a:gd name="connsiteY15" fmla="*/ 5375977 h 6812451"/>
                <a:gd name="connsiteX16" fmla="*/ 1529361 w 6013025"/>
                <a:gd name="connsiteY16" fmla="*/ 5755283 h 6812451"/>
                <a:gd name="connsiteX17" fmla="*/ 2477042 w 6013025"/>
                <a:gd name="connsiteY17" fmla="*/ 6776885 h 6812451"/>
                <a:gd name="connsiteX18" fmla="*/ 2533056 w 6013025"/>
                <a:gd name="connsiteY18" fmla="*/ 6812451 h 6812451"/>
                <a:gd name="connsiteX19" fmla="*/ 1420329 w 6013025"/>
                <a:gd name="connsiteY19" fmla="*/ 6812451 h 6812451"/>
                <a:gd name="connsiteX20" fmla="*/ 1286880 w 6013025"/>
                <a:gd name="connsiteY20" fmla="*/ 6661555 h 6812451"/>
                <a:gd name="connsiteX21" fmla="*/ 922515 w 6013025"/>
                <a:gd name="connsiteY21" fmla="*/ 6171671 h 6812451"/>
                <a:gd name="connsiteX22" fmla="*/ 0 w 6013025"/>
                <a:gd name="connsiteY22" fmla="*/ 4180805 h 6812451"/>
                <a:gd name="connsiteX23" fmla="*/ 4645435 w 6013025"/>
                <a:gd name="connsiteY23" fmla="*/ 298 h 6812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13025" h="6812451">
                  <a:moveTo>
                    <a:pt x="6013025" y="6261711"/>
                  </a:moveTo>
                  <a:lnTo>
                    <a:pt x="6013025" y="6812451"/>
                  </a:lnTo>
                  <a:lnTo>
                    <a:pt x="5273640" y="6812451"/>
                  </a:lnTo>
                  <a:lnTo>
                    <a:pt x="5321464" y="6781445"/>
                  </a:lnTo>
                  <a:cubicBezTo>
                    <a:pt x="5513938" y="6651587"/>
                    <a:pt x="5713420" y="6497963"/>
                    <a:pt x="5931296" y="6325796"/>
                  </a:cubicBezTo>
                  <a:close/>
                  <a:moveTo>
                    <a:pt x="4646022" y="0"/>
                  </a:moveTo>
                  <a:cubicBezTo>
                    <a:pt x="5147587" y="0"/>
                    <a:pt x="5604713" y="89566"/>
                    <a:pt x="6012842" y="253682"/>
                  </a:cubicBezTo>
                  <a:lnTo>
                    <a:pt x="6013025" y="253762"/>
                  </a:lnTo>
                  <a:lnTo>
                    <a:pt x="6013025" y="1076411"/>
                  </a:lnTo>
                  <a:lnTo>
                    <a:pt x="5874968" y="1001590"/>
                  </a:lnTo>
                  <a:cubicBezTo>
                    <a:pt x="5508543" y="829367"/>
                    <a:pt x="5094739" y="741995"/>
                    <a:pt x="4645435" y="741995"/>
                  </a:cubicBezTo>
                  <a:cubicBezTo>
                    <a:pt x="4168703" y="741995"/>
                    <a:pt x="3685809" y="835895"/>
                    <a:pt x="3209956" y="1021170"/>
                  </a:cubicBezTo>
                  <a:cubicBezTo>
                    <a:pt x="2745309" y="1202264"/>
                    <a:pt x="2314283" y="1461517"/>
                    <a:pt x="1935097" y="1787938"/>
                  </a:cubicBezTo>
                  <a:cubicBezTo>
                    <a:pt x="1557525" y="2115028"/>
                    <a:pt x="1260777" y="2487212"/>
                    <a:pt x="1053214" y="2893811"/>
                  </a:cubicBezTo>
                  <a:cubicBezTo>
                    <a:pt x="840958" y="3309458"/>
                    <a:pt x="733436" y="3742460"/>
                    <a:pt x="733436" y="4180805"/>
                  </a:cubicBezTo>
                  <a:cubicBezTo>
                    <a:pt x="733436" y="4622561"/>
                    <a:pt x="905208" y="4880374"/>
                    <a:pt x="1262683" y="5375977"/>
                  </a:cubicBezTo>
                  <a:cubicBezTo>
                    <a:pt x="1348936" y="5495539"/>
                    <a:pt x="1438122" y="5619106"/>
                    <a:pt x="1529361" y="5755283"/>
                  </a:cubicBezTo>
                  <a:cubicBezTo>
                    <a:pt x="1828942" y="6201779"/>
                    <a:pt x="2138082" y="6538284"/>
                    <a:pt x="2477042" y="6776885"/>
                  </a:cubicBezTo>
                  <a:lnTo>
                    <a:pt x="2533056" y="6812451"/>
                  </a:lnTo>
                  <a:lnTo>
                    <a:pt x="1420329" y="6812451"/>
                  </a:lnTo>
                  <a:lnTo>
                    <a:pt x="1286880" y="6661555"/>
                  </a:lnTo>
                  <a:cubicBezTo>
                    <a:pt x="1160113" y="6509154"/>
                    <a:pt x="1039064" y="6345506"/>
                    <a:pt x="922515" y="6171671"/>
                  </a:cubicBezTo>
                  <a:cubicBezTo>
                    <a:pt x="474827" y="5504440"/>
                    <a:pt x="0" y="5046663"/>
                    <a:pt x="0" y="4180805"/>
                  </a:cubicBezTo>
                  <a:cubicBezTo>
                    <a:pt x="0" y="1872047"/>
                    <a:pt x="2339075" y="298"/>
                    <a:pt x="4645435" y="29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5" name="Freeform: Shape 14">
              <a:extLst>
                <a:ext uri="{FF2B5EF4-FFF2-40B4-BE49-F238E27FC236}">
                  <a16:creationId xmlns:a16="http://schemas.microsoft.com/office/drawing/2014/main" id="{D29D3E4A-261C-4E2A-80F0-862C63B4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5112" y="0"/>
              <a:ext cx="6156889" cy="6858000"/>
            </a:xfrm>
            <a:custGeom>
              <a:avLst/>
              <a:gdLst>
                <a:gd name="connsiteX0" fmla="*/ 2697511 w 6156889"/>
                <a:gd name="connsiteY0" fmla="*/ 0 h 6858000"/>
                <a:gd name="connsiteX1" fmla="*/ 6012777 w 6156889"/>
                <a:gd name="connsiteY1" fmla="*/ 0 h 6858000"/>
                <a:gd name="connsiteX2" fmla="*/ 6130331 w 6156889"/>
                <a:gd name="connsiteY2" fmla="*/ 54136 h 6858000"/>
                <a:gd name="connsiteX3" fmla="*/ 6156889 w 6156889"/>
                <a:gd name="connsiteY3" fmla="*/ 68258 h 6858000"/>
                <a:gd name="connsiteX4" fmla="*/ 6156889 w 6156889"/>
                <a:gd name="connsiteY4" fmla="*/ 430986 h 6858000"/>
                <a:gd name="connsiteX5" fmla="*/ 5996798 w 6156889"/>
                <a:gd name="connsiteY5" fmla="*/ 361212 h 6858000"/>
                <a:gd name="connsiteX6" fmla="*/ 5637513 w 6156889"/>
                <a:gd name="connsiteY6" fmla="*/ 243549 h 6858000"/>
                <a:gd name="connsiteX7" fmla="*/ 5269544 w 6156889"/>
                <a:gd name="connsiteY7" fmla="*/ 169380 h 6858000"/>
                <a:gd name="connsiteX8" fmla="*/ 4898545 w 6156889"/>
                <a:gd name="connsiteY8" fmla="*/ 136002 h 6858000"/>
                <a:gd name="connsiteX9" fmla="*/ 4736575 w 6156889"/>
                <a:gd name="connsiteY9" fmla="*/ 132591 h 6858000"/>
                <a:gd name="connsiteX10" fmla="*/ 4152501 w 6156889"/>
                <a:gd name="connsiteY10" fmla="*/ 177093 h 6858000"/>
                <a:gd name="connsiteX11" fmla="*/ 3785688 w 6156889"/>
                <a:gd name="connsiteY11" fmla="*/ 251263 h 6858000"/>
                <a:gd name="connsiteX12" fmla="*/ 3424793 w 6156889"/>
                <a:gd name="connsiteY12" fmla="*/ 356583 h 6858000"/>
                <a:gd name="connsiteX13" fmla="*/ 3073425 w 6156889"/>
                <a:gd name="connsiteY13" fmla="*/ 490979 h 6858000"/>
                <a:gd name="connsiteX14" fmla="*/ 2732162 w 6156889"/>
                <a:gd name="connsiteY14" fmla="*/ 653411 h 6858000"/>
                <a:gd name="connsiteX15" fmla="*/ 2083562 w 6156889"/>
                <a:gd name="connsiteY15" fmla="*/ 1054373 h 6858000"/>
                <a:gd name="connsiteX16" fmla="*/ 1930543 w 6156889"/>
                <a:gd name="connsiteY16" fmla="*/ 1169336 h 6858000"/>
                <a:gd name="connsiteX17" fmla="*/ 1867890 w 6156889"/>
                <a:gd name="connsiteY17" fmla="*/ 1218733 h 6858000"/>
                <a:gd name="connsiteX18" fmla="*/ 1855187 w 6156889"/>
                <a:gd name="connsiteY18" fmla="*/ 1228968 h 6858000"/>
                <a:gd name="connsiteX19" fmla="*/ 1781565 w 6156889"/>
                <a:gd name="connsiteY19" fmla="*/ 1289343 h 6858000"/>
                <a:gd name="connsiteX20" fmla="*/ 1495015 w 6156889"/>
                <a:gd name="connsiteY20" fmla="*/ 1547751 h 6858000"/>
                <a:gd name="connsiteX21" fmla="*/ 984708 w 6156889"/>
                <a:gd name="connsiteY21" fmla="*/ 2132951 h 6858000"/>
                <a:gd name="connsiteX22" fmla="*/ 767305 w 6156889"/>
                <a:gd name="connsiteY22" fmla="*/ 2459299 h 6858000"/>
                <a:gd name="connsiteX23" fmla="*/ 582382 w 6156889"/>
                <a:gd name="connsiteY23" fmla="*/ 2806859 h 6858000"/>
                <a:gd name="connsiteX24" fmla="*/ 541818 w 6156889"/>
                <a:gd name="connsiteY24" fmla="*/ 2895863 h 6858000"/>
                <a:gd name="connsiteX25" fmla="*/ 521896 w 6156889"/>
                <a:gd name="connsiteY25" fmla="*/ 2940364 h 6858000"/>
                <a:gd name="connsiteX26" fmla="*/ 503130 w 6156889"/>
                <a:gd name="connsiteY26" fmla="*/ 2985756 h 6858000"/>
                <a:gd name="connsiteX27" fmla="*/ 500243 w 6156889"/>
                <a:gd name="connsiteY27" fmla="*/ 2992728 h 6858000"/>
                <a:gd name="connsiteX28" fmla="*/ 467329 w 6156889"/>
                <a:gd name="connsiteY28" fmla="*/ 3077133 h 6858000"/>
                <a:gd name="connsiteX29" fmla="*/ 454626 w 6156889"/>
                <a:gd name="connsiteY29" fmla="*/ 3111399 h 6858000"/>
                <a:gd name="connsiteX30" fmla="*/ 433548 w 6156889"/>
                <a:gd name="connsiteY30" fmla="*/ 3170735 h 6858000"/>
                <a:gd name="connsiteX31" fmla="*/ 433548 w 6156889"/>
                <a:gd name="connsiteY31" fmla="*/ 3171477 h 6858000"/>
                <a:gd name="connsiteX32" fmla="*/ 323692 w 6156889"/>
                <a:gd name="connsiteY32" fmla="*/ 3552414 h 6858000"/>
                <a:gd name="connsiteX33" fmla="*/ 234768 w 6156889"/>
                <a:gd name="connsiteY33" fmla="*/ 4341877 h 6858000"/>
                <a:gd name="connsiteX34" fmla="*/ 273600 w 6156889"/>
                <a:gd name="connsiteY34" fmla="*/ 4733940 h 6858000"/>
                <a:gd name="connsiteX35" fmla="*/ 386489 w 6156889"/>
                <a:gd name="connsiteY35" fmla="*/ 5105974 h 6858000"/>
                <a:gd name="connsiteX36" fmla="*/ 413628 w 6156889"/>
                <a:gd name="connsiteY36" fmla="*/ 5168870 h 6858000"/>
                <a:gd name="connsiteX37" fmla="*/ 425176 w 6156889"/>
                <a:gd name="connsiteY37" fmla="*/ 5194384 h 6858000"/>
                <a:gd name="connsiteX38" fmla="*/ 435570 w 6156889"/>
                <a:gd name="connsiteY38" fmla="*/ 5215745 h 6858000"/>
                <a:gd name="connsiteX39" fmla="*/ 468194 w 6156889"/>
                <a:gd name="connsiteY39" fmla="*/ 5280867 h 6858000"/>
                <a:gd name="connsiteX40" fmla="*/ 564915 w 6156889"/>
                <a:gd name="connsiteY40" fmla="*/ 5450715 h 6858000"/>
                <a:gd name="connsiteX41" fmla="*/ 672174 w 6156889"/>
                <a:gd name="connsiteY41" fmla="*/ 5615521 h 6858000"/>
                <a:gd name="connsiteX42" fmla="*/ 787660 w 6156889"/>
                <a:gd name="connsiteY42" fmla="*/ 5777360 h 6858000"/>
                <a:gd name="connsiteX43" fmla="*/ 933894 w 6156889"/>
                <a:gd name="connsiteY43" fmla="*/ 5971536 h 6858000"/>
                <a:gd name="connsiteX44" fmla="*/ 1030614 w 6156889"/>
                <a:gd name="connsiteY44" fmla="*/ 6098961 h 6858000"/>
                <a:gd name="connsiteX45" fmla="*/ 1152885 w 6156889"/>
                <a:gd name="connsiteY45" fmla="*/ 6263172 h 6858000"/>
                <a:gd name="connsiteX46" fmla="*/ 1215248 w 6156889"/>
                <a:gd name="connsiteY46" fmla="*/ 6350397 h 6858000"/>
                <a:gd name="connsiteX47" fmla="*/ 1271259 w 6156889"/>
                <a:gd name="connsiteY47" fmla="*/ 6428720 h 6858000"/>
                <a:gd name="connsiteX48" fmla="*/ 1369279 w 6156889"/>
                <a:gd name="connsiteY48" fmla="*/ 6561483 h 6858000"/>
                <a:gd name="connsiteX49" fmla="*/ 1388190 w 6156889"/>
                <a:gd name="connsiteY49" fmla="*/ 6586701 h 6858000"/>
                <a:gd name="connsiteX50" fmla="*/ 1397717 w 6156889"/>
                <a:gd name="connsiteY50" fmla="*/ 6598865 h 6858000"/>
                <a:gd name="connsiteX51" fmla="*/ 1510605 w 6156889"/>
                <a:gd name="connsiteY51" fmla="*/ 6739342 h 6858000"/>
                <a:gd name="connsiteX52" fmla="*/ 1613307 w 6156889"/>
                <a:gd name="connsiteY52" fmla="*/ 6858000 h 6858000"/>
                <a:gd name="connsiteX53" fmla="*/ 916995 w 6156889"/>
                <a:gd name="connsiteY53" fmla="*/ 6858000 h 6858000"/>
                <a:gd name="connsiteX54" fmla="*/ 818055 w 6156889"/>
                <a:gd name="connsiteY54" fmla="*/ 6724213 h 6858000"/>
                <a:gd name="connsiteX55" fmla="*/ 590467 w 6156889"/>
                <a:gd name="connsiteY55" fmla="*/ 6365824 h 6858000"/>
                <a:gd name="connsiteX56" fmla="*/ 1 w 6156889"/>
                <a:gd name="connsiteY56" fmla="*/ 4123180 h 6858000"/>
                <a:gd name="connsiteX57" fmla="*/ 2644788 w 6156889"/>
                <a:gd name="connsiteY57" fmla="*/ 213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6889" h="6858000">
                  <a:moveTo>
                    <a:pt x="2697511" y="0"/>
                  </a:moveTo>
                  <a:lnTo>
                    <a:pt x="6012777" y="0"/>
                  </a:lnTo>
                  <a:lnTo>
                    <a:pt x="6130331" y="54136"/>
                  </a:lnTo>
                  <a:lnTo>
                    <a:pt x="6156889" y="68258"/>
                  </a:lnTo>
                  <a:lnTo>
                    <a:pt x="6156889" y="430986"/>
                  </a:lnTo>
                  <a:lnTo>
                    <a:pt x="5996798" y="361212"/>
                  </a:lnTo>
                  <a:cubicBezTo>
                    <a:pt x="5879619" y="314469"/>
                    <a:pt x="5759632" y="275159"/>
                    <a:pt x="5637513" y="243549"/>
                  </a:cubicBezTo>
                  <a:cubicBezTo>
                    <a:pt x="5516267" y="211953"/>
                    <a:pt x="5393420" y="187194"/>
                    <a:pt x="5269544" y="169380"/>
                  </a:cubicBezTo>
                  <a:cubicBezTo>
                    <a:pt x="5146509" y="151850"/>
                    <a:pt x="5022677" y="140710"/>
                    <a:pt x="4898545" y="136002"/>
                  </a:cubicBezTo>
                  <a:cubicBezTo>
                    <a:pt x="4844843" y="133778"/>
                    <a:pt x="4790421" y="132591"/>
                    <a:pt x="4736575" y="132591"/>
                  </a:cubicBezTo>
                  <a:cubicBezTo>
                    <a:pt x="4541085" y="132750"/>
                    <a:pt x="4345869" y="147625"/>
                    <a:pt x="4152501" y="177093"/>
                  </a:cubicBezTo>
                  <a:cubicBezTo>
                    <a:pt x="4025611" y="197711"/>
                    <a:pt x="3902184" y="222484"/>
                    <a:pt x="3785688" y="251263"/>
                  </a:cubicBezTo>
                  <a:cubicBezTo>
                    <a:pt x="3659662" y="282414"/>
                    <a:pt x="3538548" y="318163"/>
                    <a:pt x="3424793" y="356583"/>
                  </a:cubicBezTo>
                  <a:cubicBezTo>
                    <a:pt x="3306130" y="396636"/>
                    <a:pt x="3188333" y="441582"/>
                    <a:pt x="3073425" y="490979"/>
                  </a:cubicBezTo>
                  <a:cubicBezTo>
                    <a:pt x="2958516" y="540376"/>
                    <a:pt x="2843751" y="595114"/>
                    <a:pt x="2732162" y="653411"/>
                  </a:cubicBezTo>
                  <a:cubicBezTo>
                    <a:pt x="2507123" y="771357"/>
                    <a:pt x="2290398" y="905336"/>
                    <a:pt x="2083562" y="1054373"/>
                  </a:cubicBezTo>
                  <a:cubicBezTo>
                    <a:pt x="2041265" y="1085080"/>
                    <a:pt x="1985686" y="1125874"/>
                    <a:pt x="1930543" y="1169336"/>
                  </a:cubicBezTo>
                  <a:cubicBezTo>
                    <a:pt x="1909611" y="1185209"/>
                    <a:pt x="1888390" y="1202268"/>
                    <a:pt x="1867890" y="1218733"/>
                  </a:cubicBezTo>
                  <a:lnTo>
                    <a:pt x="1855187" y="1228968"/>
                  </a:lnTo>
                  <a:cubicBezTo>
                    <a:pt x="1828481" y="1249736"/>
                    <a:pt x="1803074" y="1271097"/>
                    <a:pt x="1781565" y="1289343"/>
                  </a:cubicBezTo>
                  <a:cubicBezTo>
                    <a:pt x="1674740" y="1379238"/>
                    <a:pt x="1581630" y="1463791"/>
                    <a:pt x="1495015" y="1547751"/>
                  </a:cubicBezTo>
                  <a:cubicBezTo>
                    <a:pt x="1309115" y="1727642"/>
                    <a:pt x="1138401" y="1923407"/>
                    <a:pt x="984708" y="2132951"/>
                  </a:cubicBezTo>
                  <a:cubicBezTo>
                    <a:pt x="906322" y="2240646"/>
                    <a:pt x="833132" y="2350417"/>
                    <a:pt x="767305" y="2459299"/>
                  </a:cubicBezTo>
                  <a:cubicBezTo>
                    <a:pt x="693682" y="2584350"/>
                    <a:pt x="633197" y="2697681"/>
                    <a:pt x="582382" y="2806859"/>
                  </a:cubicBezTo>
                  <a:cubicBezTo>
                    <a:pt x="567369" y="2837564"/>
                    <a:pt x="553511" y="2868864"/>
                    <a:pt x="541818" y="2895863"/>
                  </a:cubicBezTo>
                  <a:lnTo>
                    <a:pt x="521896" y="2940364"/>
                  </a:lnTo>
                  <a:lnTo>
                    <a:pt x="503130" y="2985756"/>
                  </a:lnTo>
                  <a:lnTo>
                    <a:pt x="500243" y="2992728"/>
                  </a:lnTo>
                  <a:cubicBezTo>
                    <a:pt x="488550" y="3021655"/>
                    <a:pt x="477433" y="3049097"/>
                    <a:pt x="467329" y="3077133"/>
                  </a:cubicBezTo>
                  <a:cubicBezTo>
                    <a:pt x="463143" y="3088555"/>
                    <a:pt x="458955" y="3099978"/>
                    <a:pt x="454626" y="3111399"/>
                  </a:cubicBezTo>
                  <a:cubicBezTo>
                    <a:pt x="447119" y="3132315"/>
                    <a:pt x="439900" y="3151302"/>
                    <a:pt x="433548" y="3170735"/>
                  </a:cubicBezTo>
                  <a:lnTo>
                    <a:pt x="433548" y="3171477"/>
                  </a:lnTo>
                  <a:cubicBezTo>
                    <a:pt x="389714" y="3296142"/>
                    <a:pt x="353032" y="3423342"/>
                    <a:pt x="323692" y="3552414"/>
                  </a:cubicBezTo>
                  <a:cubicBezTo>
                    <a:pt x="264660" y="3811192"/>
                    <a:pt x="234820" y="4076083"/>
                    <a:pt x="234768" y="4341877"/>
                  </a:cubicBezTo>
                  <a:cubicBezTo>
                    <a:pt x="235675" y="4473528"/>
                    <a:pt x="248676" y="4604795"/>
                    <a:pt x="273600" y="4733940"/>
                  </a:cubicBezTo>
                  <a:cubicBezTo>
                    <a:pt x="298849" y="4861570"/>
                    <a:pt x="336674" y="4986220"/>
                    <a:pt x="386489" y="5105974"/>
                  </a:cubicBezTo>
                  <a:cubicBezTo>
                    <a:pt x="394716" y="5126742"/>
                    <a:pt x="403955" y="5147213"/>
                    <a:pt x="413628" y="5168870"/>
                  </a:cubicBezTo>
                  <a:cubicBezTo>
                    <a:pt x="417526" y="5177327"/>
                    <a:pt x="421423" y="5185781"/>
                    <a:pt x="425176" y="5194384"/>
                  </a:cubicBezTo>
                  <a:lnTo>
                    <a:pt x="435570" y="5215745"/>
                  </a:lnTo>
                  <a:cubicBezTo>
                    <a:pt x="446542" y="5238442"/>
                    <a:pt x="456936" y="5259803"/>
                    <a:pt x="468194" y="5280867"/>
                  </a:cubicBezTo>
                  <a:cubicBezTo>
                    <a:pt x="494035" y="5332043"/>
                    <a:pt x="523773" y="5383816"/>
                    <a:pt x="564915" y="5450715"/>
                  </a:cubicBezTo>
                  <a:cubicBezTo>
                    <a:pt x="597108" y="5503526"/>
                    <a:pt x="631176" y="5554998"/>
                    <a:pt x="672174" y="5615521"/>
                  </a:cubicBezTo>
                  <a:cubicBezTo>
                    <a:pt x="710284" y="5671296"/>
                    <a:pt x="750127" y="5726035"/>
                    <a:pt x="787660" y="5777360"/>
                  </a:cubicBezTo>
                  <a:cubicBezTo>
                    <a:pt x="835442" y="5842333"/>
                    <a:pt x="885534" y="5908046"/>
                    <a:pt x="933894" y="5971536"/>
                  </a:cubicBezTo>
                  <a:cubicBezTo>
                    <a:pt x="965654" y="6013219"/>
                    <a:pt x="996978" y="6054311"/>
                    <a:pt x="1030614" y="6098961"/>
                  </a:cubicBezTo>
                  <a:cubicBezTo>
                    <a:pt x="1064250" y="6143611"/>
                    <a:pt x="1108567" y="6202502"/>
                    <a:pt x="1152885" y="6263172"/>
                  </a:cubicBezTo>
                  <a:cubicBezTo>
                    <a:pt x="1173816" y="6291949"/>
                    <a:pt x="1195904" y="6322954"/>
                    <a:pt x="1215248" y="6350397"/>
                  </a:cubicBezTo>
                  <a:cubicBezTo>
                    <a:pt x="1234593" y="6377839"/>
                    <a:pt x="1252925" y="6403651"/>
                    <a:pt x="1271259" y="6428720"/>
                  </a:cubicBezTo>
                  <a:cubicBezTo>
                    <a:pt x="1302873" y="6473517"/>
                    <a:pt x="1336653" y="6518317"/>
                    <a:pt x="1369279" y="6561483"/>
                  </a:cubicBezTo>
                  <a:lnTo>
                    <a:pt x="1388190" y="6586701"/>
                  </a:lnTo>
                  <a:lnTo>
                    <a:pt x="1397717" y="6598865"/>
                  </a:lnTo>
                  <a:cubicBezTo>
                    <a:pt x="1434238" y="6645443"/>
                    <a:pt x="1472061" y="6693653"/>
                    <a:pt x="1510605" y="6739342"/>
                  </a:cubicBezTo>
                  <a:lnTo>
                    <a:pt x="1613307" y="6858000"/>
                  </a:lnTo>
                  <a:lnTo>
                    <a:pt x="916995" y="6858000"/>
                  </a:lnTo>
                  <a:lnTo>
                    <a:pt x="818055" y="6724213"/>
                  </a:lnTo>
                  <a:cubicBezTo>
                    <a:pt x="736876" y="6608833"/>
                    <a:pt x="660902" y="6489255"/>
                    <a:pt x="590467" y="6365824"/>
                  </a:cubicBezTo>
                  <a:cubicBezTo>
                    <a:pt x="203909" y="5685167"/>
                    <a:pt x="149" y="4911263"/>
                    <a:pt x="1" y="4123180"/>
                  </a:cubicBezTo>
                  <a:cubicBezTo>
                    <a:pt x="-341" y="2279490"/>
                    <a:pt x="1090234" y="697390"/>
                    <a:pt x="2644788" y="21373"/>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6" name="Freeform: Shape 15">
              <a:extLst>
                <a:ext uri="{FF2B5EF4-FFF2-40B4-BE49-F238E27FC236}">
                  <a16:creationId xmlns:a16="http://schemas.microsoft.com/office/drawing/2014/main" id="{999573BB-B159-46A3-BE3E-50BBD6D0C2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0456" y="0"/>
              <a:ext cx="6421544" cy="6858000"/>
            </a:xfrm>
            <a:custGeom>
              <a:avLst/>
              <a:gdLst>
                <a:gd name="connsiteX0" fmla="*/ 6209767 w 6421544"/>
                <a:gd name="connsiteY0" fmla="*/ 0 h 6858000"/>
                <a:gd name="connsiteX1" fmla="*/ 6421544 w 6421544"/>
                <a:gd name="connsiteY1" fmla="*/ 0 h 6858000"/>
                <a:gd name="connsiteX2" fmla="*/ 6421544 w 6421544"/>
                <a:gd name="connsiteY2" fmla="*/ 85748 h 6858000"/>
                <a:gd name="connsiteX3" fmla="*/ 6399563 w 6421544"/>
                <a:gd name="connsiteY3" fmla="*/ 75695 h 6858000"/>
                <a:gd name="connsiteX4" fmla="*/ 0 w 6421544"/>
                <a:gd name="connsiteY4" fmla="*/ 0 h 6858000"/>
                <a:gd name="connsiteX5" fmla="*/ 3188107 w 6421544"/>
                <a:gd name="connsiteY5" fmla="*/ 0 h 6858000"/>
                <a:gd name="connsiteX6" fmla="*/ 2888485 w 6421544"/>
                <a:gd name="connsiteY6" fmla="*/ 124347 h 6858000"/>
                <a:gd name="connsiteX7" fmla="*/ 329300 w 6421544"/>
                <a:gd name="connsiteY7" fmla="*/ 4148123 h 6858000"/>
                <a:gd name="connsiteX8" fmla="*/ 1105238 w 6421544"/>
                <a:gd name="connsiteY8" fmla="*/ 6663148 h 6858000"/>
                <a:gd name="connsiteX9" fmla="*/ 1251097 w 6421544"/>
                <a:gd name="connsiteY9" fmla="*/ 6858000 h 6858000"/>
                <a:gd name="connsiteX10" fmla="*/ 0 w 6421544"/>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21544" h="6858000">
                  <a:moveTo>
                    <a:pt x="6209767" y="0"/>
                  </a:moveTo>
                  <a:lnTo>
                    <a:pt x="6421544" y="0"/>
                  </a:lnTo>
                  <a:lnTo>
                    <a:pt x="6421544" y="85748"/>
                  </a:lnTo>
                  <a:lnTo>
                    <a:pt x="6399563" y="75695"/>
                  </a:lnTo>
                  <a:close/>
                  <a:moveTo>
                    <a:pt x="0" y="0"/>
                  </a:moveTo>
                  <a:lnTo>
                    <a:pt x="3188107" y="0"/>
                  </a:lnTo>
                  <a:lnTo>
                    <a:pt x="2888485" y="124347"/>
                  </a:lnTo>
                  <a:cubicBezTo>
                    <a:pt x="1378729" y="820423"/>
                    <a:pt x="329300" y="2360309"/>
                    <a:pt x="329300" y="4148123"/>
                  </a:cubicBezTo>
                  <a:cubicBezTo>
                    <a:pt x="329300" y="5082555"/>
                    <a:pt x="615984" y="5949257"/>
                    <a:pt x="1105238" y="6663148"/>
                  </a:cubicBezTo>
                  <a:lnTo>
                    <a:pt x="1251097"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396382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7A203437-703A-4E00-A8C0-91D328D6C7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3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009" y="502400"/>
            <a:ext cx="3367171" cy="1818064"/>
          </a:xfrm>
        </p:spPr>
        <p:txBody>
          <a:bodyPr>
            <a:normAutofit/>
          </a:bodyPr>
          <a:lstStyle/>
          <a:p>
            <a:pPr algn="ctr"/>
            <a:r>
              <a:rPr lang="es-ES" sz="2800" dirty="0">
                <a:cs typeface="Calibri Light"/>
              </a:rPr>
              <a:t>Introducción</a:t>
            </a:r>
            <a:endParaRPr lang="es-ES" sz="2800" dirty="0"/>
          </a:p>
        </p:txBody>
      </p:sp>
      <p:pic>
        <p:nvPicPr>
          <p:cNvPr id="4" name="Imagen 3" descr="Imagen que contiene Diagrama&#10;&#10;Descripción generada automáticamente">
            <a:extLst>
              <a:ext uri="{FF2B5EF4-FFF2-40B4-BE49-F238E27FC236}">
                <a16:creationId xmlns:a16="http://schemas.microsoft.com/office/drawing/2014/main" id="{2D8966DD-B39D-6B52-C91F-DA2C007A7780}"/>
              </a:ext>
            </a:extLst>
          </p:cNvPr>
          <p:cNvPicPr>
            <a:picLocks noChangeAspect="1"/>
          </p:cNvPicPr>
          <p:nvPr/>
        </p:nvPicPr>
        <p:blipFill rotWithShape="1">
          <a:blip r:embed="rId2"/>
          <a:srcRect b="203"/>
          <a:stretch/>
        </p:blipFill>
        <p:spPr>
          <a:xfrm>
            <a:off x="4555236" y="6"/>
            <a:ext cx="7636763" cy="2762724"/>
          </a:xfrm>
          <a:prstGeom prst="rect">
            <a:avLst/>
          </a:prstGeom>
        </p:spPr>
      </p:pic>
      <p:sp>
        <p:nvSpPr>
          <p:cNvPr id="47" name="Rectangle 46">
            <a:extLst>
              <a:ext uri="{FF2B5EF4-FFF2-40B4-BE49-F238E27FC236}">
                <a16:creationId xmlns:a16="http://schemas.microsoft.com/office/drawing/2014/main" id="{CD84038B-4A56-439B-A184-79B2D45066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762729"/>
            <a:ext cx="12192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16" name="Picture 4">
            <a:extLst>
              <a:ext uri="{FF2B5EF4-FFF2-40B4-BE49-F238E27FC236}">
                <a16:creationId xmlns:a16="http://schemas.microsoft.com/office/drawing/2014/main" id="{B4B54C76-6A64-3514-274A-DEC0508C30EF}"/>
              </a:ext>
            </a:extLst>
          </p:cNvPr>
          <p:cNvPicPr>
            <a:picLocks noChangeAspect="1"/>
          </p:cNvPicPr>
          <p:nvPr/>
        </p:nvPicPr>
        <p:blipFill rotWithShape="1">
          <a:blip r:embed="rId3"/>
          <a:srcRect l="18144" r="18149" b="2"/>
          <a:stretch/>
        </p:blipFill>
        <p:spPr>
          <a:xfrm>
            <a:off x="-1" y="2826737"/>
            <a:ext cx="4565779" cy="4031263"/>
          </a:xfrm>
          <a:prstGeom prst="rect">
            <a:avLst/>
          </a:prstGeom>
        </p:spPr>
      </p:pic>
      <p:sp>
        <p:nvSpPr>
          <p:cNvPr id="3" name="Marcador de contenido 2"/>
          <p:cNvSpPr>
            <a:spLocks noGrp="1"/>
          </p:cNvSpPr>
          <p:nvPr>
            <p:ph idx="1"/>
          </p:nvPr>
        </p:nvSpPr>
        <p:spPr>
          <a:xfrm>
            <a:off x="5449633" y="3455208"/>
            <a:ext cx="5742432" cy="2344708"/>
          </a:xfrm>
        </p:spPr>
        <p:txBody>
          <a:bodyPr anchor="ctr">
            <a:normAutofit/>
          </a:bodyPr>
          <a:lstStyle/>
          <a:p>
            <a:pPr marL="0" indent="0">
              <a:buNone/>
            </a:pPr>
            <a:r>
              <a:rPr lang="es-ES" sz="2000" b="1"/>
              <a:t>Computador</a:t>
            </a:r>
            <a:r>
              <a:rPr lang="es-ES" sz="2000"/>
              <a:t>, </a:t>
            </a:r>
            <a:r>
              <a:rPr lang="es-ES" sz="2000" b="1"/>
              <a:t>computadora </a:t>
            </a:r>
            <a:r>
              <a:rPr lang="es-ES" sz="2000"/>
              <a:t>u </a:t>
            </a:r>
            <a:r>
              <a:rPr lang="es-ES" sz="2000" b="1"/>
              <a:t>ordenador </a:t>
            </a:r>
            <a:r>
              <a:rPr lang="es-ES" sz="2000" i="1"/>
              <a:t>es una máquina capaz de aceptar unos datos de entrada, efectuar con ellos operaciones lógicas y aritméticas, y proporcionar la información resultante a través de un medio de salida; todo ello sin intervención de un operador humano y bajo el control de un programa de instrucciones previamente almacenado en el propio computador. </a:t>
            </a:r>
            <a:endParaRPr lang="es-ES" sz="2000"/>
          </a:p>
        </p:txBody>
      </p:sp>
      <p:sp>
        <p:nvSpPr>
          <p:cNvPr id="49" name="Rectangle 48">
            <a:extLst>
              <a:ext uri="{FF2B5EF4-FFF2-40B4-BE49-F238E27FC236}">
                <a16:creationId xmlns:a16="http://schemas.microsoft.com/office/drawing/2014/main" id="{4F96EE13-2C4D-4262-812E-DDE5FC35F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58239" y="3396995"/>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Tree>
    <p:extLst>
      <p:ext uri="{BB962C8B-B14F-4D97-AF65-F5344CB8AC3E}">
        <p14:creationId xmlns:p14="http://schemas.microsoft.com/office/powerpoint/2010/main" val="1281946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C88CF50F-9DC3-702F-0057-A3B89D15C8C3}"/>
              </a:ext>
            </a:extLst>
          </p:cNvPr>
          <p:cNvSpPr>
            <a:spLocks noGrp="1"/>
          </p:cNvSpPr>
          <p:nvPr>
            <p:ph type="title"/>
          </p:nvPr>
        </p:nvSpPr>
        <p:spPr>
          <a:xfrm>
            <a:off x="1371597" y="348865"/>
            <a:ext cx="10044023" cy="877729"/>
          </a:xfrm>
        </p:spPr>
        <p:txBody>
          <a:bodyPr anchor="ctr">
            <a:normAutofit/>
          </a:bodyPr>
          <a:lstStyle/>
          <a:p>
            <a:r>
              <a:rPr lang="es-ES" sz="4000" dirty="0">
                <a:solidFill>
                  <a:srgbClr val="FFFFFF"/>
                </a:solidFill>
                <a:cs typeface="Calibri Light"/>
              </a:rPr>
              <a:t>Introducción</a:t>
            </a:r>
            <a:endParaRPr lang="es-ES" sz="4000" dirty="0">
              <a:solidFill>
                <a:srgbClr val="FFFFFF"/>
              </a:solidFill>
            </a:endParaRPr>
          </a:p>
        </p:txBody>
      </p:sp>
      <p:graphicFrame>
        <p:nvGraphicFramePr>
          <p:cNvPr id="5" name="Marcador de contenido 2">
            <a:extLst>
              <a:ext uri="{FF2B5EF4-FFF2-40B4-BE49-F238E27FC236}">
                <a16:creationId xmlns:a16="http://schemas.microsoft.com/office/drawing/2014/main" id="{6A0652DD-B3EF-272F-D564-6C468FA9DF02}"/>
              </a:ext>
            </a:extLst>
          </p:cNvPr>
          <p:cNvGraphicFramePr>
            <a:graphicFrameLocks noGrp="1"/>
          </p:cNvGraphicFramePr>
          <p:nvPr>
            <p:ph idx="1"/>
            <p:extLst>
              <p:ext uri="{D42A27DB-BD31-4B8C-83A1-F6EECF244321}">
                <p14:modId xmlns:p14="http://schemas.microsoft.com/office/powerpoint/2010/main" val="28848429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8691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3E02665-38CD-64CA-63AC-86BC7868DB06}"/>
              </a:ext>
            </a:extLst>
          </p:cNvPr>
          <p:cNvSpPr>
            <a:spLocks noGrp="1"/>
          </p:cNvSpPr>
          <p:nvPr>
            <p:ph type="title"/>
          </p:nvPr>
        </p:nvSpPr>
        <p:spPr>
          <a:xfrm>
            <a:off x="804672" y="802955"/>
            <a:ext cx="4766330" cy="1454051"/>
          </a:xfrm>
        </p:spPr>
        <p:txBody>
          <a:bodyPr>
            <a:normAutofit/>
          </a:bodyPr>
          <a:lstStyle/>
          <a:p>
            <a:r>
              <a:rPr lang="es-ES" sz="3600" dirty="0">
                <a:solidFill>
                  <a:schemeClr val="tx2"/>
                </a:solidFill>
                <a:cs typeface="Calibri Light"/>
              </a:rPr>
              <a:t>Introducción</a:t>
            </a:r>
            <a:endParaRPr lang="es-ES" sz="3600" dirty="0">
              <a:solidFill>
                <a:schemeClr val="tx2"/>
              </a:solidFill>
            </a:endParaRPr>
          </a:p>
        </p:txBody>
      </p:sp>
      <p:sp>
        <p:nvSpPr>
          <p:cNvPr id="3" name="Marcador de contenido 2">
            <a:extLst>
              <a:ext uri="{FF2B5EF4-FFF2-40B4-BE49-F238E27FC236}">
                <a16:creationId xmlns:a16="http://schemas.microsoft.com/office/drawing/2014/main" id="{51805083-B685-A482-73E6-5451222329FD}"/>
              </a:ext>
            </a:extLst>
          </p:cNvPr>
          <p:cNvSpPr>
            <a:spLocks noGrp="1"/>
          </p:cNvSpPr>
          <p:nvPr>
            <p:ph idx="1"/>
          </p:nvPr>
        </p:nvSpPr>
        <p:spPr>
          <a:xfrm>
            <a:off x="804672" y="2421683"/>
            <a:ext cx="4765949" cy="3353476"/>
          </a:xfrm>
        </p:spPr>
        <p:txBody>
          <a:bodyPr vert="horz" lIns="91440" tIns="45720" rIns="91440" bIns="45720" rtlCol="0" anchor="t">
            <a:normAutofit/>
          </a:bodyPr>
          <a:lstStyle/>
          <a:p>
            <a:pPr marL="0" indent="0">
              <a:buNone/>
            </a:pPr>
            <a:r>
              <a:rPr lang="es-ES" sz="1800">
                <a:solidFill>
                  <a:schemeClr val="tx2"/>
                </a:solidFill>
                <a:ea typeface="+mn-lt"/>
                <a:cs typeface="+mn-lt"/>
              </a:rPr>
              <a:t>Los datos pueden ser captados directamente por el computador (por ejemplo, detectando electrónicamente un sonido o fonema, una temperatura, la silueta de una figura, o el paso de un objeto), o pueden ser dados en forma de letras y números (grafismos).</a:t>
            </a:r>
            <a:endParaRPr lang="es-ES" sz="1800">
              <a:solidFill>
                <a:schemeClr val="tx2"/>
              </a:solidFill>
              <a:cs typeface="Calibri" panose="020F0502020204030204"/>
            </a:endParaRP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Error">
            <a:extLst>
              <a:ext uri="{FF2B5EF4-FFF2-40B4-BE49-F238E27FC236}">
                <a16:creationId xmlns:a16="http://schemas.microsoft.com/office/drawing/2014/main" id="{461DB8C7-562A-3BC6-34BA-C7FF63EC35F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08392" y="1819656"/>
            <a:ext cx="4142232" cy="4142232"/>
          </a:xfrm>
          <a:prstGeom prst="rect">
            <a:avLst/>
          </a:prstGeom>
        </p:spPr>
      </p:pic>
    </p:spTree>
    <p:extLst>
      <p:ext uri="{BB962C8B-B14F-4D97-AF65-F5344CB8AC3E}">
        <p14:creationId xmlns:p14="http://schemas.microsoft.com/office/powerpoint/2010/main" val="4015808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C21BAE-6866-4C7A-A7EC-C1B2E572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atos de programación en monitor de ordenador">
            <a:extLst>
              <a:ext uri="{FF2B5EF4-FFF2-40B4-BE49-F238E27FC236}">
                <a16:creationId xmlns:a16="http://schemas.microsoft.com/office/drawing/2014/main" id="{388DDC33-7516-92EC-C2D8-57138119B032}"/>
              </a:ext>
            </a:extLst>
          </p:cNvPr>
          <p:cNvPicPr>
            <a:picLocks noChangeAspect="1"/>
          </p:cNvPicPr>
          <p:nvPr/>
        </p:nvPicPr>
        <p:blipFill rotWithShape="1">
          <a:blip r:embed="rId2"/>
          <a:srcRect t="849" r="-2" b="14754"/>
          <a:stretch/>
        </p:blipFill>
        <p:spPr>
          <a:xfrm>
            <a:off x="1" y="1"/>
            <a:ext cx="12192000" cy="6857999"/>
          </a:xfrm>
          <a:prstGeom prst="rect">
            <a:avLst/>
          </a:prstGeom>
        </p:spPr>
      </p:pic>
      <p:sp useBgFill="1">
        <p:nvSpPr>
          <p:cNvPr id="11" name="Freeform: Shape 10">
            <a:extLst>
              <a:ext uri="{FF2B5EF4-FFF2-40B4-BE49-F238E27FC236}">
                <a16:creationId xmlns:a16="http://schemas.microsoft.com/office/drawing/2014/main" id="{7E7D0C94-08B4-48AE-8813-CC4D60294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899" y="609600"/>
            <a:ext cx="5372101" cy="5513767"/>
          </a:xfrm>
          <a:custGeom>
            <a:avLst/>
            <a:gdLst>
              <a:gd name="connsiteX0" fmla="*/ 0 w 5372101"/>
              <a:gd name="connsiteY0" fmla="*/ 0 h 5513767"/>
              <a:gd name="connsiteX1" fmla="*/ 5372101 w 5372101"/>
              <a:gd name="connsiteY1" fmla="*/ 0 h 5513767"/>
              <a:gd name="connsiteX2" fmla="*/ 5372101 w 5372101"/>
              <a:gd name="connsiteY2" fmla="*/ 5513767 h 5513767"/>
              <a:gd name="connsiteX3" fmla="*/ 5363126 w 5372101"/>
              <a:gd name="connsiteY3" fmla="*/ 5512835 h 5513767"/>
              <a:gd name="connsiteX4" fmla="*/ 5316714 w 5372101"/>
              <a:gd name="connsiteY4" fmla="*/ 5491247 h 5513767"/>
              <a:gd name="connsiteX5" fmla="*/ 5198331 w 5372101"/>
              <a:gd name="connsiteY5" fmla="*/ 5470092 h 5513767"/>
              <a:gd name="connsiteX6" fmla="*/ 5150428 w 5372101"/>
              <a:gd name="connsiteY6" fmla="*/ 5472506 h 5513767"/>
              <a:gd name="connsiteX7" fmla="*/ 5085506 w 5372101"/>
              <a:gd name="connsiteY7" fmla="*/ 5468851 h 5513767"/>
              <a:gd name="connsiteX8" fmla="*/ 4968663 w 5372101"/>
              <a:gd name="connsiteY8" fmla="*/ 5470487 h 5513767"/>
              <a:gd name="connsiteX9" fmla="*/ 4815623 w 5372101"/>
              <a:gd name="connsiteY9" fmla="*/ 5458622 h 5513767"/>
              <a:gd name="connsiteX10" fmla="*/ 4716679 w 5372101"/>
              <a:gd name="connsiteY10" fmla="*/ 5405365 h 5513767"/>
              <a:gd name="connsiteX11" fmla="*/ 4704891 w 5372101"/>
              <a:gd name="connsiteY11" fmla="*/ 5411529 h 5513767"/>
              <a:gd name="connsiteX12" fmla="*/ 4630496 w 5372101"/>
              <a:gd name="connsiteY12" fmla="*/ 5396532 h 5513767"/>
              <a:gd name="connsiteX13" fmla="*/ 4506964 w 5372101"/>
              <a:gd name="connsiteY13" fmla="*/ 5396685 h 5513767"/>
              <a:gd name="connsiteX14" fmla="*/ 4427135 w 5372101"/>
              <a:gd name="connsiteY14" fmla="*/ 5358585 h 5513767"/>
              <a:gd name="connsiteX15" fmla="*/ 4028338 w 5372101"/>
              <a:gd name="connsiteY15" fmla="*/ 5313494 h 5513767"/>
              <a:gd name="connsiteX16" fmla="*/ 4015367 w 5372101"/>
              <a:gd name="connsiteY16" fmla="*/ 5320766 h 5513767"/>
              <a:gd name="connsiteX17" fmla="*/ 4002837 w 5372101"/>
              <a:gd name="connsiteY17" fmla="*/ 5322294 h 5513767"/>
              <a:gd name="connsiteX18" fmla="*/ 3997650 w 5372101"/>
              <a:gd name="connsiteY18" fmla="*/ 5329513 h 5513767"/>
              <a:gd name="connsiteX19" fmla="*/ 3991991 w 5372101"/>
              <a:gd name="connsiteY19" fmla="*/ 5331908 h 5513767"/>
              <a:gd name="connsiteX20" fmla="*/ 3925210 w 5372101"/>
              <a:gd name="connsiteY20" fmla="*/ 5319395 h 5513767"/>
              <a:gd name="connsiteX21" fmla="*/ 3837014 w 5372101"/>
              <a:gd name="connsiteY21" fmla="*/ 5289023 h 5513767"/>
              <a:gd name="connsiteX22" fmla="*/ 3798765 w 5372101"/>
              <a:gd name="connsiteY22" fmla="*/ 5299431 h 5513767"/>
              <a:gd name="connsiteX23" fmla="*/ 3792144 w 5372101"/>
              <a:gd name="connsiteY23" fmla="*/ 5301616 h 5513767"/>
              <a:gd name="connsiteX24" fmla="*/ 3766249 w 5372101"/>
              <a:gd name="connsiteY24" fmla="*/ 5301869 h 5513767"/>
              <a:gd name="connsiteX25" fmla="*/ 3718651 w 5372101"/>
              <a:gd name="connsiteY25" fmla="*/ 5320541 h 5513767"/>
              <a:gd name="connsiteX26" fmla="*/ 3671207 w 5372101"/>
              <a:gd name="connsiteY26" fmla="*/ 5318046 h 5513767"/>
              <a:gd name="connsiteX27" fmla="*/ 3446863 w 5372101"/>
              <a:gd name="connsiteY27" fmla="*/ 5294348 h 5513767"/>
              <a:gd name="connsiteX28" fmla="*/ 3312000 w 5372101"/>
              <a:gd name="connsiteY28" fmla="*/ 5286923 h 5513767"/>
              <a:gd name="connsiteX29" fmla="*/ 3259756 w 5372101"/>
              <a:gd name="connsiteY29" fmla="*/ 5294712 h 5513767"/>
              <a:gd name="connsiteX30" fmla="*/ 3187481 w 5372101"/>
              <a:gd name="connsiteY30" fmla="*/ 5298457 h 5513767"/>
              <a:gd name="connsiteX31" fmla="*/ 3124115 w 5372101"/>
              <a:gd name="connsiteY31" fmla="*/ 5294626 h 5513767"/>
              <a:gd name="connsiteX32" fmla="*/ 3099907 w 5372101"/>
              <a:gd name="connsiteY32" fmla="*/ 5302443 h 5513767"/>
              <a:gd name="connsiteX33" fmla="*/ 3017494 w 5372101"/>
              <a:gd name="connsiteY33" fmla="*/ 5301439 h 5513767"/>
              <a:gd name="connsiteX34" fmla="*/ 3010848 w 5372101"/>
              <a:gd name="connsiteY34" fmla="*/ 5307225 h 5513767"/>
              <a:gd name="connsiteX35" fmla="*/ 2994286 w 5372101"/>
              <a:gd name="connsiteY35" fmla="*/ 5309060 h 5513767"/>
              <a:gd name="connsiteX36" fmla="*/ 2988160 w 5372101"/>
              <a:gd name="connsiteY36" fmla="*/ 5310041 h 5513767"/>
              <a:gd name="connsiteX37" fmla="*/ 2984260 w 5372101"/>
              <a:gd name="connsiteY37" fmla="*/ 5307528 h 5513767"/>
              <a:gd name="connsiteX38" fmla="*/ 2979127 w 5372101"/>
              <a:gd name="connsiteY38" fmla="*/ 5308389 h 5513767"/>
              <a:gd name="connsiteX39" fmla="*/ 2978660 w 5372101"/>
              <a:gd name="connsiteY39" fmla="*/ 5311563 h 5513767"/>
              <a:gd name="connsiteX40" fmla="*/ 2946326 w 5372101"/>
              <a:gd name="connsiteY40" fmla="*/ 5316745 h 5513767"/>
              <a:gd name="connsiteX41" fmla="*/ 2713134 w 5372101"/>
              <a:gd name="connsiteY41" fmla="*/ 5331381 h 5513767"/>
              <a:gd name="connsiteX42" fmla="*/ 2352072 w 5372101"/>
              <a:gd name="connsiteY42" fmla="*/ 5342761 h 5513767"/>
              <a:gd name="connsiteX43" fmla="*/ 2260922 w 5372101"/>
              <a:gd name="connsiteY43" fmla="*/ 5328122 h 5513767"/>
              <a:gd name="connsiteX44" fmla="*/ 2178497 w 5372101"/>
              <a:gd name="connsiteY44" fmla="*/ 5351065 h 5513767"/>
              <a:gd name="connsiteX45" fmla="*/ 2034408 w 5372101"/>
              <a:gd name="connsiteY45" fmla="*/ 5307958 h 5513767"/>
              <a:gd name="connsiteX46" fmla="*/ 1831505 w 5372101"/>
              <a:gd name="connsiteY46" fmla="*/ 5312691 h 5513767"/>
              <a:gd name="connsiteX47" fmla="*/ 1710387 w 5372101"/>
              <a:gd name="connsiteY47" fmla="*/ 5308705 h 5513767"/>
              <a:gd name="connsiteX48" fmla="*/ 1664816 w 5372101"/>
              <a:gd name="connsiteY48" fmla="*/ 5296479 h 5513767"/>
              <a:gd name="connsiteX49" fmla="*/ 1600883 w 5372101"/>
              <a:gd name="connsiteY49" fmla="*/ 5286607 h 5513767"/>
              <a:gd name="connsiteX50" fmla="*/ 1488397 w 5372101"/>
              <a:gd name="connsiteY50" fmla="*/ 5260898 h 5513767"/>
              <a:gd name="connsiteX51" fmla="*/ 1336670 w 5372101"/>
              <a:gd name="connsiteY51" fmla="*/ 5240770 h 5513767"/>
              <a:gd name="connsiteX52" fmla="*/ 1224297 w 5372101"/>
              <a:gd name="connsiteY52" fmla="*/ 5271845 h 5513767"/>
              <a:gd name="connsiteX53" fmla="*/ 1214830 w 5372101"/>
              <a:gd name="connsiteY53" fmla="*/ 5263450 h 5513767"/>
              <a:gd name="connsiteX54" fmla="*/ 1138181 w 5372101"/>
              <a:gd name="connsiteY54" fmla="*/ 5262590 h 5513767"/>
              <a:gd name="connsiteX55" fmla="*/ 943575 w 5372101"/>
              <a:gd name="connsiteY55" fmla="*/ 5290808 h 5513767"/>
              <a:gd name="connsiteX56" fmla="*/ 529813 w 5372101"/>
              <a:gd name="connsiteY56" fmla="*/ 5218555 h 5513767"/>
              <a:gd name="connsiteX57" fmla="*/ 519546 w 5372101"/>
              <a:gd name="connsiteY57" fmla="*/ 5208845 h 5513767"/>
              <a:gd name="connsiteX58" fmla="*/ 507906 w 5372101"/>
              <a:gd name="connsiteY58" fmla="*/ 5204779 h 5513767"/>
              <a:gd name="connsiteX59" fmla="*/ 505153 w 5372101"/>
              <a:gd name="connsiteY59" fmla="*/ 5196726 h 5513767"/>
              <a:gd name="connsiteX60" fmla="*/ 500429 w 5372101"/>
              <a:gd name="connsiteY60" fmla="*/ 5193241 h 5513767"/>
              <a:gd name="connsiteX61" fmla="*/ 431923 w 5372101"/>
              <a:gd name="connsiteY61" fmla="*/ 5191553 h 5513767"/>
              <a:gd name="connsiteX62" fmla="*/ 337115 w 5372101"/>
              <a:gd name="connsiteY62" fmla="*/ 5202714 h 5513767"/>
              <a:gd name="connsiteX63" fmla="*/ 303383 w 5372101"/>
              <a:gd name="connsiteY63" fmla="*/ 5184750 h 5513767"/>
              <a:gd name="connsiteX64" fmla="*/ 297664 w 5372101"/>
              <a:gd name="connsiteY64" fmla="*/ 5181269 h 5513767"/>
              <a:gd name="connsiteX65" fmla="*/ 272701 w 5372101"/>
              <a:gd name="connsiteY65" fmla="*/ 5175678 h 5513767"/>
              <a:gd name="connsiteX66" fmla="*/ 268242 w 5372101"/>
              <a:gd name="connsiteY66" fmla="*/ 5163678 h 5513767"/>
              <a:gd name="connsiteX67" fmla="*/ 232517 w 5372101"/>
              <a:gd name="connsiteY67" fmla="*/ 5147792 h 5513767"/>
              <a:gd name="connsiteX68" fmla="*/ 185851 w 5372101"/>
              <a:gd name="connsiteY68" fmla="*/ 5140408 h 5513767"/>
              <a:gd name="connsiteX69" fmla="*/ 20337 w 5372101"/>
              <a:gd name="connsiteY69" fmla="*/ 5113040 h 5513767"/>
              <a:gd name="connsiteX70" fmla="*/ 0 w 5372101"/>
              <a:gd name="connsiteY70" fmla="*/ 5112243 h 551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372101" h="5513767">
                <a:moveTo>
                  <a:pt x="0" y="0"/>
                </a:moveTo>
                <a:lnTo>
                  <a:pt x="5372101" y="0"/>
                </a:lnTo>
                <a:lnTo>
                  <a:pt x="5372101" y="5513767"/>
                </a:lnTo>
                <a:lnTo>
                  <a:pt x="5363126" y="5512835"/>
                </a:lnTo>
                <a:cubicBezTo>
                  <a:pt x="5345779" y="5509071"/>
                  <a:pt x="5329767" y="5502649"/>
                  <a:pt x="5316714" y="5491247"/>
                </a:cubicBezTo>
                <a:cubicBezTo>
                  <a:pt x="5295689" y="5478131"/>
                  <a:pt x="5219502" y="5459909"/>
                  <a:pt x="5198331" y="5470092"/>
                </a:cubicBezTo>
                <a:cubicBezTo>
                  <a:pt x="5181052" y="5469102"/>
                  <a:pt x="5165047" y="5459569"/>
                  <a:pt x="5150428" y="5472506"/>
                </a:cubicBezTo>
                <a:cubicBezTo>
                  <a:pt x="5129562" y="5487248"/>
                  <a:pt x="5088050" y="5445894"/>
                  <a:pt x="5085506" y="5468851"/>
                </a:cubicBezTo>
                <a:cubicBezTo>
                  <a:pt x="5055692" y="5440170"/>
                  <a:pt x="5006122" y="5469577"/>
                  <a:pt x="4968663" y="5470487"/>
                </a:cubicBezTo>
                <a:cubicBezTo>
                  <a:pt x="4947085" y="5444049"/>
                  <a:pt x="4889767" y="5472037"/>
                  <a:pt x="4815623" y="5458622"/>
                </a:cubicBezTo>
                <a:cubicBezTo>
                  <a:pt x="4792418" y="5428488"/>
                  <a:pt x="4765548" y="5449887"/>
                  <a:pt x="4716679" y="5405365"/>
                </a:cubicBezTo>
                <a:cubicBezTo>
                  <a:pt x="4713235" y="5407807"/>
                  <a:pt x="4709266" y="5409883"/>
                  <a:pt x="4704891" y="5411529"/>
                </a:cubicBezTo>
                <a:cubicBezTo>
                  <a:pt x="4679473" y="5421092"/>
                  <a:pt x="4646164" y="5414379"/>
                  <a:pt x="4630496" y="5396532"/>
                </a:cubicBezTo>
                <a:cubicBezTo>
                  <a:pt x="4590205" y="5365061"/>
                  <a:pt x="4548419" y="5412094"/>
                  <a:pt x="4506964" y="5396685"/>
                </a:cubicBezTo>
                <a:lnTo>
                  <a:pt x="4427135" y="5358585"/>
                </a:lnTo>
                <a:cubicBezTo>
                  <a:pt x="4319267" y="5308575"/>
                  <a:pt x="4152341" y="5340956"/>
                  <a:pt x="4028338" y="5313494"/>
                </a:cubicBezTo>
                <a:lnTo>
                  <a:pt x="4015367" y="5320766"/>
                </a:lnTo>
                <a:lnTo>
                  <a:pt x="4002837" y="5322294"/>
                </a:lnTo>
                <a:lnTo>
                  <a:pt x="3997650" y="5329513"/>
                </a:lnTo>
                <a:lnTo>
                  <a:pt x="3991991" y="5331908"/>
                </a:lnTo>
                <a:cubicBezTo>
                  <a:pt x="3969659" y="5338581"/>
                  <a:pt x="3978880" y="5316131"/>
                  <a:pt x="3925210" y="5319395"/>
                </a:cubicBezTo>
                <a:cubicBezTo>
                  <a:pt x="3947765" y="5277139"/>
                  <a:pt x="3837331" y="5338342"/>
                  <a:pt x="3837014" y="5289023"/>
                </a:cubicBezTo>
                <a:cubicBezTo>
                  <a:pt x="3824001" y="5291376"/>
                  <a:pt x="3811407" y="5295212"/>
                  <a:pt x="3798765" y="5299431"/>
                </a:cubicBezTo>
                <a:lnTo>
                  <a:pt x="3792144" y="5301616"/>
                </a:lnTo>
                <a:lnTo>
                  <a:pt x="3766249" y="5301869"/>
                </a:lnTo>
                <a:lnTo>
                  <a:pt x="3718651" y="5320541"/>
                </a:lnTo>
                <a:cubicBezTo>
                  <a:pt x="3703968" y="5321892"/>
                  <a:pt x="3688308" y="5321427"/>
                  <a:pt x="3671207" y="5318046"/>
                </a:cubicBezTo>
                <a:cubicBezTo>
                  <a:pt x="3616458" y="5288532"/>
                  <a:pt x="3514048" y="5333307"/>
                  <a:pt x="3446863" y="5294348"/>
                </a:cubicBezTo>
                <a:cubicBezTo>
                  <a:pt x="3420930" y="5283822"/>
                  <a:pt x="3333157" y="5274511"/>
                  <a:pt x="3312000" y="5286923"/>
                </a:cubicBezTo>
                <a:cubicBezTo>
                  <a:pt x="3292759" y="5287903"/>
                  <a:pt x="3273112" y="5280334"/>
                  <a:pt x="3259756" y="5294712"/>
                </a:cubicBezTo>
                <a:cubicBezTo>
                  <a:pt x="3239905" y="5311572"/>
                  <a:pt x="3185410" y="5275588"/>
                  <a:pt x="3187481" y="5298457"/>
                </a:cubicBezTo>
                <a:cubicBezTo>
                  <a:pt x="3168018" y="5286036"/>
                  <a:pt x="3146200" y="5288458"/>
                  <a:pt x="3124115" y="5294626"/>
                </a:cubicBezTo>
                <a:lnTo>
                  <a:pt x="3099907" y="5302443"/>
                </a:lnTo>
                <a:lnTo>
                  <a:pt x="3017494" y="5301439"/>
                </a:lnTo>
                <a:lnTo>
                  <a:pt x="3010848" y="5307225"/>
                </a:lnTo>
                <a:lnTo>
                  <a:pt x="2994286" y="5309060"/>
                </a:lnTo>
                <a:lnTo>
                  <a:pt x="2988160" y="5310041"/>
                </a:lnTo>
                <a:lnTo>
                  <a:pt x="2984260" y="5307528"/>
                </a:lnTo>
                <a:cubicBezTo>
                  <a:pt x="2981957" y="5306419"/>
                  <a:pt x="2980273" y="5306402"/>
                  <a:pt x="2979127" y="5308389"/>
                </a:cubicBezTo>
                <a:cubicBezTo>
                  <a:pt x="2978971" y="5309447"/>
                  <a:pt x="2978816" y="5310505"/>
                  <a:pt x="2978660" y="5311563"/>
                </a:cubicBezTo>
                <a:lnTo>
                  <a:pt x="2946326" y="5316745"/>
                </a:lnTo>
                <a:lnTo>
                  <a:pt x="2713134" y="5331381"/>
                </a:lnTo>
                <a:cubicBezTo>
                  <a:pt x="2610698" y="5372328"/>
                  <a:pt x="2466037" y="5325762"/>
                  <a:pt x="2352072" y="5342761"/>
                </a:cubicBezTo>
                <a:cubicBezTo>
                  <a:pt x="2293501" y="5293708"/>
                  <a:pt x="2324138" y="5338538"/>
                  <a:pt x="2260922" y="5328122"/>
                </a:cubicBezTo>
                <a:cubicBezTo>
                  <a:pt x="2275681" y="5372347"/>
                  <a:pt x="2185007" y="5301703"/>
                  <a:pt x="2178497" y="5351065"/>
                </a:cubicBezTo>
                <a:cubicBezTo>
                  <a:pt x="2133294" y="5337229"/>
                  <a:pt x="2097074" y="5300208"/>
                  <a:pt x="2034408" y="5307958"/>
                </a:cubicBezTo>
                <a:cubicBezTo>
                  <a:pt x="1981894" y="5332879"/>
                  <a:pt x="1896288" y="5279365"/>
                  <a:pt x="1831505" y="5312691"/>
                </a:cubicBezTo>
                <a:cubicBezTo>
                  <a:pt x="1807063" y="5321035"/>
                  <a:pt x="1727674" y="5322925"/>
                  <a:pt x="1710387" y="5308705"/>
                </a:cubicBezTo>
                <a:cubicBezTo>
                  <a:pt x="1693367" y="5306094"/>
                  <a:pt x="1674901" y="5312009"/>
                  <a:pt x="1664816" y="5296479"/>
                </a:cubicBezTo>
                <a:cubicBezTo>
                  <a:pt x="1649255" y="5277912"/>
                  <a:pt x="1596152" y="5309335"/>
                  <a:pt x="1600883" y="5286607"/>
                </a:cubicBezTo>
                <a:cubicBezTo>
                  <a:pt x="1563066" y="5308189"/>
                  <a:pt x="1524339" y="5269513"/>
                  <a:pt x="1488397" y="5260898"/>
                </a:cubicBezTo>
                <a:cubicBezTo>
                  <a:pt x="1459246" y="5282011"/>
                  <a:pt x="1412580" y="5243108"/>
                  <a:pt x="1336670" y="5240770"/>
                </a:cubicBezTo>
                <a:cubicBezTo>
                  <a:pt x="1304792" y="5265122"/>
                  <a:pt x="1285508" y="5238878"/>
                  <a:pt x="1224297" y="5271845"/>
                </a:cubicBezTo>
                <a:cubicBezTo>
                  <a:pt x="1221731" y="5268771"/>
                  <a:pt x="1218543" y="5265944"/>
                  <a:pt x="1214830" y="5263450"/>
                </a:cubicBezTo>
                <a:cubicBezTo>
                  <a:pt x="1193241" y="5248952"/>
                  <a:pt x="1158925" y="5248567"/>
                  <a:pt x="1138181" y="5262590"/>
                </a:cubicBezTo>
                <a:lnTo>
                  <a:pt x="943575" y="5290808"/>
                </a:lnTo>
                <a:cubicBezTo>
                  <a:pt x="823587" y="5316899"/>
                  <a:pt x="658340" y="5217603"/>
                  <a:pt x="529813" y="5218555"/>
                </a:cubicBezTo>
                <a:lnTo>
                  <a:pt x="519546" y="5208845"/>
                </a:lnTo>
                <a:lnTo>
                  <a:pt x="507906" y="5204779"/>
                </a:lnTo>
                <a:lnTo>
                  <a:pt x="505153" y="5196726"/>
                </a:lnTo>
                <a:lnTo>
                  <a:pt x="500429" y="5193241"/>
                </a:lnTo>
                <a:cubicBezTo>
                  <a:pt x="480923" y="5182176"/>
                  <a:pt x="482807" y="5205793"/>
                  <a:pt x="431923" y="5191553"/>
                </a:cubicBezTo>
                <a:cubicBezTo>
                  <a:pt x="440499" y="5237077"/>
                  <a:pt x="352872" y="5155083"/>
                  <a:pt x="337115" y="5202714"/>
                </a:cubicBezTo>
                <a:cubicBezTo>
                  <a:pt x="325265" y="5197752"/>
                  <a:pt x="314288" y="5191441"/>
                  <a:pt x="303383" y="5184750"/>
                </a:cubicBezTo>
                <a:lnTo>
                  <a:pt x="297664" y="5181269"/>
                </a:lnTo>
                <a:lnTo>
                  <a:pt x="272701" y="5175678"/>
                </a:lnTo>
                <a:lnTo>
                  <a:pt x="268242" y="5163678"/>
                </a:lnTo>
                <a:lnTo>
                  <a:pt x="232517" y="5147792"/>
                </a:lnTo>
                <a:cubicBezTo>
                  <a:pt x="218741" y="5143453"/>
                  <a:pt x="203450" y="5140668"/>
                  <a:pt x="185851" y="5140408"/>
                </a:cubicBezTo>
                <a:cubicBezTo>
                  <a:pt x="139207" y="5153337"/>
                  <a:pt x="79723" y="5120316"/>
                  <a:pt x="20337" y="5113040"/>
                </a:cubicBezTo>
                <a:lnTo>
                  <a:pt x="0" y="5112243"/>
                </a:lnTo>
                <a:close/>
              </a:path>
            </a:pathLst>
          </a:custGeom>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ítulo 1">
            <a:extLst>
              <a:ext uri="{FF2B5EF4-FFF2-40B4-BE49-F238E27FC236}">
                <a16:creationId xmlns:a16="http://schemas.microsoft.com/office/drawing/2014/main" id="{1504F3CC-F17F-97F3-9B52-3957611DFAE6}"/>
              </a:ext>
            </a:extLst>
          </p:cNvPr>
          <p:cNvSpPr>
            <a:spLocks noGrp="1"/>
          </p:cNvSpPr>
          <p:nvPr>
            <p:ph type="title"/>
          </p:nvPr>
        </p:nvSpPr>
        <p:spPr>
          <a:xfrm>
            <a:off x="1037809" y="1071350"/>
            <a:ext cx="4775162" cy="1339382"/>
          </a:xfrm>
        </p:spPr>
        <p:txBody>
          <a:bodyPr>
            <a:normAutofit/>
          </a:bodyPr>
          <a:lstStyle/>
          <a:p>
            <a:pPr algn="ctr"/>
            <a:r>
              <a:rPr lang="es-ES" sz="3600" dirty="0">
                <a:cs typeface="Calibri Light"/>
              </a:rPr>
              <a:t>Introducción</a:t>
            </a:r>
            <a:endParaRPr lang="es-ES" sz="3600" dirty="0"/>
          </a:p>
        </p:txBody>
      </p:sp>
      <p:sp>
        <p:nvSpPr>
          <p:cNvPr id="13" name="Rectangle 6">
            <a:extLst>
              <a:ext uri="{FF2B5EF4-FFF2-40B4-BE49-F238E27FC236}">
                <a16:creationId xmlns:a16="http://schemas.microsoft.com/office/drawing/2014/main" id="{F0C518C2-0AA4-470C-87B9-9CBF428FB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64666" y="399531"/>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15A41E1-B9C8-FDC6-1530-24F8A9A58FC3}"/>
              </a:ext>
            </a:extLst>
          </p:cNvPr>
          <p:cNvSpPr>
            <a:spLocks noGrp="1"/>
          </p:cNvSpPr>
          <p:nvPr>
            <p:ph idx="1"/>
          </p:nvPr>
        </p:nvSpPr>
        <p:spPr>
          <a:xfrm>
            <a:off x="1189319" y="2547257"/>
            <a:ext cx="4458446" cy="3109740"/>
          </a:xfrm>
        </p:spPr>
        <p:txBody>
          <a:bodyPr vert="horz" lIns="91440" tIns="45720" rIns="91440" bIns="45720" rtlCol="0" anchor="ctr">
            <a:normAutofit/>
          </a:bodyPr>
          <a:lstStyle/>
          <a:p>
            <a:pPr marL="0" indent="0">
              <a:buNone/>
            </a:pPr>
            <a:r>
              <a:rPr lang="es-ES" sz="1900">
                <a:ea typeface="+mn-lt"/>
                <a:cs typeface="+mn-lt"/>
              </a:rPr>
              <a:t>Los grafismos utilizados normalmente en informática son los caracteres numéricos (las diez cifras decimales), los caracteres alfabéticos y los caracteres especiales (símbolos ortográficos, aritméticos y otros). Cualquier información (datos o instrucciones) puede expresarse utilizando caracteres, y así ser introducida en el computador. De igual forma, usualmente el computador nos proporciona los resultados en forma escrita, utilizando caracteres.</a:t>
            </a:r>
            <a:endParaRPr lang="es-ES" sz="1900">
              <a:cs typeface="Calibri" panose="020F0502020204030204"/>
            </a:endParaRPr>
          </a:p>
        </p:txBody>
      </p:sp>
    </p:spTree>
    <p:extLst>
      <p:ext uri="{BB962C8B-B14F-4D97-AF65-F5344CB8AC3E}">
        <p14:creationId xmlns:p14="http://schemas.microsoft.com/office/powerpoint/2010/main" val="4091198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A2643F8-1118-7C3F-82D7-6E9781471A9F}"/>
              </a:ext>
            </a:extLst>
          </p:cNvPr>
          <p:cNvSpPr>
            <a:spLocks noGrp="1"/>
          </p:cNvSpPr>
          <p:nvPr>
            <p:ph type="title"/>
          </p:nvPr>
        </p:nvSpPr>
        <p:spPr>
          <a:xfrm>
            <a:off x="6513788" y="365125"/>
            <a:ext cx="4840010" cy="1807305"/>
          </a:xfrm>
        </p:spPr>
        <p:txBody>
          <a:bodyPr>
            <a:normAutofit/>
          </a:bodyPr>
          <a:lstStyle/>
          <a:p>
            <a:r>
              <a:rPr lang="es-ES" dirty="0">
                <a:cs typeface="Calibri Light"/>
              </a:rPr>
              <a:t>Introducción</a:t>
            </a:r>
            <a:endParaRPr lang="es-ES" dirty="0"/>
          </a:p>
        </p:txBody>
      </p:sp>
      <p:pic>
        <p:nvPicPr>
          <p:cNvPr id="5" name="Picture 4" descr="Fórmulas matemáticas complejas en una pizarra">
            <a:extLst>
              <a:ext uri="{FF2B5EF4-FFF2-40B4-BE49-F238E27FC236}">
                <a16:creationId xmlns:a16="http://schemas.microsoft.com/office/drawing/2014/main" id="{4B8028F8-4FA5-F945-EC1F-CA2C3A1542A8}"/>
              </a:ext>
            </a:extLst>
          </p:cNvPr>
          <p:cNvPicPr>
            <a:picLocks noChangeAspect="1"/>
          </p:cNvPicPr>
          <p:nvPr/>
        </p:nvPicPr>
        <p:blipFill rotWithShape="1">
          <a:blip r:embed="rId2"/>
          <a:srcRect l="11355" r="23620" b="-9"/>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Marcador de contenido 2">
            <a:extLst>
              <a:ext uri="{FF2B5EF4-FFF2-40B4-BE49-F238E27FC236}">
                <a16:creationId xmlns:a16="http://schemas.microsoft.com/office/drawing/2014/main" id="{0A63497D-61C2-F3E8-D23E-C2E9DC540DE9}"/>
              </a:ext>
            </a:extLst>
          </p:cNvPr>
          <p:cNvSpPr>
            <a:spLocks noGrp="1"/>
          </p:cNvSpPr>
          <p:nvPr>
            <p:ph idx="1"/>
          </p:nvPr>
        </p:nvSpPr>
        <p:spPr>
          <a:xfrm>
            <a:off x="6513788" y="2333297"/>
            <a:ext cx="4840010" cy="3843666"/>
          </a:xfrm>
        </p:spPr>
        <p:txBody>
          <a:bodyPr vert="horz" lIns="91440" tIns="45720" rIns="91440" bIns="45720" rtlCol="0" anchor="t">
            <a:normAutofit/>
          </a:bodyPr>
          <a:lstStyle/>
          <a:p>
            <a:pPr marL="0" indent="0">
              <a:buNone/>
            </a:pPr>
            <a:r>
              <a:rPr lang="es-ES" sz="1900" dirty="0">
                <a:ea typeface="+mn-lt"/>
                <a:cs typeface="+mn-lt"/>
              </a:rPr>
              <a:t>Frecuentemente las salidas de un programa (como, por ejemplo, los resultados de un cálculo matemático, o de la búsqueda de un nombre), se denominan también datos (datos de salida), pudiendo eventualmente utilizarse estos como datos de un programa posterior. Es decir, la palabra dato se utiliza como contraposición a instrucción. El computador actúa con dos tipos de informaciones: instrucciones (que indican a la máquina qué es lo que tiene que hacer) y datos (que son los elementos que procesa o genera el programa).</a:t>
            </a:r>
            <a:endParaRPr lang="es-ES" sz="1900" dirty="0">
              <a:cs typeface="Calibri" panose="020F0502020204030204"/>
            </a:endParaRPr>
          </a:p>
        </p:txBody>
      </p:sp>
    </p:spTree>
    <p:extLst>
      <p:ext uri="{BB962C8B-B14F-4D97-AF65-F5344CB8AC3E}">
        <p14:creationId xmlns:p14="http://schemas.microsoft.com/office/powerpoint/2010/main" val="508188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EA86598-DA2C-41D5-BC0C-E877F881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 y="0"/>
            <a:ext cx="7525153"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9658DBE-8FB7-BF31-286B-46FAE39FFDEF}"/>
              </a:ext>
            </a:extLst>
          </p:cNvPr>
          <p:cNvSpPr>
            <a:spLocks noGrp="1"/>
          </p:cNvSpPr>
          <p:nvPr>
            <p:ph type="title"/>
          </p:nvPr>
        </p:nvSpPr>
        <p:spPr>
          <a:xfrm>
            <a:off x="1155556" y="637763"/>
            <a:ext cx="5735633" cy="1627274"/>
          </a:xfrm>
        </p:spPr>
        <p:txBody>
          <a:bodyPr anchor="t">
            <a:normAutofit fontScale="90000"/>
          </a:bodyPr>
          <a:lstStyle/>
          <a:p>
            <a:r>
              <a:rPr lang="es-ES" sz="4800" dirty="0">
                <a:solidFill>
                  <a:schemeClr val="bg1"/>
                </a:solidFill>
                <a:cs typeface="Calibri Light"/>
              </a:rPr>
              <a:t>Introducción</a:t>
            </a:r>
            <a:br>
              <a:rPr lang="es-ES" sz="4800" dirty="0">
                <a:solidFill>
                  <a:schemeClr val="bg1"/>
                </a:solidFill>
                <a:cs typeface="Calibri Light"/>
              </a:rPr>
            </a:br>
            <a:br>
              <a:rPr lang="es-ES" sz="4800" dirty="0">
                <a:cs typeface="Calibri Light"/>
              </a:rPr>
            </a:br>
            <a:r>
              <a:rPr lang="es-ES" sz="4800" dirty="0">
                <a:solidFill>
                  <a:schemeClr val="bg1"/>
                </a:solidFill>
                <a:cs typeface="Calibri Light"/>
              </a:rPr>
              <a:t>Programa Informático</a:t>
            </a:r>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557" y="2377331"/>
            <a:ext cx="457200"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6" name="Picture 5">
            <a:extLst>
              <a:ext uri="{FF2B5EF4-FFF2-40B4-BE49-F238E27FC236}">
                <a16:creationId xmlns:a16="http://schemas.microsoft.com/office/drawing/2014/main" id="{E6926133-3AD3-9A2C-EFCB-4E46783C71A3}"/>
              </a:ext>
            </a:extLst>
          </p:cNvPr>
          <p:cNvPicPr>
            <a:picLocks noChangeAspect="1"/>
          </p:cNvPicPr>
          <p:nvPr/>
        </p:nvPicPr>
        <p:blipFill rotWithShape="1">
          <a:blip r:embed="rId2"/>
          <a:srcRect l="5615" r="49028" b="-3"/>
          <a:stretch/>
        </p:blipFill>
        <p:spPr>
          <a:xfrm>
            <a:off x="7525166" y="10"/>
            <a:ext cx="4666834" cy="6857990"/>
          </a:xfrm>
          <a:prstGeom prst="rect">
            <a:avLst/>
          </a:prstGeom>
        </p:spPr>
      </p:pic>
      <p:graphicFrame>
        <p:nvGraphicFramePr>
          <p:cNvPr id="4" name="Marcador de contenido 3">
            <a:extLst>
              <a:ext uri="{FF2B5EF4-FFF2-40B4-BE49-F238E27FC236}">
                <a16:creationId xmlns:a16="http://schemas.microsoft.com/office/drawing/2014/main" id="{2942484C-D866-8F3D-7E80-86125668A5D1}"/>
              </a:ext>
            </a:extLst>
          </p:cNvPr>
          <p:cNvGraphicFramePr>
            <a:graphicFrameLocks noGrp="1"/>
          </p:cNvGraphicFramePr>
          <p:nvPr>
            <p:ph idx="1"/>
            <p:extLst>
              <p:ext uri="{D42A27DB-BD31-4B8C-83A1-F6EECF244321}">
                <p14:modId xmlns:p14="http://schemas.microsoft.com/office/powerpoint/2010/main" val="3045146614"/>
              </p:ext>
            </p:extLst>
          </p:nvPr>
        </p:nvGraphicFramePr>
        <p:xfrm>
          <a:off x="1155548" y="2580191"/>
          <a:ext cx="5735641" cy="35967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40326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ítulo 1">
            <a:extLst>
              <a:ext uri="{FF2B5EF4-FFF2-40B4-BE49-F238E27FC236}">
                <a16:creationId xmlns:a16="http://schemas.microsoft.com/office/drawing/2014/main" id="{FE49172B-3BBE-9828-6195-A81FA4B58B80}"/>
              </a:ext>
            </a:extLst>
          </p:cNvPr>
          <p:cNvSpPr>
            <a:spLocks noGrp="1"/>
          </p:cNvSpPr>
          <p:nvPr>
            <p:ph type="title"/>
          </p:nvPr>
        </p:nvSpPr>
        <p:spPr>
          <a:xfrm>
            <a:off x="838200" y="448721"/>
            <a:ext cx="4707671" cy="1225650"/>
          </a:xfrm>
        </p:spPr>
        <p:txBody>
          <a:bodyPr anchor="b">
            <a:normAutofit/>
          </a:bodyPr>
          <a:lstStyle/>
          <a:p>
            <a:r>
              <a:rPr lang="es-ES" sz="3800" dirty="0">
                <a:solidFill>
                  <a:schemeClr val="bg1"/>
                </a:solidFill>
                <a:cs typeface="Calibri Light"/>
              </a:rPr>
              <a:t>Introducción</a:t>
            </a:r>
            <a:endParaRPr lang="es-ES" sz="3800" dirty="0">
              <a:solidFill>
                <a:schemeClr val="bg1"/>
              </a:solidFill>
            </a:endParaRPr>
          </a:p>
        </p:txBody>
      </p:sp>
      <p:cxnSp>
        <p:nvCxnSpPr>
          <p:cNvPr id="11" name="Straight Connector 10">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C315B865-7AF3-3598-6F64-13D1CBAC917D}"/>
              </a:ext>
            </a:extLst>
          </p:cNvPr>
          <p:cNvSpPr>
            <a:spLocks noGrp="1"/>
          </p:cNvSpPr>
          <p:nvPr>
            <p:ph idx="1"/>
          </p:nvPr>
        </p:nvSpPr>
        <p:spPr>
          <a:xfrm>
            <a:off x="897769" y="1909192"/>
            <a:ext cx="4586513" cy="3647710"/>
          </a:xfrm>
        </p:spPr>
        <p:txBody>
          <a:bodyPr vert="horz" lIns="91440" tIns="45720" rIns="91440" bIns="45720" rtlCol="0">
            <a:normAutofit/>
          </a:bodyPr>
          <a:lstStyle/>
          <a:p>
            <a:r>
              <a:rPr lang="es-ES" sz="2000">
                <a:solidFill>
                  <a:schemeClr val="bg1"/>
                </a:solidFill>
                <a:ea typeface="+mn-lt"/>
                <a:cs typeface="+mn-lt"/>
              </a:rPr>
              <a:t>En informática es frecuente codificar la información. Codificación es una transformación que representa los elementos de un conjunto mediante los de otro, de forma tal que a cada elemento del primer conjunto le corresponda un elemento distinto del segundo.</a:t>
            </a:r>
          </a:p>
          <a:p>
            <a:pPr marL="0" indent="0">
              <a:buNone/>
            </a:pPr>
            <a:endParaRPr lang="es-ES" sz="2000">
              <a:solidFill>
                <a:schemeClr val="bg1"/>
              </a:solidFill>
              <a:cs typeface="Calibri"/>
            </a:endParaRPr>
          </a:p>
        </p:txBody>
      </p:sp>
      <p:cxnSp>
        <p:nvCxnSpPr>
          <p:cNvPr id="13" name="Straight Connector 12">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Elementos multimedia en línea 3" title="The Martian Hexadecimal Scene">
            <a:hlinkClick r:id="" action="ppaction://media"/>
            <a:extLst>
              <a:ext uri="{FF2B5EF4-FFF2-40B4-BE49-F238E27FC236}">
                <a16:creationId xmlns:a16="http://schemas.microsoft.com/office/drawing/2014/main" id="{33AA62EB-1688-F798-E3CC-EFF45FFFABFF}"/>
              </a:ext>
            </a:extLst>
          </p:cNvPr>
          <p:cNvPicPr>
            <a:picLocks noRot="1" noChangeAspect="1"/>
          </p:cNvPicPr>
          <p:nvPr>
            <a:videoFile r:link="rId1"/>
          </p:nvPr>
        </p:nvPicPr>
        <p:blipFill>
          <a:blip r:embed="rId3"/>
          <a:stretch>
            <a:fillRect/>
          </a:stretch>
        </p:blipFill>
        <p:spPr>
          <a:xfrm>
            <a:off x="6525453" y="1304045"/>
            <a:ext cx="5666547" cy="4249910"/>
          </a:xfrm>
          <a:prstGeom prst="rect">
            <a:avLst/>
          </a:prstGeom>
        </p:spPr>
      </p:pic>
    </p:spTree>
    <p:extLst>
      <p:ext uri="{BB962C8B-B14F-4D97-AF65-F5344CB8AC3E}">
        <p14:creationId xmlns:p14="http://schemas.microsoft.com/office/powerpoint/2010/main" val="522000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36AE2B-E497-5079-13D7-CC46BB9291DF}"/>
              </a:ext>
            </a:extLst>
          </p:cNvPr>
          <p:cNvSpPr>
            <a:spLocks noGrp="1"/>
          </p:cNvSpPr>
          <p:nvPr>
            <p:ph type="title"/>
          </p:nvPr>
        </p:nvSpPr>
        <p:spPr>
          <a:xfrm>
            <a:off x="762000" y="1138036"/>
            <a:ext cx="4085665" cy="1402470"/>
          </a:xfrm>
        </p:spPr>
        <p:txBody>
          <a:bodyPr anchor="t">
            <a:normAutofit/>
          </a:bodyPr>
          <a:lstStyle/>
          <a:p>
            <a:r>
              <a:rPr lang="es-ES" sz="3200" dirty="0">
                <a:cs typeface="Calibri Light"/>
              </a:rPr>
              <a:t>Introducción</a:t>
            </a:r>
            <a:endParaRPr lang="es-ES" sz="3200" dirty="0"/>
          </a:p>
        </p:txBody>
      </p:sp>
      <p:cxnSp>
        <p:nvCxnSpPr>
          <p:cNvPr id="15" name="Straight Connector 14">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4277A830-DF0B-E8BF-2EB8-4146A0E516C1}"/>
              </a:ext>
            </a:extLst>
          </p:cNvPr>
          <p:cNvSpPr>
            <a:spLocks noGrp="1"/>
          </p:cNvSpPr>
          <p:nvPr>
            <p:ph idx="1"/>
          </p:nvPr>
        </p:nvSpPr>
        <p:spPr>
          <a:xfrm>
            <a:off x="762000" y="2551176"/>
            <a:ext cx="4085665" cy="3591207"/>
          </a:xfrm>
        </p:spPr>
        <p:txBody>
          <a:bodyPr vert="horz" lIns="91440" tIns="45720" rIns="91440" bIns="45720" rtlCol="0">
            <a:normAutofit/>
          </a:bodyPr>
          <a:lstStyle/>
          <a:p>
            <a:pPr marL="0" indent="0">
              <a:buNone/>
            </a:pPr>
            <a:r>
              <a:rPr lang="es-ES" sz="1700">
                <a:ea typeface="+mn-lt"/>
                <a:cs typeface="+mn-lt"/>
              </a:rPr>
              <a:t>Ejemplos de códigos son:</a:t>
            </a:r>
            <a:endParaRPr lang="es-ES" sz="1700">
              <a:cs typeface="Calibri" panose="020F0502020204030204"/>
            </a:endParaRPr>
          </a:p>
          <a:p>
            <a:r>
              <a:rPr lang="es-ES" sz="1700">
                <a:ea typeface="+mn-lt"/>
                <a:cs typeface="+mn-lt"/>
              </a:rPr>
              <a:t>El código postal asociado a los distritos postales de un estado.</a:t>
            </a:r>
            <a:endParaRPr lang="es-ES" sz="1700">
              <a:cs typeface="Calibri" panose="020F0502020204030204"/>
            </a:endParaRPr>
          </a:p>
          <a:p>
            <a:r>
              <a:rPr lang="es-ES" sz="1700">
                <a:ea typeface="+mn-lt"/>
                <a:cs typeface="+mn-lt"/>
              </a:rPr>
              <a:t>El código de enfermedades definido por la Organización Mundial de la Salud (OMS).</a:t>
            </a:r>
            <a:endParaRPr lang="es-ES" sz="1700"/>
          </a:p>
          <a:p>
            <a:r>
              <a:rPr lang="es-ES" sz="1700">
                <a:ea typeface="+mn-lt"/>
                <a:cs typeface="+mn-lt"/>
              </a:rPr>
              <a:t>A cada enfermedad se le asigna un código.</a:t>
            </a:r>
            <a:endParaRPr lang="es-ES" sz="1700"/>
          </a:p>
          <a:p>
            <a:r>
              <a:rPr lang="es-ES" sz="1700">
                <a:ea typeface="+mn-lt"/>
                <a:cs typeface="+mn-lt"/>
              </a:rPr>
              <a:t>El número de un carné de identidad. A cada persona se le asocia un número, pudiendo referirse administrativamente a ella por medio de ese código.</a:t>
            </a:r>
            <a:endParaRPr lang="es-ES" sz="1700"/>
          </a:p>
        </p:txBody>
      </p:sp>
      <p:pic>
        <p:nvPicPr>
          <p:cNvPr id="11" name="Picture 10" descr="Candado encima de placa base de ordenador">
            <a:extLst>
              <a:ext uri="{FF2B5EF4-FFF2-40B4-BE49-F238E27FC236}">
                <a16:creationId xmlns:a16="http://schemas.microsoft.com/office/drawing/2014/main" id="{CE95EA30-B7F7-B5FC-DC9A-FD6B783761CA}"/>
              </a:ext>
            </a:extLst>
          </p:cNvPr>
          <p:cNvPicPr>
            <a:picLocks noChangeAspect="1"/>
          </p:cNvPicPr>
          <p:nvPr/>
        </p:nvPicPr>
        <p:blipFill rotWithShape="1">
          <a:blip r:embed="rId2"/>
          <a:srcRect l="4114" r="32225" b="4"/>
          <a:stretch/>
        </p:blipFill>
        <p:spPr>
          <a:xfrm>
            <a:off x="5650992" y="10"/>
            <a:ext cx="6541008" cy="6857990"/>
          </a:xfrm>
          <a:prstGeom prst="rect">
            <a:avLst/>
          </a:prstGeom>
        </p:spPr>
      </p:pic>
    </p:spTree>
    <p:extLst>
      <p:ext uri="{BB962C8B-B14F-4D97-AF65-F5344CB8AC3E}">
        <p14:creationId xmlns:p14="http://schemas.microsoft.com/office/powerpoint/2010/main" val="1949886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F98EFE-CB95-BFBD-7D28-31D52E7E6702}"/>
              </a:ext>
            </a:extLst>
          </p:cNvPr>
          <p:cNvSpPr>
            <a:spLocks noGrp="1"/>
          </p:cNvSpPr>
          <p:nvPr>
            <p:ph type="title"/>
          </p:nvPr>
        </p:nvSpPr>
        <p:spPr>
          <a:xfrm>
            <a:off x="8153400" y="1128094"/>
            <a:ext cx="3434180" cy="1415270"/>
          </a:xfrm>
        </p:spPr>
        <p:txBody>
          <a:bodyPr anchor="t">
            <a:normAutofit/>
          </a:bodyPr>
          <a:lstStyle/>
          <a:p>
            <a:r>
              <a:rPr lang="es-ES" sz="3200">
                <a:cs typeface="Calibri Light"/>
              </a:rPr>
              <a:t>Introducción</a:t>
            </a:r>
            <a:endParaRPr lang="es-ES" sz="3200"/>
          </a:p>
        </p:txBody>
      </p:sp>
      <p:sp>
        <p:nvSpPr>
          <p:cNvPr id="11" name="Rectangle 10">
            <a:extLst>
              <a:ext uri="{FF2B5EF4-FFF2-40B4-BE49-F238E27FC236}">
                <a16:creationId xmlns:a16="http://schemas.microsoft.com/office/drawing/2014/main" id="{7ED7575E-88D2-B771-681D-46A7E5541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76457"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Marcador de contenido 3" descr="Interfaz de usuario gráfica, Aplicación&#10;&#10;Descripción generada automáticamente">
            <a:extLst>
              <a:ext uri="{FF2B5EF4-FFF2-40B4-BE49-F238E27FC236}">
                <a16:creationId xmlns:a16="http://schemas.microsoft.com/office/drawing/2014/main" id="{BB9746C9-84D1-F233-EDE0-2777B9F7413A}"/>
              </a:ext>
            </a:extLst>
          </p:cNvPr>
          <p:cNvPicPr>
            <a:picLocks noChangeAspect="1"/>
          </p:cNvPicPr>
          <p:nvPr/>
        </p:nvPicPr>
        <p:blipFill rotWithShape="1">
          <a:blip r:embed="rId2"/>
          <a:srcRect l="1856" t="64686" r="60000" b="13531"/>
          <a:stretch/>
        </p:blipFill>
        <p:spPr>
          <a:xfrm>
            <a:off x="669235" y="2321950"/>
            <a:ext cx="6221895" cy="2220721"/>
          </a:xfrm>
          <a:prstGeom prst="rect">
            <a:avLst/>
          </a:prstGeom>
        </p:spPr>
      </p:pic>
      <p:cxnSp>
        <p:nvCxnSpPr>
          <p:cNvPr id="13" name="Straight Connector 12">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237266-9DD5-86D0-8BC5-05CB8E323E37}"/>
              </a:ext>
            </a:extLst>
          </p:cNvPr>
          <p:cNvSpPr>
            <a:spLocks noGrp="1"/>
          </p:cNvSpPr>
          <p:nvPr>
            <p:ph idx="1"/>
          </p:nvPr>
        </p:nvSpPr>
        <p:spPr>
          <a:xfrm>
            <a:off x="8196532" y="1709478"/>
            <a:ext cx="3391048" cy="4706074"/>
          </a:xfrm>
        </p:spPr>
        <p:txBody>
          <a:bodyPr vert="horz" lIns="91440" tIns="45720" rIns="91440" bIns="45720" rtlCol="0" anchor="t">
            <a:normAutofit fontScale="77500" lnSpcReduction="20000"/>
          </a:bodyPr>
          <a:lstStyle/>
          <a:p>
            <a:pPr marL="0" indent="0">
              <a:buNone/>
            </a:pPr>
            <a:r>
              <a:rPr lang="en-US" sz="2000" dirty="0">
                <a:ea typeface="+mn-lt"/>
                <a:cs typeface="+mn-lt"/>
              </a:rPr>
              <a:t>En </a:t>
            </a:r>
            <a:r>
              <a:rPr lang="en-US" sz="2000" err="1">
                <a:ea typeface="+mn-lt"/>
                <a:cs typeface="+mn-lt"/>
              </a:rPr>
              <a:t>el</a:t>
            </a:r>
            <a:r>
              <a:rPr lang="en-US" sz="2000" dirty="0">
                <a:ea typeface="+mn-lt"/>
                <a:cs typeface="+mn-lt"/>
              </a:rPr>
              <a:t> interior del </a:t>
            </a:r>
            <a:r>
              <a:rPr lang="en-US" sz="2000" err="1">
                <a:ea typeface="+mn-lt"/>
                <a:cs typeface="+mn-lt"/>
              </a:rPr>
              <a:t>computador</a:t>
            </a:r>
            <a:r>
              <a:rPr lang="en-US" sz="2000" dirty="0">
                <a:ea typeface="+mn-lt"/>
                <a:cs typeface="+mn-lt"/>
              </a:rPr>
              <a:t> </a:t>
            </a:r>
            <a:r>
              <a:rPr lang="en-US" sz="2000" err="1">
                <a:ea typeface="+mn-lt"/>
                <a:cs typeface="+mn-lt"/>
              </a:rPr>
              <a:t>todos</a:t>
            </a:r>
            <a:r>
              <a:rPr lang="en-US" sz="2000" dirty="0">
                <a:ea typeface="+mn-lt"/>
                <a:cs typeface="+mn-lt"/>
              </a:rPr>
              <a:t> </a:t>
            </a:r>
            <a:r>
              <a:rPr lang="en-US" sz="2000" err="1">
                <a:ea typeface="+mn-lt"/>
                <a:cs typeface="+mn-lt"/>
              </a:rPr>
              <a:t>los</a:t>
            </a:r>
            <a:r>
              <a:rPr lang="en-US" sz="2000" dirty="0">
                <a:ea typeface="+mn-lt"/>
                <a:cs typeface="+mn-lt"/>
              </a:rPr>
              <a:t> </a:t>
            </a:r>
            <a:r>
              <a:rPr lang="en-US" sz="2000" err="1">
                <a:ea typeface="+mn-lt"/>
                <a:cs typeface="+mn-lt"/>
              </a:rPr>
              <a:t>símbolos</a:t>
            </a:r>
            <a:r>
              <a:rPr lang="en-US" sz="2000" dirty="0">
                <a:ea typeface="+mn-lt"/>
                <a:cs typeface="+mn-lt"/>
              </a:rPr>
              <a:t> </a:t>
            </a:r>
            <a:r>
              <a:rPr lang="en-US" sz="2000" err="1">
                <a:ea typeface="+mn-lt"/>
                <a:cs typeface="+mn-lt"/>
              </a:rPr>
              <a:t>externos</a:t>
            </a:r>
            <a:r>
              <a:rPr lang="en-US" sz="2000" dirty="0">
                <a:ea typeface="+mn-lt"/>
                <a:cs typeface="+mn-lt"/>
              </a:rPr>
              <a:t> se </a:t>
            </a:r>
            <a:r>
              <a:rPr lang="en-US" sz="2000" err="1">
                <a:ea typeface="+mn-lt"/>
                <a:cs typeface="+mn-lt"/>
              </a:rPr>
              <a:t>representan</a:t>
            </a:r>
            <a:r>
              <a:rPr lang="en-US" sz="2000" dirty="0">
                <a:ea typeface="+mn-lt"/>
                <a:cs typeface="+mn-lt"/>
              </a:rPr>
              <a:t> con ceros y </a:t>
            </a:r>
            <a:r>
              <a:rPr lang="en-US" sz="2000" err="1">
                <a:ea typeface="+mn-lt"/>
                <a:cs typeface="+mn-lt"/>
              </a:rPr>
              <a:t>unos</a:t>
            </a:r>
            <a:r>
              <a:rPr lang="en-US" sz="2000" dirty="0">
                <a:ea typeface="+mn-lt"/>
                <a:cs typeface="+mn-lt"/>
              </a:rPr>
              <a:t>.</a:t>
            </a:r>
          </a:p>
          <a:p>
            <a:pPr marL="0" indent="0">
              <a:buNone/>
            </a:pPr>
            <a:endParaRPr lang="en-US" sz="2000" dirty="0">
              <a:cs typeface="Calibri" panose="020F0502020204030204"/>
            </a:endParaRPr>
          </a:p>
          <a:p>
            <a:pPr marL="0" indent="0">
              <a:buNone/>
            </a:pPr>
            <a:r>
              <a:rPr lang="en-US" sz="2000" dirty="0">
                <a:cs typeface="Calibri" panose="020F0502020204030204"/>
              </a:rPr>
              <a:t>Esa </a:t>
            </a:r>
            <a:r>
              <a:rPr lang="en-US" sz="2000" err="1">
                <a:cs typeface="Calibri" panose="020F0502020204030204"/>
              </a:rPr>
              <a:t>unidad</a:t>
            </a:r>
            <a:r>
              <a:rPr lang="en-US" sz="2000" dirty="0">
                <a:cs typeface="Calibri" panose="020F0502020204030204"/>
              </a:rPr>
              <a:t> de </a:t>
            </a:r>
            <a:r>
              <a:rPr lang="en-US" sz="2000" err="1">
                <a:cs typeface="Calibri" panose="020F0502020204030204"/>
              </a:rPr>
              <a:t>información</a:t>
            </a:r>
            <a:r>
              <a:rPr lang="en-US" sz="2000" dirty="0">
                <a:cs typeface="Calibri" panose="020F0502020204030204"/>
              </a:rPr>
              <a:t> se </a:t>
            </a:r>
            <a:r>
              <a:rPr lang="en-US" sz="2000" err="1">
                <a:cs typeface="Calibri" panose="020F0502020204030204"/>
              </a:rPr>
              <a:t>denomina</a:t>
            </a:r>
            <a:r>
              <a:rPr lang="en-US" sz="2000" dirty="0">
                <a:cs typeface="Calibri" panose="020F0502020204030204"/>
              </a:rPr>
              <a:t> BIT-&gt;</a:t>
            </a:r>
            <a:r>
              <a:rPr lang="en-US" sz="2000" err="1">
                <a:cs typeface="Calibri" panose="020F0502020204030204"/>
              </a:rPr>
              <a:t>BInary</a:t>
            </a:r>
            <a:r>
              <a:rPr lang="en-US" sz="2000" dirty="0">
                <a:cs typeface="Calibri" panose="020F0502020204030204"/>
              </a:rPr>
              <a:t> Digit</a:t>
            </a:r>
          </a:p>
          <a:p>
            <a:pPr marL="0" indent="0">
              <a:buNone/>
            </a:pPr>
            <a:endParaRPr lang="en-US" sz="2000" dirty="0">
              <a:cs typeface="Calibri" panose="020F0502020204030204"/>
            </a:endParaRPr>
          </a:p>
          <a:p>
            <a:pPr marL="0" indent="0">
              <a:buNone/>
            </a:pPr>
            <a:r>
              <a:rPr lang="en-US" sz="2000" dirty="0">
                <a:cs typeface="Calibri" panose="020F0502020204030204"/>
              </a:rPr>
              <a:t>Al conjunto de 8 bits se le </a:t>
            </a:r>
            <a:r>
              <a:rPr lang="en-US" sz="2000" err="1">
                <a:cs typeface="Calibri" panose="020F0502020204030204"/>
              </a:rPr>
              <a:t>denomina</a:t>
            </a:r>
            <a:r>
              <a:rPr lang="en-US" sz="2000" dirty="0">
                <a:cs typeface="Calibri" panose="020F0502020204030204"/>
              </a:rPr>
              <a:t> Byte.</a:t>
            </a:r>
          </a:p>
          <a:p>
            <a:pPr marL="0" indent="0">
              <a:buNone/>
            </a:pPr>
            <a:endParaRPr lang="en-US" sz="2000" dirty="0">
              <a:cs typeface="Calibri" panose="020F0502020204030204"/>
            </a:endParaRPr>
          </a:p>
          <a:p>
            <a:pPr marL="0" indent="0">
              <a:buNone/>
            </a:pPr>
            <a:r>
              <a:rPr lang="en-US" sz="2000" dirty="0">
                <a:cs typeface="Calibri" panose="020F0502020204030204"/>
              </a:rPr>
              <a:t>:8</a:t>
            </a:r>
          </a:p>
          <a:p>
            <a:pPr marL="0" indent="0">
              <a:buNone/>
            </a:pPr>
            <a:r>
              <a:rPr lang="en-US" sz="2100" dirty="0">
                <a:cs typeface="Calibri" panose="020F0502020204030204"/>
              </a:rPr>
              <a:t>¿</a:t>
            </a:r>
            <a:r>
              <a:rPr lang="en-US" sz="2100" dirty="0" err="1">
                <a:cs typeface="Calibri" panose="020F0502020204030204"/>
              </a:rPr>
              <a:t>Cuántos</a:t>
            </a:r>
            <a:r>
              <a:rPr lang="en-US" sz="2100" dirty="0">
                <a:cs typeface="Calibri" panose="020F0502020204030204"/>
              </a:rPr>
              <a:t> bytes son 987.654.312 bits?</a:t>
            </a:r>
          </a:p>
          <a:p>
            <a:pPr marL="0" indent="0">
              <a:buNone/>
            </a:pPr>
            <a:endParaRPr lang="en-US" sz="2100" dirty="0">
              <a:cs typeface="Calibri" panose="020F0502020204030204"/>
            </a:endParaRPr>
          </a:p>
          <a:p>
            <a:pPr marL="0" indent="0">
              <a:buNone/>
            </a:pPr>
            <a:r>
              <a:rPr lang="en-US" sz="2100" dirty="0">
                <a:cs typeface="Calibri" panose="020F0502020204030204"/>
              </a:rPr>
              <a:t>x8</a:t>
            </a:r>
          </a:p>
          <a:p>
            <a:pPr marL="0" indent="0">
              <a:buNone/>
            </a:pPr>
            <a:r>
              <a:rPr lang="en-US" sz="2100" dirty="0">
                <a:cs typeface="Calibri" panose="020F0502020204030204"/>
              </a:rPr>
              <a:t>¿</a:t>
            </a:r>
            <a:r>
              <a:rPr lang="en-US" sz="2100" dirty="0" err="1">
                <a:cs typeface="Calibri" panose="020F0502020204030204"/>
              </a:rPr>
              <a:t>Cuántos</a:t>
            </a:r>
            <a:r>
              <a:rPr lang="en-US" sz="2100" dirty="0">
                <a:cs typeface="Calibri" panose="020F0502020204030204"/>
              </a:rPr>
              <a:t> bits son 12345 bytes?  98760</a:t>
            </a:r>
          </a:p>
          <a:p>
            <a:pPr>
              <a:spcBef>
                <a:spcPts val="0"/>
              </a:spcBef>
              <a:spcAft>
                <a:spcPts val="600"/>
              </a:spcAft>
              <a:buFont typeface="Arial,Sans-Serif"/>
              <a:buChar char="•"/>
            </a:pPr>
            <a:endParaRPr lang="en-US" sz="2900" dirty="0">
              <a:cs typeface="Calibri" panose="020F0502020204030204"/>
            </a:endParaRPr>
          </a:p>
          <a:p>
            <a:pPr>
              <a:spcBef>
                <a:spcPts val="0"/>
              </a:spcBef>
              <a:spcAft>
                <a:spcPts val="600"/>
              </a:spcAft>
              <a:buFont typeface="Arial,Sans-Serif"/>
              <a:buChar char="•"/>
            </a:pPr>
            <a:r>
              <a:rPr lang="en-US" sz="2900" dirty="0">
                <a:cs typeface="Calibri" panose="020F0502020204030204"/>
              </a:rPr>
              <a:t>¿</a:t>
            </a:r>
            <a:r>
              <a:rPr lang="en-US" sz="2900" dirty="0" err="1">
                <a:cs typeface="Calibri" panose="020F0502020204030204"/>
              </a:rPr>
              <a:t>Qué</a:t>
            </a:r>
            <a:r>
              <a:rPr lang="en-US" sz="2900" dirty="0">
                <a:cs typeface="Calibri" panose="020F0502020204030204"/>
              </a:rPr>
              <a:t> un cubit?</a:t>
            </a:r>
          </a:p>
        </p:txBody>
      </p:sp>
    </p:spTree>
    <p:extLst>
      <p:ext uri="{BB962C8B-B14F-4D97-AF65-F5344CB8AC3E}">
        <p14:creationId xmlns:p14="http://schemas.microsoft.com/office/powerpoint/2010/main" val="1956645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E476DD-9A7D-5979-5C74-117D67060460}"/>
              </a:ext>
            </a:extLst>
          </p:cNvPr>
          <p:cNvSpPr>
            <a:spLocks noGrp="1"/>
          </p:cNvSpPr>
          <p:nvPr>
            <p:ph type="title"/>
          </p:nvPr>
        </p:nvSpPr>
        <p:spPr/>
        <p:txBody>
          <a:bodyPr/>
          <a:lstStyle/>
          <a:p>
            <a:r>
              <a:rPr lang="es-ES" dirty="0">
                <a:cs typeface="Calibri Light"/>
              </a:rPr>
              <a:t>Introducción - Mensaje de Arecibo</a:t>
            </a:r>
            <a:endParaRPr lang="es-ES" dirty="0"/>
          </a:p>
        </p:txBody>
      </p:sp>
      <p:pic>
        <p:nvPicPr>
          <p:cNvPr id="4" name="Marcador de contenido 3" descr="Interfaz de usuario gráfica&#10;&#10;Descripción generada automáticamente">
            <a:extLst>
              <a:ext uri="{FF2B5EF4-FFF2-40B4-BE49-F238E27FC236}">
                <a16:creationId xmlns:a16="http://schemas.microsoft.com/office/drawing/2014/main" id="{785F961E-DE7F-0548-0FDD-BDAA64AA8EDD}"/>
              </a:ext>
            </a:extLst>
          </p:cNvPr>
          <p:cNvPicPr>
            <a:picLocks noGrp="1" noChangeAspect="1"/>
          </p:cNvPicPr>
          <p:nvPr>
            <p:ph idx="1"/>
          </p:nvPr>
        </p:nvPicPr>
        <p:blipFill rotWithShape="1">
          <a:blip r:embed="rId2"/>
          <a:srcRect l="64935" t="29043" r="12987" b="21782"/>
          <a:stretch/>
        </p:blipFill>
        <p:spPr>
          <a:xfrm>
            <a:off x="2255010" y="1581210"/>
            <a:ext cx="3836574" cy="4756451"/>
          </a:xfrm>
        </p:spPr>
      </p:pic>
    </p:spTree>
    <p:extLst>
      <p:ext uri="{BB962C8B-B14F-4D97-AF65-F5344CB8AC3E}">
        <p14:creationId xmlns:p14="http://schemas.microsoft.com/office/powerpoint/2010/main" val="2298884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E2D839-FB9C-50E2-7ACC-AECBB2F30A25}"/>
              </a:ext>
            </a:extLst>
          </p:cNvPr>
          <p:cNvSpPr>
            <a:spLocks noGrp="1"/>
          </p:cNvSpPr>
          <p:nvPr>
            <p:ph type="title"/>
          </p:nvPr>
        </p:nvSpPr>
        <p:spPr>
          <a:xfrm>
            <a:off x="8153400" y="1128094"/>
            <a:ext cx="3434180" cy="1415270"/>
          </a:xfrm>
        </p:spPr>
        <p:txBody>
          <a:bodyPr vert="horz" lIns="91440" tIns="45720" rIns="91440" bIns="45720" rtlCol="0" anchor="t">
            <a:normAutofit/>
          </a:bodyPr>
          <a:lstStyle/>
          <a:p>
            <a:r>
              <a:rPr lang="en-US" sz="3200" kern="1200">
                <a:solidFill>
                  <a:schemeClr val="tx1"/>
                </a:solidFill>
                <a:latin typeface="+mj-lt"/>
                <a:ea typeface="+mj-ea"/>
                <a:cs typeface="+mj-cs"/>
              </a:rPr>
              <a:t>Introducción</a:t>
            </a:r>
          </a:p>
        </p:txBody>
      </p:sp>
      <p:sp>
        <p:nvSpPr>
          <p:cNvPr id="9" name="Rectangle 8">
            <a:extLst>
              <a:ext uri="{FF2B5EF4-FFF2-40B4-BE49-F238E27FC236}">
                <a16:creationId xmlns:a16="http://schemas.microsoft.com/office/drawing/2014/main" id="{7ED7575E-88D2-B771-681D-46A7E5541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76457"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Marcador de contenido 3" descr="Interfaz de usuario gráfica, Aplicación&#10;&#10;Descripción generada automáticamente">
            <a:extLst>
              <a:ext uri="{FF2B5EF4-FFF2-40B4-BE49-F238E27FC236}">
                <a16:creationId xmlns:a16="http://schemas.microsoft.com/office/drawing/2014/main" id="{FCE5F407-1543-5745-9EA5-F3352026F57B}"/>
              </a:ext>
            </a:extLst>
          </p:cNvPr>
          <p:cNvPicPr>
            <a:picLocks noGrp="1" noChangeAspect="1"/>
          </p:cNvPicPr>
          <p:nvPr>
            <p:ph idx="1"/>
          </p:nvPr>
        </p:nvPicPr>
        <p:blipFill rotWithShape="1">
          <a:blip r:embed="rId2"/>
          <a:srcRect l="1031" t="37954" r="56495" b="15181"/>
          <a:stretch/>
        </p:blipFill>
        <p:spPr>
          <a:xfrm>
            <a:off x="669235" y="1286960"/>
            <a:ext cx="6221895" cy="4290702"/>
          </a:xfrm>
          <a:prstGeom prst="rect">
            <a:avLst/>
          </a:prstGeom>
        </p:spPr>
      </p:pic>
      <p:cxnSp>
        <p:nvCxnSpPr>
          <p:cNvPr id="11" name="Straight Connector 10">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uadroTexto 2">
            <a:extLst>
              <a:ext uri="{FF2B5EF4-FFF2-40B4-BE49-F238E27FC236}">
                <a16:creationId xmlns:a16="http://schemas.microsoft.com/office/drawing/2014/main" id="{6BE8347F-CA11-0005-CFD6-7557D95F0388}"/>
              </a:ext>
            </a:extLst>
          </p:cNvPr>
          <p:cNvSpPr txBox="1"/>
          <p:nvPr/>
        </p:nvSpPr>
        <p:spPr>
          <a:xfrm>
            <a:off x="8153400" y="2543364"/>
            <a:ext cx="3434180" cy="3599019"/>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000" dirty="0"/>
              <a:t>En general, </a:t>
            </a:r>
            <a:r>
              <a:rPr lang="en-US" sz="2000" dirty="0" err="1"/>
              <a:t>utilizaremos</a:t>
            </a:r>
            <a:r>
              <a:rPr lang="en-US" sz="2000" dirty="0"/>
              <a:t> de </a:t>
            </a:r>
            <a:r>
              <a:rPr lang="en-US" sz="2000" dirty="0" err="1"/>
              <a:t>aquí</a:t>
            </a:r>
            <a:r>
              <a:rPr lang="en-US" sz="2000" dirty="0"/>
              <a:t> </a:t>
            </a:r>
            <a:r>
              <a:rPr lang="en-US" sz="2000" dirty="0" err="1"/>
              <a:t>en</a:t>
            </a:r>
            <a:r>
              <a:rPr lang="en-US" sz="2000" dirty="0"/>
              <a:t> </a:t>
            </a:r>
            <a:r>
              <a:rPr lang="en-US" sz="2000" dirty="0" err="1"/>
              <a:t>adelante</a:t>
            </a:r>
            <a:r>
              <a:rPr lang="en-US" sz="2000" dirty="0"/>
              <a:t> </a:t>
            </a:r>
            <a:r>
              <a:rPr lang="en-US" sz="2000" dirty="0" err="1"/>
              <a:t>una</a:t>
            </a:r>
            <a:r>
              <a:rPr lang="en-US" sz="2000" dirty="0"/>
              <a:t> “b” (</a:t>
            </a:r>
            <a:r>
              <a:rPr lang="en-US" sz="2000" dirty="0" err="1"/>
              <a:t>minúscula</a:t>
            </a:r>
            <a:r>
              <a:rPr lang="en-US" sz="2000" dirty="0"/>
              <a:t>) para </a:t>
            </a:r>
            <a:r>
              <a:rPr lang="en-US" sz="2000" dirty="0" err="1"/>
              <a:t>indicar</a:t>
            </a:r>
            <a:r>
              <a:rPr lang="en-US" sz="2000" dirty="0"/>
              <a:t> bit y </a:t>
            </a:r>
            <a:r>
              <a:rPr lang="en-US" sz="2000" dirty="0" err="1"/>
              <a:t>una</a:t>
            </a:r>
            <a:r>
              <a:rPr lang="en-US" sz="2000" dirty="0"/>
              <a:t> “B” (</a:t>
            </a:r>
            <a:r>
              <a:rPr lang="en-US" sz="2000" dirty="0" err="1"/>
              <a:t>mayúscula</a:t>
            </a:r>
            <a:r>
              <a:rPr lang="en-US" sz="2000" dirty="0"/>
              <a:t>) para </a:t>
            </a:r>
            <a:r>
              <a:rPr lang="en-US" sz="2000" dirty="0" err="1"/>
              <a:t>indicar</a:t>
            </a:r>
            <a:r>
              <a:rPr lang="en-US" sz="2000" dirty="0"/>
              <a:t> byte.</a:t>
            </a:r>
          </a:p>
          <a:p>
            <a:pPr indent="-228600">
              <a:lnSpc>
                <a:spcPct val="90000"/>
              </a:lnSpc>
              <a:spcAft>
                <a:spcPts val="600"/>
              </a:spcAft>
              <a:buFont typeface="Arial" panose="020B0604020202020204" pitchFamily="34" charset="0"/>
              <a:buChar char="•"/>
            </a:pPr>
            <a:endParaRPr lang="en-US" sz="2000" dirty="0">
              <a:cs typeface="Calibri"/>
            </a:endParaRPr>
          </a:p>
          <a:p>
            <a:pPr>
              <a:lnSpc>
                <a:spcPct val="90000"/>
              </a:lnSpc>
              <a:spcAft>
                <a:spcPts val="600"/>
              </a:spcAft>
            </a:pPr>
            <a:endParaRPr lang="en-US" dirty="0"/>
          </a:p>
        </p:txBody>
      </p:sp>
    </p:spTree>
    <p:extLst>
      <p:ext uri="{BB962C8B-B14F-4D97-AF65-F5344CB8AC3E}">
        <p14:creationId xmlns:p14="http://schemas.microsoft.com/office/powerpoint/2010/main" val="3763632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ítulo 1">
            <a:extLst>
              <a:ext uri="{FF2B5EF4-FFF2-40B4-BE49-F238E27FC236}">
                <a16:creationId xmlns:a16="http://schemas.microsoft.com/office/drawing/2014/main" id="{3D9472AF-93D5-94D4-1E21-5DFF463AC389}"/>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400" kern="1200">
                <a:solidFill>
                  <a:srgbClr val="FFFFFF"/>
                </a:solidFill>
                <a:latin typeface="+mj-lt"/>
                <a:ea typeface="+mj-ea"/>
                <a:cs typeface="+mj-cs"/>
              </a:rPr>
              <a:t>Representación de la Información</a:t>
            </a:r>
          </a:p>
        </p:txBody>
      </p:sp>
      <p:pic>
        <p:nvPicPr>
          <p:cNvPr id="5" name="Marcador de contenido 4" descr="Interfaz de usuario gráfica, Texto, Aplicación&#10;&#10;Descripción generada automáticamente">
            <a:extLst>
              <a:ext uri="{FF2B5EF4-FFF2-40B4-BE49-F238E27FC236}">
                <a16:creationId xmlns:a16="http://schemas.microsoft.com/office/drawing/2014/main" id="{45D54F27-01FE-5260-D783-D181AC9F97B6}"/>
              </a:ext>
            </a:extLst>
          </p:cNvPr>
          <p:cNvPicPr>
            <a:picLocks noGrp="1" noChangeAspect="1"/>
          </p:cNvPicPr>
          <p:nvPr>
            <p:ph idx="1"/>
          </p:nvPr>
        </p:nvPicPr>
        <p:blipFill rotWithShape="1">
          <a:blip r:embed="rId2"/>
          <a:srcRect l="1443" t="41914" r="58351" b="35973"/>
          <a:stretch/>
        </p:blipFill>
        <p:spPr>
          <a:xfrm>
            <a:off x="4488051" y="1717293"/>
            <a:ext cx="7225748" cy="3423412"/>
          </a:xfrm>
          <a:prstGeom prst="rect">
            <a:avLst/>
          </a:prstGeom>
        </p:spPr>
      </p:pic>
    </p:spTree>
    <p:extLst>
      <p:ext uri="{BB962C8B-B14F-4D97-AF65-F5344CB8AC3E}">
        <p14:creationId xmlns:p14="http://schemas.microsoft.com/office/powerpoint/2010/main" val="4262882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5214A2F-4C97-5E47-3CAA-1A3CBFDCF4AA}"/>
              </a:ext>
            </a:extLst>
          </p:cNvPr>
          <p:cNvSpPr>
            <a:spLocks noGrp="1"/>
          </p:cNvSpPr>
          <p:nvPr>
            <p:ph type="title"/>
          </p:nvPr>
        </p:nvSpPr>
        <p:spPr>
          <a:xfrm>
            <a:off x="761800" y="762001"/>
            <a:ext cx="5334197" cy="1708242"/>
          </a:xfrm>
        </p:spPr>
        <p:txBody>
          <a:bodyPr anchor="ctr">
            <a:normAutofit/>
          </a:bodyPr>
          <a:lstStyle/>
          <a:p>
            <a:r>
              <a:rPr lang="en-US" sz="4000">
                <a:cs typeface="Calibri Light"/>
              </a:rPr>
              <a:t>Representación de la Información</a:t>
            </a:r>
            <a:endParaRPr lang="es-ES" sz="4000">
              <a:cs typeface="Calibri Light"/>
            </a:endParaRPr>
          </a:p>
        </p:txBody>
      </p:sp>
      <p:sp>
        <p:nvSpPr>
          <p:cNvPr id="3" name="Marcador de contenido 2">
            <a:extLst>
              <a:ext uri="{FF2B5EF4-FFF2-40B4-BE49-F238E27FC236}">
                <a16:creationId xmlns:a16="http://schemas.microsoft.com/office/drawing/2014/main" id="{70F25533-6714-9F15-F632-490438D27F0C}"/>
              </a:ext>
            </a:extLst>
          </p:cNvPr>
          <p:cNvSpPr>
            <a:spLocks noGrp="1"/>
          </p:cNvSpPr>
          <p:nvPr>
            <p:ph idx="1"/>
          </p:nvPr>
        </p:nvSpPr>
        <p:spPr>
          <a:xfrm>
            <a:off x="761800" y="2470244"/>
            <a:ext cx="5334197" cy="3769835"/>
          </a:xfrm>
        </p:spPr>
        <p:txBody>
          <a:bodyPr vert="horz" lIns="91440" tIns="45720" rIns="91440" bIns="45720" rtlCol="0" anchor="ctr">
            <a:normAutofit/>
          </a:bodyPr>
          <a:lstStyle/>
          <a:p>
            <a:r>
              <a:rPr lang="es-ES" sz="1700" dirty="0">
                <a:ea typeface="+mn-lt"/>
                <a:cs typeface="+mn-lt"/>
              </a:rPr>
              <a:t>Debido a que en la representación interna de la información en los computadores sólo disponemos de ceros y unos, la comunicación humano-máquina se debe establecer a través de una correspondencia entre el conjunto de todos los caracteres, α={a,...,</a:t>
            </a:r>
            <a:r>
              <a:rPr lang="es-ES" sz="1700" dirty="0" err="1">
                <a:ea typeface="+mn-lt"/>
                <a:cs typeface="+mn-lt"/>
              </a:rPr>
              <a:t>z,A</a:t>
            </a:r>
            <a:r>
              <a:rPr lang="es-ES" sz="1700" dirty="0">
                <a:ea typeface="+mn-lt"/>
                <a:cs typeface="+mn-lt"/>
              </a:rPr>
              <a:t>,...,Z,0,...,9,*,+,...}, y un conjunto β={0,1} n (es decir, todas las posibles secuencias de ceros y unos de longitud n). Esta correspondencia establece un código de entrada/salida. Al proceso de asignar a cada uno de los caracteres una secuencia de ceros y unos se le denomina codificación</a:t>
            </a:r>
          </a:p>
          <a:p>
            <a:endParaRPr lang="es-ES" sz="1700">
              <a:cs typeface="Calibri" panose="020F0502020204030204"/>
            </a:endParaRPr>
          </a:p>
          <a:p>
            <a:r>
              <a:rPr lang="es-ES" sz="1700" dirty="0">
                <a:cs typeface="Calibri" panose="020F0502020204030204"/>
              </a:rPr>
              <a:t>Haz un listado de tipos de codificación de un ordenador.</a:t>
            </a:r>
          </a:p>
        </p:txBody>
      </p:sp>
      <p:pic>
        <p:nvPicPr>
          <p:cNvPr id="5" name="Picture 4" descr="Persona sosteniendo el mouse">
            <a:extLst>
              <a:ext uri="{FF2B5EF4-FFF2-40B4-BE49-F238E27FC236}">
                <a16:creationId xmlns:a16="http://schemas.microsoft.com/office/drawing/2014/main" id="{97B6926E-45A4-34C5-2874-953C5ECE6D00}"/>
              </a:ext>
            </a:extLst>
          </p:cNvPr>
          <p:cNvPicPr>
            <a:picLocks noChangeAspect="1"/>
          </p:cNvPicPr>
          <p:nvPr/>
        </p:nvPicPr>
        <p:blipFill rotWithShape="1">
          <a:blip r:embed="rId2"/>
          <a:srcRect l="23825" r="24414" b="-3"/>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111712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CD2C30-0696-83D8-0936-73C3782F9A14}"/>
              </a:ext>
            </a:extLst>
          </p:cNvPr>
          <p:cNvSpPr>
            <a:spLocks noGrp="1"/>
          </p:cNvSpPr>
          <p:nvPr>
            <p:ph type="title"/>
          </p:nvPr>
        </p:nvSpPr>
        <p:spPr>
          <a:xfrm>
            <a:off x="761840" y="1138265"/>
            <a:ext cx="4544762" cy="1401183"/>
          </a:xfrm>
        </p:spPr>
        <p:txBody>
          <a:bodyPr anchor="t">
            <a:normAutofit/>
          </a:bodyPr>
          <a:lstStyle/>
          <a:p>
            <a:r>
              <a:rPr lang="es-ES" sz="3000">
                <a:cs typeface="Calibri Light"/>
              </a:rPr>
              <a:t>Representación de la Información. Sistemas de numeración</a:t>
            </a:r>
          </a:p>
        </p:txBody>
      </p:sp>
      <p:cxnSp>
        <p:nvCxnSpPr>
          <p:cNvPr id="10" name="Straight Connector 9">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82F48CB4-E761-F27B-8B12-C7D32885DFC1}"/>
              </a:ext>
            </a:extLst>
          </p:cNvPr>
          <p:cNvSpPr>
            <a:spLocks noGrp="1"/>
          </p:cNvSpPr>
          <p:nvPr>
            <p:ph idx="1"/>
          </p:nvPr>
        </p:nvSpPr>
        <p:spPr>
          <a:xfrm>
            <a:off x="761840" y="2551176"/>
            <a:ext cx="4544762" cy="3602935"/>
          </a:xfrm>
        </p:spPr>
        <p:txBody>
          <a:bodyPr vert="horz" lIns="91440" tIns="45720" rIns="91440" bIns="45720" rtlCol="0">
            <a:normAutofit/>
          </a:bodyPr>
          <a:lstStyle/>
          <a:p>
            <a:r>
              <a:rPr lang="es-ES" sz="2000">
                <a:cs typeface="Calibri"/>
              </a:rPr>
              <a:t>Binario</a:t>
            </a:r>
          </a:p>
          <a:p>
            <a:r>
              <a:rPr lang="es-ES" sz="2000">
                <a:cs typeface="Calibri"/>
              </a:rPr>
              <a:t>Octal</a:t>
            </a:r>
          </a:p>
          <a:p>
            <a:r>
              <a:rPr lang="es-ES" sz="2000">
                <a:cs typeface="Calibri"/>
              </a:rPr>
              <a:t>Decimal</a:t>
            </a:r>
          </a:p>
          <a:p>
            <a:r>
              <a:rPr lang="es-ES" sz="2000">
                <a:cs typeface="Calibri"/>
              </a:rPr>
              <a:t>Hexadecimal</a:t>
            </a:r>
          </a:p>
        </p:txBody>
      </p:sp>
      <p:pic>
        <p:nvPicPr>
          <p:cNvPr id="7" name="Graphic 6" descr="Matemáticas">
            <a:extLst>
              <a:ext uri="{FF2B5EF4-FFF2-40B4-BE49-F238E27FC236}">
                <a16:creationId xmlns:a16="http://schemas.microsoft.com/office/drawing/2014/main" id="{59101A1C-290D-E3C7-8A81-47CF7E71DC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1780" y="771753"/>
            <a:ext cx="5316095" cy="5316095"/>
          </a:xfrm>
          <a:prstGeom prst="rect">
            <a:avLst/>
          </a:prstGeom>
        </p:spPr>
      </p:pic>
    </p:spTree>
    <p:extLst>
      <p:ext uri="{BB962C8B-B14F-4D97-AF65-F5344CB8AC3E}">
        <p14:creationId xmlns:p14="http://schemas.microsoft.com/office/powerpoint/2010/main" val="1831019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9ACA568-C6F3-9BA1-7084-CB780C88F23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Representación de la </a:t>
            </a:r>
            <a:r>
              <a:rPr lang="en-US" sz="3200" kern="1200" dirty="0" err="1">
                <a:solidFill>
                  <a:schemeClr val="bg1"/>
                </a:solidFill>
                <a:latin typeface="+mj-lt"/>
                <a:ea typeface="+mj-ea"/>
                <a:cs typeface="+mj-cs"/>
              </a:rPr>
              <a:t>Información</a:t>
            </a:r>
            <a:r>
              <a:rPr lang="en-US" sz="3200" kern="1200" dirty="0">
                <a:solidFill>
                  <a:schemeClr val="bg1"/>
                </a:solidFill>
                <a:latin typeface="+mj-lt"/>
                <a:ea typeface="+mj-ea"/>
                <a:cs typeface="+mj-cs"/>
              </a:rPr>
              <a:t>. </a:t>
            </a:r>
            <a:r>
              <a:rPr lang="en-US" sz="3200" dirty="0">
                <a:solidFill>
                  <a:schemeClr val="bg1"/>
                </a:solidFill>
              </a:rPr>
              <a:t>Sistema</a:t>
            </a:r>
            <a:r>
              <a:rPr lang="en-US" sz="3200" kern="1200" dirty="0">
                <a:solidFill>
                  <a:schemeClr val="bg1"/>
                </a:solidFill>
                <a:latin typeface="+mj-lt"/>
                <a:ea typeface="+mj-ea"/>
                <a:cs typeface="+mj-cs"/>
              </a:rPr>
              <a:t> </a:t>
            </a:r>
            <a:r>
              <a:rPr lang="en-US" sz="3200" kern="1200" dirty="0" err="1">
                <a:solidFill>
                  <a:schemeClr val="bg1"/>
                </a:solidFill>
                <a:latin typeface="+mj-lt"/>
                <a:ea typeface="+mj-ea"/>
                <a:cs typeface="+mj-cs"/>
              </a:rPr>
              <a:t>posicional</a:t>
            </a:r>
            <a:endParaRPr lang="en-US" sz="3200" kern="1200" dirty="0" err="1">
              <a:solidFill>
                <a:schemeClr val="bg1"/>
              </a:solidFill>
              <a:latin typeface="+mj-lt"/>
              <a:cs typeface="Calibri Light"/>
            </a:endParaRPr>
          </a:p>
        </p:txBody>
      </p:sp>
      <p:pic>
        <p:nvPicPr>
          <p:cNvPr id="4" name="Marcador de contenido 3" descr="Interfaz de usuario gráfica, Texto, Aplicación&#10;&#10;Descripción generada automáticamente">
            <a:extLst>
              <a:ext uri="{FF2B5EF4-FFF2-40B4-BE49-F238E27FC236}">
                <a16:creationId xmlns:a16="http://schemas.microsoft.com/office/drawing/2014/main" id="{7ED70119-D8A9-0F35-B8B1-1C870A59E764}"/>
              </a:ext>
            </a:extLst>
          </p:cNvPr>
          <p:cNvPicPr>
            <a:picLocks noGrp="1" noChangeAspect="1"/>
          </p:cNvPicPr>
          <p:nvPr>
            <p:ph idx="1"/>
          </p:nvPr>
        </p:nvPicPr>
        <p:blipFill rotWithShape="1">
          <a:blip r:embed="rId2"/>
          <a:srcRect l="22449" t="63366" r="21707" b="14851"/>
          <a:stretch/>
        </p:blipFill>
        <p:spPr>
          <a:xfrm>
            <a:off x="643467" y="2675966"/>
            <a:ext cx="10905066" cy="2392720"/>
          </a:xfrm>
          <a:prstGeom prst="rect">
            <a:avLst/>
          </a:prstGeom>
        </p:spPr>
      </p:pic>
    </p:spTree>
    <p:extLst>
      <p:ext uri="{BB962C8B-B14F-4D97-AF65-F5344CB8AC3E}">
        <p14:creationId xmlns:p14="http://schemas.microsoft.com/office/powerpoint/2010/main" val="2745832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0140C7-D503-F87C-E3F7-DB6600E64D55}"/>
              </a:ext>
            </a:extLst>
          </p:cNvPr>
          <p:cNvSpPr>
            <a:spLocks noGrp="1"/>
          </p:cNvSpPr>
          <p:nvPr>
            <p:ph type="title"/>
          </p:nvPr>
        </p:nvSpPr>
        <p:spPr/>
        <p:txBody>
          <a:bodyPr/>
          <a:lstStyle/>
          <a:p>
            <a:r>
              <a:rPr lang="es-ES" dirty="0">
                <a:cs typeface="Calibri Light"/>
              </a:rPr>
              <a:t>Representación de la Información. Conversión Decimal a Binario</a:t>
            </a:r>
            <a:endParaRPr lang="es-ES" dirty="0"/>
          </a:p>
        </p:txBody>
      </p:sp>
      <p:sp>
        <p:nvSpPr>
          <p:cNvPr id="3" name="Marcador de contenido 2">
            <a:extLst>
              <a:ext uri="{FF2B5EF4-FFF2-40B4-BE49-F238E27FC236}">
                <a16:creationId xmlns:a16="http://schemas.microsoft.com/office/drawing/2014/main" id="{3FA9ED7D-1A8A-602D-59AE-2728E4B14A1A}"/>
              </a:ext>
            </a:extLst>
          </p:cNvPr>
          <p:cNvSpPr>
            <a:spLocks noGrp="1"/>
          </p:cNvSpPr>
          <p:nvPr>
            <p:ph idx="1"/>
          </p:nvPr>
        </p:nvSpPr>
        <p:spPr/>
        <p:txBody>
          <a:bodyPr vert="horz" lIns="91440" tIns="45720" rIns="91440" bIns="45720" rtlCol="0" anchor="t">
            <a:normAutofit/>
          </a:bodyPr>
          <a:lstStyle/>
          <a:p>
            <a:r>
              <a:rPr lang="es-ES" dirty="0">
                <a:cs typeface="Calibri"/>
              </a:rPr>
              <a:t>Convertir 77 a binario</a:t>
            </a:r>
            <a:endParaRPr lang="es-ES" dirty="0"/>
          </a:p>
        </p:txBody>
      </p:sp>
    </p:spTree>
    <p:extLst>
      <p:ext uri="{BB962C8B-B14F-4D97-AF65-F5344CB8AC3E}">
        <p14:creationId xmlns:p14="http://schemas.microsoft.com/office/powerpoint/2010/main" val="1283859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AC3B64-F9C6-31B3-55B1-0AB23DE17655}"/>
              </a:ext>
            </a:extLst>
          </p:cNvPr>
          <p:cNvSpPr>
            <a:spLocks noGrp="1"/>
          </p:cNvSpPr>
          <p:nvPr>
            <p:ph type="title"/>
          </p:nvPr>
        </p:nvSpPr>
        <p:spPr/>
        <p:txBody>
          <a:bodyPr/>
          <a:lstStyle/>
          <a:p>
            <a:r>
              <a:rPr lang="es-ES" dirty="0">
                <a:cs typeface="Calibri Light"/>
              </a:rPr>
              <a:t>Representación de la Información. Conversión Decimal a Binario</a:t>
            </a:r>
            <a:endParaRPr lang="es-ES" dirty="0"/>
          </a:p>
        </p:txBody>
      </p:sp>
      <p:pic>
        <p:nvPicPr>
          <p:cNvPr id="4" name="Marcador de contenido 3" descr="Diagrama&#10;&#10;Descripción generada automáticamente">
            <a:extLst>
              <a:ext uri="{FF2B5EF4-FFF2-40B4-BE49-F238E27FC236}">
                <a16:creationId xmlns:a16="http://schemas.microsoft.com/office/drawing/2014/main" id="{B00D0EF2-F7D1-F32F-3E71-77455BAD8530}"/>
              </a:ext>
            </a:extLst>
          </p:cNvPr>
          <p:cNvPicPr>
            <a:picLocks noGrp="1" noChangeAspect="1"/>
          </p:cNvPicPr>
          <p:nvPr>
            <p:ph idx="1"/>
          </p:nvPr>
        </p:nvPicPr>
        <p:blipFill rotWithShape="1">
          <a:blip r:embed="rId2"/>
          <a:srcRect l="37662" t="29703" r="27087" b="36964"/>
          <a:stretch/>
        </p:blipFill>
        <p:spPr>
          <a:xfrm>
            <a:off x="2556934" y="1955021"/>
            <a:ext cx="7213953" cy="3837094"/>
          </a:xfrm>
        </p:spPr>
      </p:pic>
    </p:spTree>
    <p:extLst>
      <p:ext uri="{BB962C8B-B14F-4D97-AF65-F5344CB8AC3E}">
        <p14:creationId xmlns:p14="http://schemas.microsoft.com/office/powerpoint/2010/main" val="37191717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0140C7-D503-F87C-E3F7-DB6600E64D55}"/>
              </a:ext>
            </a:extLst>
          </p:cNvPr>
          <p:cNvSpPr>
            <a:spLocks noGrp="1"/>
          </p:cNvSpPr>
          <p:nvPr>
            <p:ph type="title"/>
          </p:nvPr>
        </p:nvSpPr>
        <p:spPr/>
        <p:txBody>
          <a:bodyPr/>
          <a:lstStyle/>
          <a:p>
            <a:r>
              <a:rPr lang="es-ES" dirty="0">
                <a:cs typeface="Calibri Light"/>
              </a:rPr>
              <a:t>Representación de la Información. Conversión Decimal a Binario con decimales</a:t>
            </a:r>
            <a:endParaRPr lang="es-ES" dirty="0"/>
          </a:p>
        </p:txBody>
      </p:sp>
      <p:sp>
        <p:nvSpPr>
          <p:cNvPr id="3" name="Marcador de contenido 2">
            <a:extLst>
              <a:ext uri="{FF2B5EF4-FFF2-40B4-BE49-F238E27FC236}">
                <a16:creationId xmlns:a16="http://schemas.microsoft.com/office/drawing/2014/main" id="{3FA9ED7D-1A8A-602D-59AE-2728E4B14A1A}"/>
              </a:ext>
            </a:extLst>
          </p:cNvPr>
          <p:cNvSpPr>
            <a:spLocks noGrp="1"/>
          </p:cNvSpPr>
          <p:nvPr>
            <p:ph idx="1"/>
          </p:nvPr>
        </p:nvSpPr>
        <p:spPr/>
        <p:txBody>
          <a:bodyPr vert="horz" lIns="91440" tIns="45720" rIns="91440" bIns="45720" rtlCol="0" anchor="t">
            <a:normAutofit/>
          </a:bodyPr>
          <a:lstStyle/>
          <a:p>
            <a:r>
              <a:rPr lang="es-ES" dirty="0">
                <a:cs typeface="Calibri"/>
              </a:rPr>
              <a:t>Convertir </a:t>
            </a:r>
            <a:r>
              <a:rPr lang="es-ES" dirty="0">
                <a:ea typeface="+mn-lt"/>
                <a:cs typeface="+mn-lt"/>
              </a:rPr>
              <a:t>77,1875(10 a base 2</a:t>
            </a:r>
            <a:r>
              <a:rPr lang="es-ES" dirty="0">
                <a:cs typeface="Calibri"/>
              </a:rPr>
              <a:t> a decimal</a:t>
            </a:r>
            <a:endParaRPr lang="es-ES" dirty="0"/>
          </a:p>
        </p:txBody>
      </p:sp>
    </p:spTree>
    <p:extLst>
      <p:ext uri="{BB962C8B-B14F-4D97-AF65-F5344CB8AC3E}">
        <p14:creationId xmlns:p14="http://schemas.microsoft.com/office/powerpoint/2010/main" val="3119445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0140C7-D503-F87C-E3F7-DB6600E64D55}"/>
              </a:ext>
            </a:extLst>
          </p:cNvPr>
          <p:cNvSpPr>
            <a:spLocks noGrp="1"/>
          </p:cNvSpPr>
          <p:nvPr>
            <p:ph type="title"/>
          </p:nvPr>
        </p:nvSpPr>
        <p:spPr/>
        <p:txBody>
          <a:bodyPr/>
          <a:lstStyle/>
          <a:p>
            <a:r>
              <a:rPr lang="es-ES" dirty="0">
                <a:cs typeface="Calibri Light"/>
              </a:rPr>
              <a:t>Representación de la Información. Conversión Decimal a Binario con decimales</a:t>
            </a:r>
            <a:endParaRPr lang="es-ES" dirty="0"/>
          </a:p>
        </p:txBody>
      </p:sp>
      <p:sp>
        <p:nvSpPr>
          <p:cNvPr id="3" name="Marcador de contenido 2">
            <a:extLst>
              <a:ext uri="{FF2B5EF4-FFF2-40B4-BE49-F238E27FC236}">
                <a16:creationId xmlns:a16="http://schemas.microsoft.com/office/drawing/2014/main" id="{3FA9ED7D-1A8A-602D-59AE-2728E4B14A1A}"/>
              </a:ext>
            </a:extLst>
          </p:cNvPr>
          <p:cNvSpPr>
            <a:spLocks noGrp="1"/>
          </p:cNvSpPr>
          <p:nvPr>
            <p:ph idx="1"/>
          </p:nvPr>
        </p:nvSpPr>
        <p:spPr/>
        <p:txBody>
          <a:bodyPr vert="horz" lIns="91440" tIns="45720" rIns="91440" bIns="45720" rtlCol="0" anchor="t">
            <a:normAutofit/>
          </a:bodyPr>
          <a:lstStyle/>
          <a:p>
            <a:r>
              <a:rPr lang="es-ES" dirty="0">
                <a:cs typeface="Calibri"/>
              </a:rPr>
              <a:t>Convertir </a:t>
            </a:r>
            <a:r>
              <a:rPr lang="es-ES" dirty="0">
                <a:ea typeface="+mn-lt"/>
                <a:cs typeface="+mn-lt"/>
              </a:rPr>
              <a:t>77,1875(10 a base 2</a:t>
            </a:r>
            <a:r>
              <a:rPr lang="es-ES" dirty="0">
                <a:cs typeface="Calibri"/>
              </a:rPr>
              <a:t> a decimal</a:t>
            </a:r>
          </a:p>
          <a:p>
            <a:endParaRPr lang="es-ES" dirty="0">
              <a:cs typeface="Calibri"/>
            </a:endParaRPr>
          </a:p>
          <a:p>
            <a:endParaRPr lang="es-ES" dirty="0">
              <a:cs typeface="Calibri"/>
            </a:endParaRPr>
          </a:p>
        </p:txBody>
      </p:sp>
      <p:pic>
        <p:nvPicPr>
          <p:cNvPr id="4" name="Imagen 3" descr="Diagrama&#10;&#10;Descripción generada automáticamente">
            <a:extLst>
              <a:ext uri="{FF2B5EF4-FFF2-40B4-BE49-F238E27FC236}">
                <a16:creationId xmlns:a16="http://schemas.microsoft.com/office/drawing/2014/main" id="{93954B83-38A4-865E-1B6D-52A15395FEE6}"/>
              </a:ext>
            </a:extLst>
          </p:cNvPr>
          <p:cNvPicPr>
            <a:picLocks noChangeAspect="1"/>
          </p:cNvPicPr>
          <p:nvPr/>
        </p:nvPicPr>
        <p:blipFill rotWithShape="1">
          <a:blip r:embed="rId2"/>
          <a:srcRect l="21354" t="67886" r="27918" b="11789"/>
          <a:stretch/>
        </p:blipFill>
        <p:spPr>
          <a:xfrm>
            <a:off x="1724090" y="3319211"/>
            <a:ext cx="8476627" cy="1910066"/>
          </a:xfrm>
          <a:prstGeom prst="rect">
            <a:avLst/>
          </a:prstGeom>
        </p:spPr>
      </p:pic>
    </p:spTree>
    <p:extLst>
      <p:ext uri="{BB962C8B-B14F-4D97-AF65-F5344CB8AC3E}">
        <p14:creationId xmlns:p14="http://schemas.microsoft.com/office/powerpoint/2010/main" val="3321203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2C2D80-EF4B-AC6C-FD9C-7835DC3909BC}"/>
              </a:ext>
            </a:extLst>
          </p:cNvPr>
          <p:cNvSpPr>
            <a:spLocks noGrp="1"/>
          </p:cNvSpPr>
          <p:nvPr>
            <p:ph type="title"/>
          </p:nvPr>
        </p:nvSpPr>
        <p:spPr/>
        <p:txBody>
          <a:bodyPr/>
          <a:lstStyle/>
          <a:p>
            <a:r>
              <a:rPr lang="es-ES" dirty="0">
                <a:cs typeface="Calibri Light"/>
              </a:rPr>
              <a:t>Ejercicio</a:t>
            </a:r>
            <a:endParaRPr lang="es-ES" dirty="0"/>
          </a:p>
        </p:txBody>
      </p:sp>
      <p:sp>
        <p:nvSpPr>
          <p:cNvPr id="3" name="Marcador de contenido 2">
            <a:extLst>
              <a:ext uri="{FF2B5EF4-FFF2-40B4-BE49-F238E27FC236}">
                <a16:creationId xmlns:a16="http://schemas.microsoft.com/office/drawing/2014/main" id="{FBA20452-87A4-2178-4015-343FDAAB4498}"/>
              </a:ext>
            </a:extLst>
          </p:cNvPr>
          <p:cNvSpPr>
            <a:spLocks noGrp="1"/>
          </p:cNvSpPr>
          <p:nvPr>
            <p:ph idx="1"/>
          </p:nvPr>
        </p:nvSpPr>
        <p:spPr/>
        <p:txBody>
          <a:bodyPr vert="horz" lIns="91440" tIns="45720" rIns="91440" bIns="45720" rtlCol="0" anchor="t">
            <a:normAutofit/>
          </a:bodyPr>
          <a:lstStyle/>
          <a:p>
            <a:r>
              <a:rPr lang="es-ES" dirty="0">
                <a:ea typeface="+mn-lt"/>
                <a:cs typeface="+mn-lt"/>
              </a:rPr>
              <a:t>Pasar el número 324,375(10 a base 2.</a:t>
            </a:r>
            <a:endParaRPr lang="es-ES" dirty="0"/>
          </a:p>
        </p:txBody>
      </p:sp>
    </p:spTree>
    <p:extLst>
      <p:ext uri="{BB962C8B-B14F-4D97-AF65-F5344CB8AC3E}">
        <p14:creationId xmlns:p14="http://schemas.microsoft.com/office/powerpoint/2010/main" val="879839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6A427A-76F2-605B-35E3-C21163C399C4}"/>
              </a:ext>
            </a:extLst>
          </p:cNvPr>
          <p:cNvSpPr>
            <a:spLocks noGrp="1"/>
          </p:cNvSpPr>
          <p:nvPr>
            <p:ph type="title"/>
          </p:nvPr>
        </p:nvSpPr>
        <p:spPr/>
        <p:txBody>
          <a:bodyPr/>
          <a:lstStyle/>
          <a:p>
            <a:r>
              <a:rPr lang="es-ES" dirty="0">
                <a:cs typeface="Calibri Light"/>
              </a:rPr>
              <a:t>Ejercicio</a:t>
            </a:r>
            <a:endParaRPr lang="es-ES" dirty="0"/>
          </a:p>
        </p:txBody>
      </p:sp>
      <p:sp>
        <p:nvSpPr>
          <p:cNvPr id="3" name="Marcador de contenido 2">
            <a:extLst>
              <a:ext uri="{FF2B5EF4-FFF2-40B4-BE49-F238E27FC236}">
                <a16:creationId xmlns:a16="http://schemas.microsoft.com/office/drawing/2014/main" id="{1CEA83B0-46A8-6B61-C202-82E04F82A3DD}"/>
              </a:ext>
            </a:extLst>
          </p:cNvPr>
          <p:cNvSpPr>
            <a:spLocks noGrp="1"/>
          </p:cNvSpPr>
          <p:nvPr>
            <p:ph idx="1"/>
          </p:nvPr>
        </p:nvSpPr>
        <p:spPr/>
        <p:txBody>
          <a:bodyPr vert="horz" lIns="91440" tIns="45720" rIns="91440" bIns="45720" rtlCol="0" anchor="t">
            <a:normAutofit/>
          </a:bodyPr>
          <a:lstStyle/>
          <a:p>
            <a:r>
              <a:rPr lang="es-ES" dirty="0">
                <a:cs typeface="Calibri"/>
              </a:rPr>
              <a:t>Convierte 0,6 a binario</a:t>
            </a:r>
          </a:p>
        </p:txBody>
      </p:sp>
    </p:spTree>
    <p:extLst>
      <p:ext uri="{BB962C8B-B14F-4D97-AF65-F5344CB8AC3E}">
        <p14:creationId xmlns:p14="http://schemas.microsoft.com/office/powerpoint/2010/main" val="29620408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2C2D80-EF4B-AC6C-FD9C-7835DC3909BC}"/>
              </a:ext>
            </a:extLst>
          </p:cNvPr>
          <p:cNvSpPr>
            <a:spLocks noGrp="1"/>
          </p:cNvSpPr>
          <p:nvPr>
            <p:ph type="title"/>
          </p:nvPr>
        </p:nvSpPr>
        <p:spPr/>
        <p:txBody>
          <a:bodyPr/>
          <a:lstStyle/>
          <a:p>
            <a:r>
              <a:rPr lang="es-ES" dirty="0">
                <a:cs typeface="Calibri Light"/>
              </a:rPr>
              <a:t>Ejercicio</a:t>
            </a:r>
            <a:endParaRPr lang="es-ES" dirty="0"/>
          </a:p>
        </p:txBody>
      </p:sp>
      <p:sp>
        <p:nvSpPr>
          <p:cNvPr id="3" name="Marcador de contenido 2">
            <a:extLst>
              <a:ext uri="{FF2B5EF4-FFF2-40B4-BE49-F238E27FC236}">
                <a16:creationId xmlns:a16="http://schemas.microsoft.com/office/drawing/2014/main" id="{FBA20452-87A4-2178-4015-343FDAAB4498}"/>
              </a:ext>
            </a:extLst>
          </p:cNvPr>
          <p:cNvSpPr>
            <a:spLocks noGrp="1"/>
          </p:cNvSpPr>
          <p:nvPr>
            <p:ph idx="1"/>
          </p:nvPr>
        </p:nvSpPr>
        <p:spPr/>
        <p:txBody>
          <a:bodyPr vert="horz" lIns="91440" tIns="45720" rIns="91440" bIns="45720" rtlCol="0" anchor="t">
            <a:normAutofit/>
          </a:bodyPr>
          <a:lstStyle/>
          <a:p>
            <a:r>
              <a:rPr lang="es-ES" dirty="0">
                <a:ea typeface="+mn-lt"/>
                <a:cs typeface="+mn-lt"/>
              </a:rPr>
              <a:t>Pasar el número 324,375(10 a base 8.</a:t>
            </a:r>
            <a:endParaRPr lang="es-ES" dirty="0"/>
          </a:p>
        </p:txBody>
      </p:sp>
    </p:spTree>
    <p:extLst>
      <p:ext uri="{BB962C8B-B14F-4D97-AF65-F5344CB8AC3E}">
        <p14:creationId xmlns:p14="http://schemas.microsoft.com/office/powerpoint/2010/main" val="26925464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2C2D80-EF4B-AC6C-FD9C-7835DC3909BC}"/>
              </a:ext>
            </a:extLst>
          </p:cNvPr>
          <p:cNvSpPr>
            <a:spLocks noGrp="1"/>
          </p:cNvSpPr>
          <p:nvPr>
            <p:ph type="title"/>
          </p:nvPr>
        </p:nvSpPr>
        <p:spPr/>
        <p:txBody>
          <a:bodyPr/>
          <a:lstStyle/>
          <a:p>
            <a:r>
              <a:rPr lang="es-ES" dirty="0">
                <a:cs typeface="Calibri Light"/>
              </a:rPr>
              <a:t>Ejercicio</a:t>
            </a:r>
            <a:endParaRPr lang="es-ES" dirty="0"/>
          </a:p>
        </p:txBody>
      </p:sp>
      <p:sp>
        <p:nvSpPr>
          <p:cNvPr id="3" name="Marcador de contenido 2">
            <a:extLst>
              <a:ext uri="{FF2B5EF4-FFF2-40B4-BE49-F238E27FC236}">
                <a16:creationId xmlns:a16="http://schemas.microsoft.com/office/drawing/2014/main" id="{FBA20452-87A4-2178-4015-343FDAAB4498}"/>
              </a:ext>
            </a:extLst>
          </p:cNvPr>
          <p:cNvSpPr>
            <a:spLocks noGrp="1"/>
          </p:cNvSpPr>
          <p:nvPr>
            <p:ph idx="1"/>
          </p:nvPr>
        </p:nvSpPr>
        <p:spPr/>
        <p:txBody>
          <a:bodyPr vert="horz" lIns="91440" tIns="45720" rIns="91440" bIns="45720" rtlCol="0" anchor="t">
            <a:normAutofit/>
          </a:bodyPr>
          <a:lstStyle/>
          <a:p>
            <a:r>
              <a:rPr lang="es-ES" dirty="0">
                <a:ea typeface="+mn-lt"/>
                <a:cs typeface="+mn-lt"/>
              </a:rPr>
              <a:t>Pasar el número 324,375(10 a base 16.</a:t>
            </a:r>
            <a:endParaRPr lang="es-ES" dirty="0"/>
          </a:p>
        </p:txBody>
      </p:sp>
    </p:spTree>
    <p:extLst>
      <p:ext uri="{BB962C8B-B14F-4D97-AF65-F5344CB8AC3E}">
        <p14:creationId xmlns:p14="http://schemas.microsoft.com/office/powerpoint/2010/main" val="1919363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9EC9AF-57BD-D8C5-623B-22032EE81448}"/>
              </a:ext>
            </a:extLst>
          </p:cNvPr>
          <p:cNvSpPr>
            <a:spLocks noGrp="1"/>
          </p:cNvSpPr>
          <p:nvPr>
            <p:ph type="title"/>
          </p:nvPr>
        </p:nvSpPr>
        <p:spPr/>
        <p:txBody>
          <a:bodyPr/>
          <a:lstStyle/>
          <a:p>
            <a:r>
              <a:rPr lang="es-ES" dirty="0">
                <a:cs typeface="Calibri Light"/>
              </a:rPr>
              <a:t>Representación de la Información. Puertas Lógicas</a:t>
            </a:r>
            <a:endParaRPr lang="es-ES" dirty="0"/>
          </a:p>
        </p:txBody>
      </p:sp>
      <p:pic>
        <p:nvPicPr>
          <p:cNvPr id="4" name="Marcador de contenido 3" descr="Interfaz de usuario gráfica, Aplicación&#10;&#10;Descripción generada automáticamente">
            <a:extLst>
              <a:ext uri="{FF2B5EF4-FFF2-40B4-BE49-F238E27FC236}">
                <a16:creationId xmlns:a16="http://schemas.microsoft.com/office/drawing/2014/main" id="{5FCF57E8-C69F-9A94-4F2C-0B621AD7A670}"/>
              </a:ext>
            </a:extLst>
          </p:cNvPr>
          <p:cNvPicPr>
            <a:picLocks noGrp="1" noChangeAspect="1"/>
          </p:cNvPicPr>
          <p:nvPr>
            <p:ph idx="1"/>
          </p:nvPr>
        </p:nvPicPr>
        <p:blipFill rotWithShape="1">
          <a:blip r:embed="rId2"/>
          <a:srcRect l="51340" t="33993" r="1649" b="25743"/>
          <a:stretch/>
        </p:blipFill>
        <p:spPr>
          <a:xfrm>
            <a:off x="1838552" y="1710606"/>
            <a:ext cx="8765081" cy="4713767"/>
          </a:xfrm>
        </p:spPr>
      </p:pic>
    </p:spTree>
    <p:extLst>
      <p:ext uri="{BB962C8B-B14F-4D97-AF65-F5344CB8AC3E}">
        <p14:creationId xmlns:p14="http://schemas.microsoft.com/office/powerpoint/2010/main" val="41796420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9EC9AF-57BD-D8C5-623B-22032EE81448}"/>
              </a:ext>
            </a:extLst>
          </p:cNvPr>
          <p:cNvSpPr>
            <a:spLocks noGrp="1"/>
          </p:cNvSpPr>
          <p:nvPr>
            <p:ph type="title"/>
          </p:nvPr>
        </p:nvSpPr>
        <p:spPr/>
        <p:txBody>
          <a:bodyPr/>
          <a:lstStyle/>
          <a:p>
            <a:r>
              <a:rPr lang="es-ES" dirty="0">
                <a:cs typeface="Calibri Light"/>
              </a:rPr>
              <a:t>Representación de la Información. Puertas Lógicas</a:t>
            </a:r>
            <a:endParaRPr lang="es-ES" dirty="0"/>
          </a:p>
        </p:txBody>
      </p:sp>
      <p:pic>
        <p:nvPicPr>
          <p:cNvPr id="6" name="Marcador de contenido 5" descr="Interfaz de usuario gráfica, Aplicación, Tabla&#10;&#10;Descripción generada automáticamente">
            <a:extLst>
              <a:ext uri="{FF2B5EF4-FFF2-40B4-BE49-F238E27FC236}">
                <a16:creationId xmlns:a16="http://schemas.microsoft.com/office/drawing/2014/main" id="{4E3A7859-8C96-DCA8-65AA-FD965609BC6F}"/>
              </a:ext>
            </a:extLst>
          </p:cNvPr>
          <p:cNvPicPr>
            <a:picLocks noGrp="1" noChangeAspect="1"/>
          </p:cNvPicPr>
          <p:nvPr>
            <p:ph idx="1"/>
          </p:nvPr>
        </p:nvPicPr>
        <p:blipFill rotWithShape="1">
          <a:blip r:embed="rId2"/>
          <a:srcRect l="51546" t="38284" r="1856" b="23762"/>
          <a:stretch/>
        </p:blipFill>
        <p:spPr>
          <a:xfrm>
            <a:off x="2011080" y="1911890"/>
            <a:ext cx="8980791" cy="4570107"/>
          </a:xfrm>
        </p:spPr>
      </p:pic>
    </p:spTree>
    <p:extLst>
      <p:ext uri="{BB962C8B-B14F-4D97-AF65-F5344CB8AC3E}">
        <p14:creationId xmlns:p14="http://schemas.microsoft.com/office/powerpoint/2010/main" val="4172876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9EC9AF-57BD-D8C5-623B-22032EE81448}"/>
              </a:ext>
            </a:extLst>
          </p:cNvPr>
          <p:cNvSpPr>
            <a:spLocks noGrp="1"/>
          </p:cNvSpPr>
          <p:nvPr>
            <p:ph type="title"/>
          </p:nvPr>
        </p:nvSpPr>
        <p:spPr/>
        <p:txBody>
          <a:bodyPr/>
          <a:lstStyle/>
          <a:p>
            <a:r>
              <a:rPr lang="es-ES" dirty="0">
                <a:cs typeface="Calibri Light"/>
              </a:rPr>
              <a:t>Representación de la Información. Puertas Lógicas</a:t>
            </a:r>
            <a:endParaRPr lang="es-ES" dirty="0"/>
          </a:p>
        </p:txBody>
      </p:sp>
      <p:pic>
        <p:nvPicPr>
          <p:cNvPr id="5" name="Marcador de contenido 4" descr="Interfaz de usuario gráfica, Aplicación&#10;&#10;Descripción generada automáticamente">
            <a:extLst>
              <a:ext uri="{FF2B5EF4-FFF2-40B4-BE49-F238E27FC236}">
                <a16:creationId xmlns:a16="http://schemas.microsoft.com/office/drawing/2014/main" id="{3753B5EE-2D5B-8B99-89E1-EE95E6FC5204}"/>
              </a:ext>
            </a:extLst>
          </p:cNvPr>
          <p:cNvPicPr>
            <a:picLocks noGrp="1" noChangeAspect="1"/>
          </p:cNvPicPr>
          <p:nvPr>
            <p:ph idx="1"/>
          </p:nvPr>
        </p:nvPicPr>
        <p:blipFill rotWithShape="1">
          <a:blip r:embed="rId2"/>
          <a:srcRect l="52165" t="23102" r="1443" b="36964"/>
          <a:stretch/>
        </p:blipFill>
        <p:spPr>
          <a:xfrm>
            <a:off x="2284250" y="1883134"/>
            <a:ext cx="8319454" cy="4469365"/>
          </a:xfrm>
        </p:spPr>
      </p:pic>
    </p:spTree>
    <p:extLst>
      <p:ext uri="{BB962C8B-B14F-4D97-AF65-F5344CB8AC3E}">
        <p14:creationId xmlns:p14="http://schemas.microsoft.com/office/powerpoint/2010/main" val="35791569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ADF9E8-7607-9D46-930B-6744D4284973}"/>
              </a:ext>
            </a:extLst>
          </p:cNvPr>
          <p:cNvSpPr>
            <a:spLocks noGrp="1"/>
          </p:cNvSpPr>
          <p:nvPr>
            <p:ph type="title"/>
          </p:nvPr>
        </p:nvSpPr>
        <p:spPr/>
        <p:txBody>
          <a:bodyPr/>
          <a:lstStyle/>
          <a:p>
            <a:r>
              <a:rPr lang="es-ES" dirty="0">
                <a:cs typeface="Calibri Light"/>
              </a:rPr>
              <a:t>Representación de la Información. Puertas Lógicas</a:t>
            </a:r>
          </a:p>
          <a:p>
            <a:endParaRPr lang="es-ES" dirty="0">
              <a:cs typeface="Calibri Light"/>
            </a:endParaRPr>
          </a:p>
        </p:txBody>
      </p:sp>
      <p:pic>
        <p:nvPicPr>
          <p:cNvPr id="4" name="Marcador de contenido 3" descr="Interfaz de usuario gráfica, Aplicación, Tabla, Excel&#10;&#10;Descripción generada automáticamente">
            <a:extLst>
              <a:ext uri="{FF2B5EF4-FFF2-40B4-BE49-F238E27FC236}">
                <a16:creationId xmlns:a16="http://schemas.microsoft.com/office/drawing/2014/main" id="{437BA18F-BE76-FA34-7827-6541FDA99E49}"/>
              </a:ext>
            </a:extLst>
          </p:cNvPr>
          <p:cNvPicPr>
            <a:picLocks noGrp="1" noChangeAspect="1"/>
          </p:cNvPicPr>
          <p:nvPr>
            <p:ph idx="1"/>
          </p:nvPr>
        </p:nvPicPr>
        <p:blipFill rotWithShape="1">
          <a:blip r:embed="rId2"/>
          <a:srcRect l="52371" t="22112" r="1237" b="40594"/>
          <a:stretch/>
        </p:blipFill>
        <p:spPr>
          <a:xfrm>
            <a:off x="1522250" y="1811248"/>
            <a:ext cx="8952052" cy="4498251"/>
          </a:xfrm>
        </p:spPr>
      </p:pic>
    </p:spTree>
    <p:extLst>
      <p:ext uri="{BB962C8B-B14F-4D97-AF65-F5344CB8AC3E}">
        <p14:creationId xmlns:p14="http://schemas.microsoft.com/office/powerpoint/2010/main" val="5966494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ADF9E8-7607-9D46-930B-6744D4284973}"/>
              </a:ext>
            </a:extLst>
          </p:cNvPr>
          <p:cNvSpPr>
            <a:spLocks noGrp="1"/>
          </p:cNvSpPr>
          <p:nvPr>
            <p:ph type="title"/>
          </p:nvPr>
        </p:nvSpPr>
        <p:spPr/>
        <p:txBody>
          <a:bodyPr/>
          <a:lstStyle/>
          <a:p>
            <a:r>
              <a:rPr lang="es-ES" dirty="0">
                <a:cs typeface="Calibri Light"/>
              </a:rPr>
              <a:t>Representación de la Información. Puertas Lógicas</a:t>
            </a:r>
          </a:p>
          <a:p>
            <a:endParaRPr lang="es-ES" dirty="0">
              <a:cs typeface="Calibri Light"/>
            </a:endParaRPr>
          </a:p>
        </p:txBody>
      </p:sp>
      <p:pic>
        <p:nvPicPr>
          <p:cNvPr id="6" name="Marcador de contenido 5" descr="Interfaz de usuario gráfica, Texto, Aplicación&#10;&#10;Descripción generada automáticamente">
            <a:extLst>
              <a:ext uri="{FF2B5EF4-FFF2-40B4-BE49-F238E27FC236}">
                <a16:creationId xmlns:a16="http://schemas.microsoft.com/office/drawing/2014/main" id="{697CC32E-71A3-263B-0693-0E49E3EC73AC}"/>
              </a:ext>
            </a:extLst>
          </p:cNvPr>
          <p:cNvPicPr>
            <a:picLocks noGrp="1" noChangeAspect="1"/>
          </p:cNvPicPr>
          <p:nvPr>
            <p:ph idx="1"/>
          </p:nvPr>
        </p:nvPicPr>
        <p:blipFill rotWithShape="1">
          <a:blip r:embed="rId2"/>
          <a:srcRect l="50928" t="44554" r="5773" b="35973"/>
          <a:stretch/>
        </p:blipFill>
        <p:spPr>
          <a:xfrm>
            <a:off x="2054212" y="2717021"/>
            <a:ext cx="7744695" cy="2170014"/>
          </a:xfrm>
        </p:spPr>
      </p:pic>
    </p:spTree>
    <p:extLst>
      <p:ext uri="{BB962C8B-B14F-4D97-AF65-F5344CB8AC3E}">
        <p14:creationId xmlns:p14="http://schemas.microsoft.com/office/powerpoint/2010/main" val="1449865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AFE8227-C443-417B-BA91-520EB1EF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780E065-91D3-6861-7F11-9F8016651812}"/>
              </a:ext>
            </a:extLst>
          </p:cNvPr>
          <p:cNvSpPr>
            <a:spLocks noGrp="1"/>
          </p:cNvSpPr>
          <p:nvPr>
            <p:ph type="title"/>
          </p:nvPr>
        </p:nvSpPr>
        <p:spPr>
          <a:xfrm>
            <a:off x="8643193" y="489507"/>
            <a:ext cx="3091607" cy="1655483"/>
          </a:xfrm>
        </p:spPr>
        <p:txBody>
          <a:bodyPr anchor="b">
            <a:normAutofit/>
          </a:bodyPr>
          <a:lstStyle/>
          <a:p>
            <a:r>
              <a:rPr lang="es-ES" sz="4000">
                <a:cs typeface="Calibri Light"/>
              </a:rPr>
              <a:t>Ejercicio</a:t>
            </a:r>
            <a:endParaRPr lang="es-ES" sz="4000"/>
          </a:p>
        </p:txBody>
      </p:sp>
      <p:pic>
        <p:nvPicPr>
          <p:cNvPr id="5" name="Picture 4" descr="Tabla periódica de los elementos">
            <a:extLst>
              <a:ext uri="{FF2B5EF4-FFF2-40B4-BE49-F238E27FC236}">
                <a16:creationId xmlns:a16="http://schemas.microsoft.com/office/drawing/2014/main" id="{BE46BF94-C99D-74FB-63EB-9A2F706D7BBA}"/>
              </a:ext>
            </a:extLst>
          </p:cNvPr>
          <p:cNvPicPr>
            <a:picLocks noChangeAspect="1"/>
          </p:cNvPicPr>
          <p:nvPr/>
        </p:nvPicPr>
        <p:blipFill rotWithShape="1">
          <a:blip r:embed="rId2"/>
          <a:srcRect l="5138" r="10589" b="8"/>
          <a:stretch/>
        </p:blipFill>
        <p:spPr>
          <a:xfrm>
            <a:off x="20" y="431"/>
            <a:ext cx="8115280" cy="6408311"/>
          </a:xfrm>
          <a:prstGeom prst="rect">
            <a:avLst/>
          </a:prstGeom>
        </p:spPr>
      </p:pic>
      <p:sp>
        <p:nvSpPr>
          <p:cNvPr id="3" name="Marcador de contenido 2">
            <a:extLst>
              <a:ext uri="{FF2B5EF4-FFF2-40B4-BE49-F238E27FC236}">
                <a16:creationId xmlns:a16="http://schemas.microsoft.com/office/drawing/2014/main" id="{28749286-C8B0-61F1-AA0B-EC6C68ED6AF2}"/>
              </a:ext>
            </a:extLst>
          </p:cNvPr>
          <p:cNvSpPr>
            <a:spLocks noGrp="1"/>
          </p:cNvSpPr>
          <p:nvPr>
            <p:ph idx="1"/>
          </p:nvPr>
        </p:nvSpPr>
        <p:spPr>
          <a:xfrm>
            <a:off x="8643193" y="2418408"/>
            <a:ext cx="2942813" cy="3540265"/>
          </a:xfrm>
        </p:spPr>
        <p:txBody>
          <a:bodyPr vert="horz" lIns="91440" tIns="45720" rIns="91440" bIns="45720" rtlCol="0" anchor="t">
            <a:normAutofit/>
          </a:bodyPr>
          <a:lstStyle/>
          <a:p>
            <a:r>
              <a:rPr lang="es-ES" sz="2000" dirty="0">
                <a:ea typeface="+mn-lt"/>
                <a:cs typeface="+mn-lt"/>
              </a:rPr>
              <a:t>Realiza el AND y el OR de los siguientes pares de números binarios. a) 11010 y 01110 b) 11111 y 10101 c) 11111 y 00000</a:t>
            </a:r>
          </a:p>
          <a:p>
            <a:r>
              <a:rPr lang="es-ES" sz="2000" dirty="0">
                <a:ea typeface="+mn-lt"/>
                <a:cs typeface="+mn-lt"/>
              </a:rPr>
              <a:t>Realiza el NOT de los siguientes números binarios: a) 11111111 b) 10010001 c) 00000000 </a:t>
            </a:r>
            <a:endParaRPr lang="es-ES" sz="2000" dirty="0">
              <a:cs typeface="Calibri" panose="020F0502020204030204"/>
            </a:endParaRPr>
          </a:p>
        </p:txBody>
      </p:sp>
      <p:sp>
        <p:nvSpPr>
          <p:cNvPr id="11" name="Rectangle 10">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8741"/>
            <a:ext cx="12191998" cy="45720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6408742"/>
            <a:ext cx="8115300" cy="44925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55196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384B4E-6B16-F64F-53D1-2993261E34FC}"/>
              </a:ext>
            </a:extLst>
          </p:cNvPr>
          <p:cNvSpPr>
            <a:spLocks noGrp="1"/>
          </p:cNvSpPr>
          <p:nvPr>
            <p:ph type="title"/>
          </p:nvPr>
        </p:nvSpPr>
        <p:spPr/>
        <p:txBody>
          <a:bodyPr>
            <a:normAutofit/>
          </a:bodyPr>
          <a:lstStyle/>
          <a:p>
            <a:r>
              <a:rPr lang="es-ES" dirty="0">
                <a:cs typeface="Calibri Light"/>
              </a:rPr>
              <a:t>Representación de la Información. Códigos de E/S</a:t>
            </a:r>
          </a:p>
        </p:txBody>
      </p:sp>
      <p:pic>
        <p:nvPicPr>
          <p:cNvPr id="4" name="Marcador de contenido 3" descr="Interfaz de usuario gráfica, Texto, Aplicación, Word&#10;&#10;Descripción generada automáticamente">
            <a:extLst>
              <a:ext uri="{FF2B5EF4-FFF2-40B4-BE49-F238E27FC236}">
                <a16:creationId xmlns:a16="http://schemas.microsoft.com/office/drawing/2014/main" id="{4CBDCEBE-12CE-2C16-1A02-B47EB596D9BA}"/>
              </a:ext>
            </a:extLst>
          </p:cNvPr>
          <p:cNvPicPr>
            <a:picLocks noGrp="1" noChangeAspect="1"/>
          </p:cNvPicPr>
          <p:nvPr>
            <p:ph idx="1"/>
          </p:nvPr>
        </p:nvPicPr>
        <p:blipFill rotWithShape="1">
          <a:blip r:embed="rId2"/>
          <a:srcRect l="52569" t="34343" r="6166" b="25631"/>
          <a:stretch/>
        </p:blipFill>
        <p:spPr>
          <a:xfrm>
            <a:off x="2600552" y="1595587"/>
            <a:ext cx="7371154" cy="4479585"/>
          </a:xfrm>
        </p:spPr>
      </p:pic>
    </p:spTree>
    <p:extLst>
      <p:ext uri="{BB962C8B-B14F-4D97-AF65-F5344CB8AC3E}">
        <p14:creationId xmlns:p14="http://schemas.microsoft.com/office/powerpoint/2010/main" val="32164336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384B4E-6B16-F64F-53D1-2993261E34FC}"/>
              </a:ext>
            </a:extLst>
          </p:cNvPr>
          <p:cNvSpPr>
            <a:spLocks noGrp="1"/>
          </p:cNvSpPr>
          <p:nvPr>
            <p:ph type="title"/>
          </p:nvPr>
        </p:nvSpPr>
        <p:spPr/>
        <p:txBody>
          <a:bodyPr>
            <a:normAutofit/>
          </a:bodyPr>
          <a:lstStyle/>
          <a:p>
            <a:r>
              <a:rPr lang="es-ES" dirty="0">
                <a:cs typeface="Calibri Light"/>
              </a:rPr>
              <a:t>Representación de la Información. Códigos de E/S</a:t>
            </a:r>
          </a:p>
        </p:txBody>
      </p:sp>
      <p:pic>
        <p:nvPicPr>
          <p:cNvPr id="4" name="Marcador de contenido 3" descr="Interfaz de usuario gráfica, Texto, Aplicación, Word&#10;&#10;Descripción generada automáticamente">
            <a:extLst>
              <a:ext uri="{FF2B5EF4-FFF2-40B4-BE49-F238E27FC236}">
                <a16:creationId xmlns:a16="http://schemas.microsoft.com/office/drawing/2014/main" id="{4CBDCEBE-12CE-2C16-1A02-B47EB596D9BA}"/>
              </a:ext>
            </a:extLst>
          </p:cNvPr>
          <p:cNvPicPr>
            <a:picLocks noGrp="1" noChangeAspect="1"/>
          </p:cNvPicPr>
          <p:nvPr>
            <p:ph idx="1"/>
          </p:nvPr>
        </p:nvPicPr>
        <p:blipFill rotWithShape="1">
          <a:blip r:embed="rId2"/>
          <a:srcRect l="52569" t="34343" r="5771" b="25631"/>
          <a:stretch/>
        </p:blipFill>
        <p:spPr>
          <a:xfrm>
            <a:off x="2600552" y="1595587"/>
            <a:ext cx="7441768" cy="4479585"/>
          </a:xfrm>
        </p:spPr>
      </p:pic>
    </p:spTree>
    <p:extLst>
      <p:ext uri="{BB962C8B-B14F-4D97-AF65-F5344CB8AC3E}">
        <p14:creationId xmlns:p14="http://schemas.microsoft.com/office/powerpoint/2010/main" val="41554343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384B4E-6B16-F64F-53D1-2993261E34FC}"/>
              </a:ext>
            </a:extLst>
          </p:cNvPr>
          <p:cNvSpPr>
            <a:spLocks noGrp="1"/>
          </p:cNvSpPr>
          <p:nvPr>
            <p:ph type="title"/>
          </p:nvPr>
        </p:nvSpPr>
        <p:spPr/>
        <p:txBody>
          <a:bodyPr>
            <a:normAutofit/>
          </a:bodyPr>
          <a:lstStyle/>
          <a:p>
            <a:r>
              <a:rPr lang="es-ES" dirty="0">
                <a:cs typeface="Calibri Light"/>
              </a:rPr>
              <a:t>Representación de la Información. Códigos de E/S</a:t>
            </a:r>
          </a:p>
        </p:txBody>
      </p:sp>
      <p:pic>
        <p:nvPicPr>
          <p:cNvPr id="6" name="Marcador de contenido 5" descr="Una captura de pantalla de un celular con texto e imagen&#10;&#10;Descripción generada automáticamente">
            <a:extLst>
              <a:ext uri="{FF2B5EF4-FFF2-40B4-BE49-F238E27FC236}">
                <a16:creationId xmlns:a16="http://schemas.microsoft.com/office/drawing/2014/main" id="{775CC735-B14B-3823-1900-0980657D2CD8}"/>
              </a:ext>
            </a:extLst>
          </p:cNvPr>
          <p:cNvPicPr>
            <a:picLocks noGrp="1" noChangeAspect="1"/>
          </p:cNvPicPr>
          <p:nvPr>
            <p:ph idx="1"/>
          </p:nvPr>
        </p:nvPicPr>
        <p:blipFill rotWithShape="1">
          <a:blip r:embed="rId2"/>
          <a:srcRect t="8766" r="-203" b="7792"/>
          <a:stretch/>
        </p:blipFill>
        <p:spPr>
          <a:xfrm>
            <a:off x="2614929" y="2206625"/>
            <a:ext cx="6976267" cy="3630828"/>
          </a:xfrm>
        </p:spPr>
      </p:pic>
    </p:spTree>
    <p:extLst>
      <p:ext uri="{BB962C8B-B14F-4D97-AF65-F5344CB8AC3E}">
        <p14:creationId xmlns:p14="http://schemas.microsoft.com/office/powerpoint/2010/main" val="981794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384B4E-6B16-F64F-53D1-2993261E34FC}"/>
              </a:ext>
            </a:extLst>
          </p:cNvPr>
          <p:cNvSpPr>
            <a:spLocks noGrp="1"/>
          </p:cNvSpPr>
          <p:nvPr>
            <p:ph type="title"/>
          </p:nvPr>
        </p:nvSpPr>
        <p:spPr/>
        <p:txBody>
          <a:bodyPr>
            <a:normAutofit/>
          </a:bodyPr>
          <a:lstStyle/>
          <a:p>
            <a:r>
              <a:rPr lang="es-ES" dirty="0">
                <a:cs typeface="Calibri Light"/>
              </a:rPr>
              <a:t>Representación de la Información. Código BCD</a:t>
            </a:r>
          </a:p>
        </p:txBody>
      </p:sp>
      <p:pic>
        <p:nvPicPr>
          <p:cNvPr id="6" name="Marcador de contenido 5" descr="Diagrama, Esquemático&#10;&#10;Descripción generada automáticamente">
            <a:extLst>
              <a:ext uri="{FF2B5EF4-FFF2-40B4-BE49-F238E27FC236}">
                <a16:creationId xmlns:a16="http://schemas.microsoft.com/office/drawing/2014/main" id="{5D2A46A9-4476-F3DC-650F-E6DABD2DAEBE}"/>
              </a:ext>
            </a:extLst>
          </p:cNvPr>
          <p:cNvPicPr>
            <a:picLocks noGrp="1" noChangeAspect="1"/>
          </p:cNvPicPr>
          <p:nvPr>
            <p:ph idx="1"/>
          </p:nvPr>
        </p:nvPicPr>
        <p:blipFill>
          <a:blip r:embed="rId2"/>
          <a:stretch>
            <a:fillRect/>
          </a:stretch>
        </p:blipFill>
        <p:spPr>
          <a:xfrm>
            <a:off x="4125955" y="1825625"/>
            <a:ext cx="7735712" cy="4351338"/>
          </a:xfrm>
        </p:spPr>
      </p:pic>
      <p:pic>
        <p:nvPicPr>
          <p:cNvPr id="8" name="Imagen 7" descr="Imagen que contiene Calendario&#10;&#10;Descripción generada automáticamente">
            <a:extLst>
              <a:ext uri="{FF2B5EF4-FFF2-40B4-BE49-F238E27FC236}">
                <a16:creationId xmlns:a16="http://schemas.microsoft.com/office/drawing/2014/main" id="{025B8C57-7249-F165-7F50-0440D20B643A}"/>
              </a:ext>
            </a:extLst>
          </p:cNvPr>
          <p:cNvPicPr>
            <a:picLocks noChangeAspect="1"/>
          </p:cNvPicPr>
          <p:nvPr/>
        </p:nvPicPr>
        <p:blipFill>
          <a:blip r:embed="rId3"/>
          <a:stretch>
            <a:fillRect/>
          </a:stretch>
        </p:blipFill>
        <p:spPr>
          <a:xfrm>
            <a:off x="166777" y="1696816"/>
            <a:ext cx="3965275" cy="4715198"/>
          </a:xfrm>
          <a:prstGeom prst="rect">
            <a:avLst/>
          </a:prstGeom>
        </p:spPr>
      </p:pic>
      <p:sp>
        <p:nvSpPr>
          <p:cNvPr id="3" name="CuadroTexto 2">
            <a:extLst>
              <a:ext uri="{FF2B5EF4-FFF2-40B4-BE49-F238E27FC236}">
                <a16:creationId xmlns:a16="http://schemas.microsoft.com/office/drawing/2014/main" id="{85B23948-EC84-9113-7E7D-A1CE7DDB2F70}"/>
              </a:ext>
            </a:extLst>
          </p:cNvPr>
          <p:cNvSpPr txBox="1"/>
          <p:nvPr/>
        </p:nvSpPr>
        <p:spPr>
          <a:xfrm>
            <a:off x="371708" y="6504877"/>
            <a:ext cx="1163443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dirty="0">
                <a:ea typeface="+mn-lt"/>
                <a:cs typeface="+mn-lt"/>
                <a:hlinkClick r:id="rId4"/>
              </a:rPr>
              <a:t>https://circuitverse.org/users/5708/projects/gates-for-bcd-to-7-segment-decoder-dcb8a1e8-31ca-4eac-9a68-eed4f8c8c187</a:t>
            </a:r>
            <a:endParaRPr lang="es-ES" dirty="0">
              <a:ea typeface="+mn-lt"/>
              <a:cs typeface="+mn-lt"/>
            </a:endParaRPr>
          </a:p>
          <a:p>
            <a:endParaRPr lang="es-ES" dirty="0">
              <a:cs typeface="Calibri" panose="020F0502020204030204"/>
            </a:endParaRPr>
          </a:p>
        </p:txBody>
      </p:sp>
    </p:spTree>
    <p:extLst>
      <p:ext uri="{BB962C8B-B14F-4D97-AF65-F5344CB8AC3E}">
        <p14:creationId xmlns:p14="http://schemas.microsoft.com/office/powerpoint/2010/main" val="480862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4245B-D2B4-0909-4341-D604261C4B03}"/>
              </a:ext>
            </a:extLst>
          </p:cNvPr>
          <p:cNvSpPr>
            <a:spLocks noGrp="1"/>
          </p:cNvSpPr>
          <p:nvPr>
            <p:ph type="title"/>
          </p:nvPr>
        </p:nvSpPr>
        <p:spPr/>
        <p:txBody>
          <a:bodyPr/>
          <a:lstStyle/>
          <a:p>
            <a:r>
              <a:rPr lang="es-ES" dirty="0">
                <a:cs typeface="Calibri Light"/>
              </a:rPr>
              <a:t>Ejercicio</a:t>
            </a:r>
            <a:endParaRPr lang="es-ES" dirty="0"/>
          </a:p>
        </p:txBody>
      </p:sp>
      <p:sp>
        <p:nvSpPr>
          <p:cNvPr id="3" name="Marcador de contenido 2">
            <a:extLst>
              <a:ext uri="{FF2B5EF4-FFF2-40B4-BE49-F238E27FC236}">
                <a16:creationId xmlns:a16="http://schemas.microsoft.com/office/drawing/2014/main" id="{3DACABCA-695C-2DA9-741A-6B27BEC63FB5}"/>
              </a:ext>
            </a:extLst>
          </p:cNvPr>
          <p:cNvSpPr>
            <a:spLocks noGrp="1"/>
          </p:cNvSpPr>
          <p:nvPr>
            <p:ph idx="1"/>
          </p:nvPr>
        </p:nvSpPr>
        <p:spPr/>
        <p:txBody>
          <a:bodyPr vert="horz" lIns="91440" tIns="45720" rIns="91440" bIns="45720" rtlCol="0" anchor="t">
            <a:normAutofit/>
          </a:bodyPr>
          <a:lstStyle/>
          <a:p>
            <a:r>
              <a:rPr lang="es-ES" dirty="0">
                <a:ea typeface="+mn-lt"/>
                <a:cs typeface="+mn-lt"/>
              </a:rPr>
              <a:t>a) Representar el número decimal 37,6 en el código BCD. </a:t>
            </a:r>
            <a:br>
              <a:rPr lang="es-ES" dirty="0">
                <a:ea typeface="+mn-lt"/>
                <a:cs typeface="+mn-lt"/>
              </a:rPr>
            </a:br>
            <a:r>
              <a:rPr lang="es-ES" dirty="0">
                <a:ea typeface="+mn-lt"/>
                <a:cs typeface="+mn-lt"/>
              </a:rPr>
              <a:t>b) El valor decimal del código BCD 1001010011,011 es: </a:t>
            </a:r>
            <a:br>
              <a:rPr lang="es-ES" dirty="0">
                <a:ea typeface="+mn-lt"/>
                <a:cs typeface="+mn-lt"/>
              </a:rPr>
            </a:br>
            <a:r>
              <a:rPr lang="es-ES" dirty="0">
                <a:ea typeface="+mn-lt"/>
                <a:cs typeface="+mn-lt"/>
              </a:rPr>
              <a:t>c) Representar el número decimal 127,25 en código BCD. </a:t>
            </a:r>
            <a:br>
              <a:rPr lang="es-ES" dirty="0">
                <a:ea typeface="+mn-lt"/>
                <a:cs typeface="+mn-lt"/>
              </a:rPr>
            </a:br>
            <a:r>
              <a:rPr lang="es-ES" dirty="0">
                <a:ea typeface="+mn-lt"/>
                <a:cs typeface="+mn-lt"/>
              </a:rPr>
              <a:t>d) Determinar el número decimal del código 010001011000,0011 expresado en BCD</a:t>
            </a:r>
            <a:endParaRPr lang="es-ES" dirty="0"/>
          </a:p>
        </p:txBody>
      </p:sp>
    </p:spTree>
    <p:extLst>
      <p:ext uri="{BB962C8B-B14F-4D97-AF65-F5344CB8AC3E}">
        <p14:creationId xmlns:p14="http://schemas.microsoft.com/office/powerpoint/2010/main" val="40928133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4245B-D2B4-0909-4341-D604261C4B03}"/>
              </a:ext>
            </a:extLst>
          </p:cNvPr>
          <p:cNvSpPr>
            <a:spLocks noGrp="1"/>
          </p:cNvSpPr>
          <p:nvPr>
            <p:ph type="title"/>
          </p:nvPr>
        </p:nvSpPr>
        <p:spPr/>
        <p:txBody>
          <a:bodyPr/>
          <a:lstStyle/>
          <a:p>
            <a:r>
              <a:rPr lang="es-ES" dirty="0">
                <a:cs typeface="Calibri Light"/>
              </a:rPr>
              <a:t>Representación de la Información.</a:t>
            </a:r>
            <a:endParaRPr lang="es-ES" dirty="0"/>
          </a:p>
        </p:txBody>
      </p:sp>
      <p:pic>
        <p:nvPicPr>
          <p:cNvPr id="4" name="Marcador de contenido 3" descr="Tabla&#10;&#10;Descripción generada automáticamente">
            <a:extLst>
              <a:ext uri="{FF2B5EF4-FFF2-40B4-BE49-F238E27FC236}">
                <a16:creationId xmlns:a16="http://schemas.microsoft.com/office/drawing/2014/main" id="{7429FAB7-A5A6-4957-00D1-F5F456A875CD}"/>
              </a:ext>
            </a:extLst>
          </p:cNvPr>
          <p:cNvPicPr>
            <a:picLocks noGrp="1" noChangeAspect="1"/>
          </p:cNvPicPr>
          <p:nvPr>
            <p:ph idx="1"/>
          </p:nvPr>
        </p:nvPicPr>
        <p:blipFill>
          <a:blip r:embed="rId2"/>
          <a:stretch>
            <a:fillRect/>
          </a:stretch>
        </p:blipFill>
        <p:spPr>
          <a:xfrm>
            <a:off x="2704482" y="1520825"/>
            <a:ext cx="7265636" cy="4656138"/>
          </a:xfrm>
        </p:spPr>
      </p:pic>
      <p:sp>
        <p:nvSpPr>
          <p:cNvPr id="5" name="CuadroTexto 4">
            <a:extLst>
              <a:ext uri="{FF2B5EF4-FFF2-40B4-BE49-F238E27FC236}">
                <a16:creationId xmlns:a16="http://schemas.microsoft.com/office/drawing/2014/main" id="{57F6B37C-1F99-DBB6-65DC-ACFA0C4F6740}"/>
              </a:ext>
            </a:extLst>
          </p:cNvPr>
          <p:cNvSpPr txBox="1"/>
          <p:nvPr/>
        </p:nvSpPr>
        <p:spPr>
          <a:xfrm>
            <a:off x="654628" y="2057798"/>
            <a:ext cx="1842136"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ea typeface="+mn-lt"/>
                <a:cs typeface="+mn-lt"/>
              </a:rPr>
              <a:t>Código ASCII (American Standard </a:t>
            </a:r>
            <a:r>
              <a:rPr lang="es-ES" dirty="0" err="1">
                <a:ea typeface="+mn-lt"/>
                <a:cs typeface="+mn-lt"/>
              </a:rPr>
              <a:t>Code</a:t>
            </a:r>
            <a:r>
              <a:rPr lang="es-ES" dirty="0">
                <a:ea typeface="+mn-lt"/>
                <a:cs typeface="+mn-lt"/>
              </a:rPr>
              <a:t> </a:t>
            </a:r>
            <a:r>
              <a:rPr lang="es-ES" dirty="0" err="1">
                <a:ea typeface="+mn-lt"/>
                <a:cs typeface="+mn-lt"/>
              </a:rPr>
              <a:t>for</a:t>
            </a:r>
            <a:r>
              <a:rPr lang="es-ES" dirty="0">
                <a:ea typeface="+mn-lt"/>
                <a:cs typeface="+mn-lt"/>
              </a:rPr>
              <a:t> </a:t>
            </a:r>
            <a:r>
              <a:rPr lang="es-ES" dirty="0" err="1">
                <a:ea typeface="+mn-lt"/>
                <a:cs typeface="+mn-lt"/>
              </a:rPr>
              <a:t>Information</a:t>
            </a:r>
            <a:r>
              <a:rPr lang="es-ES" dirty="0">
                <a:ea typeface="+mn-lt"/>
                <a:cs typeface="+mn-lt"/>
              </a:rPr>
              <a:t> </a:t>
            </a:r>
            <a:r>
              <a:rPr lang="es-ES" dirty="0" err="1">
                <a:ea typeface="+mn-lt"/>
                <a:cs typeface="+mn-lt"/>
              </a:rPr>
              <a:t>Interchange</a:t>
            </a:r>
            <a:r>
              <a:rPr lang="es-ES" dirty="0">
                <a:ea typeface="+mn-lt"/>
                <a:cs typeface="+mn-lt"/>
              </a:rPr>
              <a:t>, Código Estadounidense Estándar para el intercambio de información).</a:t>
            </a:r>
            <a:endParaRPr lang="es-ES" dirty="0"/>
          </a:p>
        </p:txBody>
      </p:sp>
    </p:spTree>
    <p:extLst>
      <p:ext uri="{BB962C8B-B14F-4D97-AF65-F5344CB8AC3E}">
        <p14:creationId xmlns:p14="http://schemas.microsoft.com/office/powerpoint/2010/main" val="14808729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48C4A6-1CC6-D8EF-E48D-9FC667EFD34E}"/>
              </a:ext>
            </a:extLst>
          </p:cNvPr>
          <p:cNvSpPr>
            <a:spLocks noGrp="1"/>
          </p:cNvSpPr>
          <p:nvPr>
            <p:ph type="title"/>
          </p:nvPr>
        </p:nvSpPr>
        <p:spPr>
          <a:xfrm>
            <a:off x="5755598" y="1138036"/>
            <a:ext cx="5598202" cy="1402470"/>
          </a:xfrm>
        </p:spPr>
        <p:txBody>
          <a:bodyPr anchor="t">
            <a:normAutofit/>
          </a:bodyPr>
          <a:lstStyle/>
          <a:p>
            <a:r>
              <a:rPr lang="es-ES" sz="3200" dirty="0">
                <a:cs typeface="Calibri Light"/>
              </a:rPr>
              <a:t>Definición de Sistema Informático</a:t>
            </a:r>
            <a:endParaRPr lang="es-ES" sz="3200" dirty="0"/>
          </a:p>
        </p:txBody>
      </p:sp>
      <p:pic>
        <p:nvPicPr>
          <p:cNvPr id="4" name="Marcador de contenido 3" descr="Diagrama&#10;&#10;Descripción generada automáticamente">
            <a:extLst>
              <a:ext uri="{FF2B5EF4-FFF2-40B4-BE49-F238E27FC236}">
                <a16:creationId xmlns:a16="http://schemas.microsoft.com/office/drawing/2014/main" id="{20D74944-909C-232E-0267-151BD4B1A969}"/>
              </a:ext>
            </a:extLst>
          </p:cNvPr>
          <p:cNvPicPr>
            <a:picLocks noChangeAspect="1"/>
          </p:cNvPicPr>
          <p:nvPr/>
        </p:nvPicPr>
        <p:blipFill>
          <a:blip r:embed="rId2"/>
          <a:stretch>
            <a:fillRect/>
          </a:stretch>
        </p:blipFill>
        <p:spPr>
          <a:xfrm>
            <a:off x="742122" y="2270794"/>
            <a:ext cx="4365438" cy="2455558"/>
          </a:xfrm>
          <a:prstGeom prst="rect">
            <a:avLst/>
          </a:prstGeom>
        </p:spPr>
      </p:pic>
      <p:cxnSp>
        <p:nvCxnSpPr>
          <p:cNvPr id="12" name="Straight Connector 11">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58738"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773B089C-9662-ECCA-265A-800811493D7B}"/>
              </a:ext>
            </a:extLst>
          </p:cNvPr>
          <p:cNvSpPr>
            <a:spLocks noGrp="1"/>
          </p:cNvSpPr>
          <p:nvPr>
            <p:ph idx="1"/>
          </p:nvPr>
        </p:nvSpPr>
        <p:spPr>
          <a:xfrm>
            <a:off x="5755598" y="2551176"/>
            <a:ext cx="5444382" cy="3591207"/>
          </a:xfrm>
        </p:spPr>
        <p:txBody>
          <a:bodyPr vert="horz" lIns="91440" tIns="45720" rIns="91440" bIns="45720" rtlCol="0" anchor="t">
            <a:normAutofit fontScale="92500"/>
          </a:bodyPr>
          <a:lstStyle/>
          <a:p>
            <a:pPr marL="0" indent="0">
              <a:buNone/>
            </a:pPr>
            <a:r>
              <a:rPr lang="es-ES" sz="1800" dirty="0">
                <a:cs typeface="Calibri"/>
              </a:rPr>
              <a:t>Un sistema informático es un conjunto de dispositivos, con al menos una CPU o unidad central de proceso, que estarán física y lógicamente conectados entre sí a través de canales, lo que se denomina modo local, o se comunicarán por medio de diversos dispositivos o medios de transporte, en el llamado modo remoto. Dichos elementos se integran por medio de una serie de componentes lógicos o software con los que pueden llegar a interaccionar uno o varios agentes externos, entre ellos el hombre. El objetivo de un sistema informático es el de dar soporte al procesado, almacenamiento, entrada y salida de datos que suelen formar parte de un sistema de información general o específico. Para tal fin es dotado de una serie de recursos que varían en función de la aplicación que se le da al mismo.</a:t>
            </a:r>
            <a:endParaRPr lang="en-US" sz="1800" dirty="0">
              <a:cs typeface="Calibri"/>
            </a:endParaRPr>
          </a:p>
          <a:p>
            <a:endParaRPr lang="en-US" sz="2000" dirty="0">
              <a:cs typeface="Calibri"/>
            </a:endParaRPr>
          </a:p>
        </p:txBody>
      </p:sp>
      <p:sp>
        <p:nvSpPr>
          <p:cNvPr id="5" name="CuadroTexto 4">
            <a:extLst>
              <a:ext uri="{FF2B5EF4-FFF2-40B4-BE49-F238E27FC236}">
                <a16:creationId xmlns:a16="http://schemas.microsoft.com/office/drawing/2014/main" id="{56D01ADB-5D5F-6784-DF02-264A13175496}"/>
              </a:ext>
            </a:extLst>
          </p:cNvPr>
          <p:cNvSpPr txBox="1"/>
          <p:nvPr/>
        </p:nvSpPr>
        <p:spPr>
          <a:xfrm>
            <a:off x="5029200" y="3017520"/>
            <a:ext cx="56692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s-ES" dirty="0">
              <a:ea typeface="+mn-lt"/>
              <a:cs typeface="+mn-lt"/>
            </a:endParaRPr>
          </a:p>
        </p:txBody>
      </p:sp>
    </p:spTree>
    <p:extLst>
      <p:ext uri="{BB962C8B-B14F-4D97-AF65-F5344CB8AC3E}">
        <p14:creationId xmlns:p14="http://schemas.microsoft.com/office/powerpoint/2010/main" val="33515055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EFD3E2DC-75B7-3DFE-B5FA-C68BA8267E09}"/>
              </a:ext>
            </a:extLst>
          </p:cNvPr>
          <p:cNvSpPr>
            <a:spLocks noGrp="1"/>
          </p:cNvSpPr>
          <p:nvPr>
            <p:ph type="title"/>
          </p:nvPr>
        </p:nvSpPr>
        <p:spPr>
          <a:xfrm>
            <a:off x="1371597" y="348865"/>
            <a:ext cx="10044023" cy="877729"/>
          </a:xfrm>
        </p:spPr>
        <p:txBody>
          <a:bodyPr anchor="ctr">
            <a:normAutofit/>
          </a:bodyPr>
          <a:lstStyle/>
          <a:p>
            <a:r>
              <a:rPr lang="es-ES" sz="4000">
                <a:solidFill>
                  <a:srgbClr val="FFFFFF"/>
                </a:solidFill>
                <a:cs typeface="Calibri Light"/>
              </a:rPr>
              <a:t>Elementos de un SI</a:t>
            </a:r>
          </a:p>
        </p:txBody>
      </p:sp>
      <p:graphicFrame>
        <p:nvGraphicFramePr>
          <p:cNvPr id="4" name="Marcador de contenido 3">
            <a:extLst>
              <a:ext uri="{FF2B5EF4-FFF2-40B4-BE49-F238E27FC236}">
                <a16:creationId xmlns:a16="http://schemas.microsoft.com/office/drawing/2014/main" id="{77CE09E7-8144-2142-0708-4B173192E1D4}"/>
              </a:ext>
            </a:extLst>
          </p:cNvPr>
          <p:cNvGraphicFramePr>
            <a:graphicFrameLocks noGrp="1"/>
          </p:cNvGraphicFramePr>
          <p:nvPr>
            <p:ph idx="1"/>
            <p:extLst>
              <p:ext uri="{D42A27DB-BD31-4B8C-83A1-F6EECF244321}">
                <p14:modId xmlns:p14="http://schemas.microsoft.com/office/powerpoint/2010/main" val="79138586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82097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4FDC1BB9-D017-4703-C158-4D50C0DB5CA0}"/>
              </a:ext>
            </a:extLst>
          </p:cNvPr>
          <p:cNvSpPr>
            <a:spLocks noGrp="1"/>
          </p:cNvSpPr>
          <p:nvPr>
            <p:ph type="title"/>
          </p:nvPr>
        </p:nvSpPr>
        <p:spPr>
          <a:xfrm>
            <a:off x="1383564" y="348865"/>
            <a:ext cx="9718111" cy="1576446"/>
          </a:xfrm>
        </p:spPr>
        <p:txBody>
          <a:bodyPr anchor="ctr">
            <a:normAutofit/>
          </a:bodyPr>
          <a:lstStyle/>
          <a:p>
            <a:r>
              <a:rPr lang="es-ES" sz="4000">
                <a:solidFill>
                  <a:srgbClr val="FFFFFF"/>
                </a:solidFill>
                <a:cs typeface="Calibri Light"/>
              </a:rPr>
              <a:t>Elementos de un SI. Clasificación</a:t>
            </a:r>
          </a:p>
          <a:p>
            <a:endParaRPr lang="es-ES" sz="4000">
              <a:solidFill>
                <a:srgbClr val="FFFFFF"/>
              </a:solidFill>
              <a:cs typeface="Calibri Light"/>
            </a:endParaRPr>
          </a:p>
        </p:txBody>
      </p:sp>
      <p:graphicFrame>
        <p:nvGraphicFramePr>
          <p:cNvPr id="5" name="Marcador de contenido 2">
            <a:extLst>
              <a:ext uri="{FF2B5EF4-FFF2-40B4-BE49-F238E27FC236}">
                <a16:creationId xmlns:a16="http://schemas.microsoft.com/office/drawing/2014/main" id="{12B61BB7-CB2B-27D7-3D1B-5357B51A8C57}"/>
              </a:ext>
            </a:extLst>
          </p:cNvPr>
          <p:cNvGraphicFramePr>
            <a:graphicFrameLocks noGrp="1"/>
          </p:cNvGraphicFramePr>
          <p:nvPr>
            <p:ph idx="1"/>
            <p:extLst>
              <p:ext uri="{D42A27DB-BD31-4B8C-83A1-F6EECF244321}">
                <p14:modId xmlns:p14="http://schemas.microsoft.com/office/powerpoint/2010/main" val="4280305808"/>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52365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A4100D8-7B20-97B9-4009-42F530F5D260}"/>
              </a:ext>
            </a:extLst>
          </p:cNvPr>
          <p:cNvSpPr>
            <a:spLocks noGrp="1"/>
          </p:cNvSpPr>
          <p:nvPr>
            <p:ph type="title"/>
          </p:nvPr>
        </p:nvSpPr>
        <p:spPr>
          <a:xfrm>
            <a:off x="640080" y="325369"/>
            <a:ext cx="4368602" cy="1956841"/>
          </a:xfrm>
        </p:spPr>
        <p:txBody>
          <a:bodyPr anchor="b">
            <a:normAutofit/>
          </a:bodyPr>
          <a:lstStyle/>
          <a:p>
            <a:r>
              <a:rPr lang="es-ES" sz="3400">
                <a:cs typeface="Calibri Light"/>
              </a:rPr>
              <a:t>Elementos funcionales de un ordenador. Definiciones Previas</a:t>
            </a:r>
          </a:p>
        </p:txBody>
      </p:sp>
      <p:sp>
        <p:nvSpPr>
          <p:cNvPr id="26"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arcador de contenido 4">
            <a:extLst>
              <a:ext uri="{FF2B5EF4-FFF2-40B4-BE49-F238E27FC236}">
                <a16:creationId xmlns:a16="http://schemas.microsoft.com/office/drawing/2014/main" id="{9F7E37EB-F42A-CE53-2D06-FF8DA6419C22}"/>
              </a:ext>
            </a:extLst>
          </p:cNvPr>
          <p:cNvSpPr>
            <a:spLocks noGrp="1"/>
          </p:cNvSpPr>
          <p:nvPr>
            <p:ph idx="1"/>
          </p:nvPr>
        </p:nvSpPr>
        <p:spPr>
          <a:xfrm>
            <a:off x="640080" y="2872899"/>
            <a:ext cx="4243589" cy="3320668"/>
          </a:xfrm>
        </p:spPr>
        <p:txBody>
          <a:bodyPr vert="horz" lIns="91440" tIns="45720" rIns="91440" bIns="45720" rtlCol="0" anchor="t">
            <a:normAutofit/>
          </a:bodyPr>
          <a:lstStyle/>
          <a:p>
            <a:r>
              <a:rPr lang="es-ES" sz="1500" dirty="0">
                <a:ea typeface="+mn-lt"/>
                <a:cs typeface="+mn-lt"/>
              </a:rPr>
              <a:t>Los </a:t>
            </a:r>
            <a:r>
              <a:rPr lang="es-ES" sz="1500" b="1" dirty="0">
                <a:ea typeface="+mn-lt"/>
                <a:cs typeface="+mn-lt"/>
              </a:rPr>
              <a:t>buses</a:t>
            </a:r>
            <a:r>
              <a:rPr lang="es-ES" sz="1500" dirty="0">
                <a:ea typeface="+mn-lt"/>
                <a:cs typeface="+mn-lt"/>
              </a:rPr>
              <a:t> eran caminos a través de los cuales las instrucciones y los datos circulan entre las distintas unidades del ordenador.</a:t>
            </a:r>
          </a:p>
          <a:p>
            <a:endParaRPr lang="es-ES" sz="1500">
              <a:cs typeface="Calibri"/>
            </a:endParaRPr>
          </a:p>
          <a:p>
            <a:r>
              <a:rPr lang="es-ES" sz="1500" dirty="0">
                <a:ea typeface="+mn-lt"/>
                <a:cs typeface="+mn-lt"/>
              </a:rPr>
              <a:t> </a:t>
            </a:r>
            <a:r>
              <a:rPr lang="es-ES" sz="1500" b="1" dirty="0">
                <a:ea typeface="+mn-lt"/>
                <a:cs typeface="+mn-lt"/>
              </a:rPr>
              <a:t>programa</a:t>
            </a:r>
            <a:r>
              <a:rPr lang="es-ES" sz="1500" dirty="0">
                <a:ea typeface="+mn-lt"/>
                <a:cs typeface="+mn-lt"/>
              </a:rPr>
              <a:t> es un conjunto de instrucciones que son almacenadas secuencialmente en posiciones o direcciones sucesivas de memoria y que serán ejecutadas una detrás de otra. El funcionamiento del ordenador consistirá pues en ir extrayendo sucesivamente instrucciones de la memoria principal, interpretarlas, extraer de memoria los datos empleados en la operación (llamados operandos), enviarlos a la unidad que realiza la operación y hallar el resultado</a:t>
            </a:r>
            <a:endParaRPr lang="es-ES" sz="1500" dirty="0">
              <a:cs typeface="Calibri"/>
            </a:endParaRPr>
          </a:p>
        </p:txBody>
      </p:sp>
      <p:pic>
        <p:nvPicPr>
          <p:cNvPr id="18" name="Picture 6" descr="Persona señalando un mapa">
            <a:extLst>
              <a:ext uri="{FF2B5EF4-FFF2-40B4-BE49-F238E27FC236}">
                <a16:creationId xmlns:a16="http://schemas.microsoft.com/office/drawing/2014/main" id="{AA3CCB3E-DDF6-6230-51BF-2ACC9C9F8C7B}"/>
              </a:ext>
            </a:extLst>
          </p:cNvPr>
          <p:cNvPicPr>
            <a:picLocks noChangeAspect="1"/>
          </p:cNvPicPr>
          <p:nvPr/>
        </p:nvPicPr>
        <p:blipFill rotWithShape="1">
          <a:blip r:embed="rId2"/>
          <a:srcRect l="10546" r="22501"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6214688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100D8-7B20-97B9-4009-42F530F5D260}"/>
              </a:ext>
            </a:extLst>
          </p:cNvPr>
          <p:cNvSpPr>
            <a:spLocks noGrp="1"/>
          </p:cNvSpPr>
          <p:nvPr>
            <p:ph type="title"/>
          </p:nvPr>
        </p:nvSpPr>
        <p:spPr/>
        <p:txBody>
          <a:bodyPr/>
          <a:lstStyle/>
          <a:p>
            <a:r>
              <a:rPr lang="es-ES" dirty="0">
                <a:cs typeface="Calibri Light"/>
              </a:rPr>
              <a:t>Elementos funcionales de un ordenador. Arquitectura de </a:t>
            </a:r>
            <a:r>
              <a:rPr lang="es-ES" dirty="0" err="1">
                <a:cs typeface="Calibri Light"/>
              </a:rPr>
              <a:t>Von</a:t>
            </a:r>
            <a:r>
              <a:rPr lang="es-ES" dirty="0">
                <a:cs typeface="Calibri Light"/>
              </a:rPr>
              <a:t> Neumann</a:t>
            </a:r>
          </a:p>
        </p:txBody>
      </p:sp>
      <p:pic>
        <p:nvPicPr>
          <p:cNvPr id="4" name="Marcador de contenido 3" descr="Imagen que contiene Interfaz de usuario gráfica&#10;&#10;Descripción generada automáticamente">
            <a:extLst>
              <a:ext uri="{FF2B5EF4-FFF2-40B4-BE49-F238E27FC236}">
                <a16:creationId xmlns:a16="http://schemas.microsoft.com/office/drawing/2014/main" id="{7ABD9409-74C8-6FBF-0F8C-E6F9D413EE67}"/>
              </a:ext>
            </a:extLst>
          </p:cNvPr>
          <p:cNvPicPr>
            <a:picLocks noGrp="1" noChangeAspect="1"/>
          </p:cNvPicPr>
          <p:nvPr>
            <p:ph idx="1"/>
          </p:nvPr>
        </p:nvPicPr>
        <p:blipFill rotWithShape="1">
          <a:blip r:embed="rId2"/>
          <a:srcRect l="60000" t="43894" r="1443" b="14191"/>
          <a:stretch/>
        </p:blipFill>
        <p:spPr>
          <a:xfrm>
            <a:off x="2859344" y="1825627"/>
            <a:ext cx="6954455" cy="4728059"/>
          </a:xfrm>
        </p:spPr>
      </p:pic>
    </p:spTree>
    <p:extLst>
      <p:ext uri="{BB962C8B-B14F-4D97-AF65-F5344CB8AC3E}">
        <p14:creationId xmlns:p14="http://schemas.microsoft.com/office/powerpoint/2010/main" val="36047581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C357EE8-A983-589E-10BE-8E21563B48B8}"/>
              </a:ext>
            </a:extLst>
          </p:cNvPr>
          <p:cNvSpPr>
            <a:spLocks noGrp="1"/>
          </p:cNvSpPr>
          <p:nvPr>
            <p:ph type="title"/>
          </p:nvPr>
        </p:nvSpPr>
        <p:spPr>
          <a:xfrm>
            <a:off x="5596501" y="489508"/>
            <a:ext cx="5754896" cy="1667569"/>
          </a:xfrm>
        </p:spPr>
        <p:txBody>
          <a:bodyPr anchor="b">
            <a:normAutofit/>
          </a:bodyPr>
          <a:lstStyle/>
          <a:p>
            <a:r>
              <a:rPr lang="es-ES" sz="2800">
                <a:cs typeface="Calibri Light"/>
              </a:rPr>
              <a:t>Elementos funcionales de un ordenador. Arquitectura de Von Neumann. Unidad de control</a:t>
            </a:r>
          </a:p>
          <a:p>
            <a:endParaRPr lang="es-ES" sz="2800">
              <a:cs typeface="Calibri Light"/>
            </a:endParaRPr>
          </a:p>
        </p:txBody>
      </p:sp>
      <p:pic>
        <p:nvPicPr>
          <p:cNvPr id="5" name="Marcador de contenido 3" descr="Imagen que contiene Interfaz de usuario gráfica&#10;&#10;Descripción generada automáticamente">
            <a:extLst>
              <a:ext uri="{FF2B5EF4-FFF2-40B4-BE49-F238E27FC236}">
                <a16:creationId xmlns:a16="http://schemas.microsoft.com/office/drawing/2014/main" id="{CE2102AA-DFA0-3593-F161-58312330BFA8}"/>
              </a:ext>
            </a:extLst>
          </p:cNvPr>
          <p:cNvPicPr>
            <a:picLocks noChangeAspect="1"/>
          </p:cNvPicPr>
          <p:nvPr/>
        </p:nvPicPr>
        <p:blipFill rotWithShape="1">
          <a:blip r:embed="rId2"/>
          <a:srcRect l="75579" t="46301" r="13567" b="29082"/>
          <a:stretch/>
        </p:blipFill>
        <p:spPr>
          <a:xfrm>
            <a:off x="1387514" y="918640"/>
            <a:ext cx="3237398" cy="4589025"/>
          </a:xfrm>
          <a:prstGeom prst="rect">
            <a:avLst/>
          </a:prstGeom>
        </p:spPr>
      </p:pic>
      <p:sp>
        <p:nvSpPr>
          <p:cNvPr id="3" name="Marcador de contenido 2">
            <a:extLst>
              <a:ext uri="{FF2B5EF4-FFF2-40B4-BE49-F238E27FC236}">
                <a16:creationId xmlns:a16="http://schemas.microsoft.com/office/drawing/2014/main" id="{06EB11E6-425E-6884-7C30-C5DB7C2EE1DE}"/>
              </a:ext>
            </a:extLst>
          </p:cNvPr>
          <p:cNvSpPr>
            <a:spLocks noGrp="1"/>
          </p:cNvSpPr>
          <p:nvPr>
            <p:ph idx="1"/>
          </p:nvPr>
        </p:nvSpPr>
        <p:spPr>
          <a:xfrm>
            <a:off x="5596502" y="2405894"/>
            <a:ext cx="5754896" cy="3197464"/>
          </a:xfrm>
        </p:spPr>
        <p:txBody>
          <a:bodyPr vert="horz" lIns="91440" tIns="45720" rIns="91440" bIns="45720" rtlCol="0" anchor="t">
            <a:normAutofit/>
          </a:bodyPr>
          <a:lstStyle/>
          <a:p>
            <a:r>
              <a:rPr lang="es-ES" sz="2000">
                <a:ea typeface="+mn-lt"/>
                <a:cs typeface="+mn-lt"/>
              </a:rPr>
              <a:t>La unidad de control (UC), que dispone de un contador de programa (CP) que almacena la dirección de memoria de la siguiente instrucción que se debe ejecutar y un registro de instrucción (RI) que almacena la instrucción que se está ejecutando en ese momento. </a:t>
            </a:r>
            <a:endParaRPr lang="es-ES" sz="2000"/>
          </a:p>
        </p:txBody>
      </p:sp>
      <p:sp>
        <p:nvSpPr>
          <p:cNvPr id="12" name="Rectangle 11">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55073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923359-AC0D-3CC5-DAD0-FBBE2E93795C}"/>
              </a:ext>
            </a:extLst>
          </p:cNvPr>
          <p:cNvSpPr>
            <a:spLocks noGrp="1"/>
          </p:cNvSpPr>
          <p:nvPr>
            <p:ph type="title"/>
          </p:nvPr>
        </p:nvSpPr>
        <p:spPr>
          <a:xfrm>
            <a:off x="8153400" y="1128094"/>
            <a:ext cx="3434180" cy="1415270"/>
          </a:xfrm>
        </p:spPr>
        <p:txBody>
          <a:bodyPr anchor="t">
            <a:normAutofit/>
          </a:bodyPr>
          <a:lstStyle/>
          <a:p>
            <a:r>
              <a:rPr lang="es-ES" sz="2200">
                <a:ea typeface="+mj-lt"/>
                <a:cs typeface="+mj-lt"/>
              </a:rPr>
              <a:t>Elementos funcionales de un ordenador. Arquitectura de Von Neumann. UAL</a:t>
            </a:r>
            <a:endParaRPr lang="es-ES" sz="2200"/>
          </a:p>
        </p:txBody>
      </p:sp>
      <p:sp>
        <p:nvSpPr>
          <p:cNvPr id="23" name="Rectangle 9">
            <a:extLst>
              <a:ext uri="{FF2B5EF4-FFF2-40B4-BE49-F238E27FC236}">
                <a16:creationId xmlns:a16="http://schemas.microsoft.com/office/drawing/2014/main" id="{7ED7575E-88D2-B771-681D-46A7E5541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76457"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Marcador de contenido 3" descr="Imagen que contiene Interfaz de usuario gráfica&#10;&#10;Descripción generada automáticamente">
            <a:extLst>
              <a:ext uri="{FF2B5EF4-FFF2-40B4-BE49-F238E27FC236}">
                <a16:creationId xmlns:a16="http://schemas.microsoft.com/office/drawing/2014/main" id="{41B26349-6523-F81E-B78A-F46C91B3E05E}"/>
              </a:ext>
            </a:extLst>
          </p:cNvPr>
          <p:cNvPicPr>
            <a:picLocks noChangeAspect="1"/>
          </p:cNvPicPr>
          <p:nvPr/>
        </p:nvPicPr>
        <p:blipFill rotWithShape="1">
          <a:blip r:embed="rId2"/>
          <a:srcRect l="60255" t="45918" r="26257" b="31122"/>
          <a:stretch/>
        </p:blipFill>
        <p:spPr>
          <a:xfrm>
            <a:off x="669235" y="1318633"/>
            <a:ext cx="6221895" cy="4227355"/>
          </a:xfrm>
          <a:prstGeom prst="rect">
            <a:avLst/>
          </a:prstGeom>
        </p:spPr>
      </p:pic>
      <p:cxnSp>
        <p:nvCxnSpPr>
          <p:cNvPr id="24" name="Straight Connector 11">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4A61C285-2817-49AF-E585-B0921ECAD960}"/>
              </a:ext>
            </a:extLst>
          </p:cNvPr>
          <p:cNvSpPr>
            <a:spLocks noGrp="1"/>
          </p:cNvSpPr>
          <p:nvPr>
            <p:ph idx="1"/>
          </p:nvPr>
        </p:nvSpPr>
        <p:spPr>
          <a:xfrm>
            <a:off x="8196532" y="2543364"/>
            <a:ext cx="3391048" cy="3987207"/>
          </a:xfrm>
        </p:spPr>
        <p:txBody>
          <a:bodyPr vert="horz" lIns="91440" tIns="45720" rIns="91440" bIns="45720" rtlCol="0" anchor="t">
            <a:normAutofit/>
          </a:bodyPr>
          <a:lstStyle/>
          <a:p>
            <a:pPr marL="0" indent="0">
              <a:buNone/>
            </a:pPr>
            <a:r>
              <a:rPr lang="es-ES" sz="1400">
                <a:ea typeface="+mn-lt"/>
                <a:cs typeface="+mn-lt"/>
              </a:rPr>
              <a:t>La unidad aritmético-lógica (UAL o ALU), con diversos registros para llevar a cabo operaciones como el registro acumulador (AC) donde se almacenan temporalmente los resultados aritméticos y lógicos intermedios que se ejecutarán en la ALU o el registro de estado (RE) que son registros de memoria en los que se deja constancia de algunas condiciones que se dieron en la última operación realizada y que tendrán que ser tenidas en cuenta en operaciones posteriores, por ejemplo resultado cero, resultado negativo, se ha producido una interrupción, etc.</a:t>
            </a:r>
            <a:endParaRPr lang="es-ES" sz="1400">
              <a:cs typeface="Calibri" panose="020F0502020204030204"/>
            </a:endParaRPr>
          </a:p>
        </p:txBody>
      </p:sp>
    </p:spTree>
    <p:extLst>
      <p:ext uri="{BB962C8B-B14F-4D97-AF65-F5344CB8AC3E}">
        <p14:creationId xmlns:p14="http://schemas.microsoft.com/office/powerpoint/2010/main" val="19431461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923359-AC0D-3CC5-DAD0-FBBE2E93795C}"/>
              </a:ext>
            </a:extLst>
          </p:cNvPr>
          <p:cNvSpPr>
            <a:spLocks noGrp="1"/>
          </p:cNvSpPr>
          <p:nvPr>
            <p:ph type="title"/>
          </p:nvPr>
        </p:nvSpPr>
        <p:spPr>
          <a:xfrm>
            <a:off x="7910285" y="741391"/>
            <a:ext cx="3443514" cy="1616203"/>
          </a:xfrm>
        </p:spPr>
        <p:txBody>
          <a:bodyPr anchor="b">
            <a:normAutofit/>
          </a:bodyPr>
          <a:lstStyle/>
          <a:p>
            <a:r>
              <a:rPr lang="es-ES" sz="2200" dirty="0">
                <a:ea typeface="+mj-lt"/>
                <a:cs typeface="+mj-lt"/>
              </a:rPr>
              <a:t>Elementos funcionales de un ordenador. Arquitectura de </a:t>
            </a:r>
            <a:r>
              <a:rPr lang="es-ES" sz="2200">
                <a:ea typeface="+mj-lt"/>
                <a:cs typeface="+mj-lt"/>
              </a:rPr>
              <a:t>Von</a:t>
            </a:r>
            <a:r>
              <a:rPr lang="es-ES" sz="2200" dirty="0">
                <a:ea typeface="+mj-lt"/>
                <a:cs typeface="+mj-lt"/>
              </a:rPr>
              <a:t> Neumann. Registro de Memoria</a:t>
            </a:r>
            <a:endParaRPr lang="es-ES" sz="2200" dirty="0"/>
          </a:p>
        </p:txBody>
      </p:sp>
      <p:pic>
        <p:nvPicPr>
          <p:cNvPr id="6" name="Marcador de contenido 3" descr="Imagen que contiene Interfaz de usuario gráfica&#10;&#10;Descripción generada automáticamente">
            <a:extLst>
              <a:ext uri="{FF2B5EF4-FFF2-40B4-BE49-F238E27FC236}">
                <a16:creationId xmlns:a16="http://schemas.microsoft.com/office/drawing/2014/main" id="{13F090AD-8FBD-18D6-7E8E-F1251DD428CF}"/>
              </a:ext>
            </a:extLst>
          </p:cNvPr>
          <p:cNvPicPr>
            <a:picLocks noChangeAspect="1"/>
          </p:cNvPicPr>
          <p:nvPr/>
        </p:nvPicPr>
        <p:blipFill rotWithShape="1">
          <a:blip r:embed="rId2"/>
          <a:srcRect l="82043" t="47026" r="1756" b="26276"/>
          <a:stretch/>
        </p:blipFill>
        <p:spPr>
          <a:xfrm>
            <a:off x="787114" y="1202664"/>
            <a:ext cx="6449549" cy="4382030"/>
          </a:xfrm>
          <a:prstGeom prst="rect">
            <a:avLst/>
          </a:prstGeom>
        </p:spPr>
      </p:pic>
      <p:sp>
        <p:nvSpPr>
          <p:cNvPr id="3" name="Marcador de contenido 2">
            <a:extLst>
              <a:ext uri="{FF2B5EF4-FFF2-40B4-BE49-F238E27FC236}">
                <a16:creationId xmlns:a16="http://schemas.microsoft.com/office/drawing/2014/main" id="{4A61C285-2817-49AF-E585-B0921ECAD960}"/>
              </a:ext>
            </a:extLst>
          </p:cNvPr>
          <p:cNvSpPr>
            <a:spLocks noGrp="1"/>
          </p:cNvSpPr>
          <p:nvPr>
            <p:ph idx="1"/>
          </p:nvPr>
        </p:nvSpPr>
        <p:spPr>
          <a:xfrm>
            <a:off x="7910285" y="2533476"/>
            <a:ext cx="3443514" cy="3447832"/>
          </a:xfrm>
        </p:spPr>
        <p:txBody>
          <a:bodyPr vert="horz" lIns="91440" tIns="45720" rIns="91440" bIns="45720" rtlCol="0" anchor="t">
            <a:normAutofit/>
          </a:bodyPr>
          <a:lstStyle/>
          <a:p>
            <a:pPr marL="0" indent="0">
              <a:buNone/>
            </a:pPr>
            <a:r>
              <a:rPr lang="es-ES" sz="2000">
                <a:ea typeface="+mn-lt"/>
                <a:cs typeface="+mn-lt"/>
              </a:rPr>
              <a:t>La unidad de memoria con el registro de palabra (RM) o de resultado que guarda el resultado de alguna operación aritmético-lógica y el registro de dirección (RD) que contiene la dirección del dato que se quiere leer o escribir.</a:t>
            </a:r>
          </a:p>
        </p:txBody>
      </p:sp>
      <p:grpSp>
        <p:nvGrpSpPr>
          <p:cNvPr id="35" name="Group 28">
            <a:extLst>
              <a:ext uri="{FF2B5EF4-FFF2-40B4-BE49-F238E27FC236}">
                <a16:creationId xmlns:a16="http://schemas.microsoft.com/office/drawing/2014/main" id="{31C49F18-8757-4E87-5C2E-9D6D7B82BA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30" name="Rectangle 29">
              <a:extLst>
                <a:ext uri="{FF2B5EF4-FFF2-40B4-BE49-F238E27FC236}">
                  <a16:creationId xmlns:a16="http://schemas.microsoft.com/office/drawing/2014/main" id="{25C84D91-E5BF-B919-ACEF-4A25262CE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0">
              <a:extLst>
                <a:ext uri="{FF2B5EF4-FFF2-40B4-BE49-F238E27FC236}">
                  <a16:creationId xmlns:a16="http://schemas.microsoft.com/office/drawing/2014/main" id="{DD889E38-27CA-E23F-B646-8D7B4BB17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433920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923359-AC0D-3CC5-DAD0-FBBE2E93795C}"/>
              </a:ext>
            </a:extLst>
          </p:cNvPr>
          <p:cNvSpPr>
            <a:spLocks noGrp="1"/>
          </p:cNvSpPr>
          <p:nvPr>
            <p:ph type="title"/>
          </p:nvPr>
        </p:nvSpPr>
        <p:spPr>
          <a:xfrm>
            <a:off x="7910285" y="741391"/>
            <a:ext cx="3443514" cy="1616203"/>
          </a:xfrm>
        </p:spPr>
        <p:txBody>
          <a:bodyPr anchor="b">
            <a:normAutofit/>
          </a:bodyPr>
          <a:lstStyle/>
          <a:p>
            <a:r>
              <a:rPr lang="es-ES" sz="2200" dirty="0">
                <a:ea typeface="+mj-lt"/>
                <a:cs typeface="+mj-lt"/>
              </a:rPr>
              <a:t>Elementos funcionales de un ordenador. Arquitectura de </a:t>
            </a:r>
            <a:r>
              <a:rPr lang="es-ES" sz="2200" dirty="0" err="1">
                <a:ea typeface="+mj-lt"/>
                <a:cs typeface="+mj-lt"/>
              </a:rPr>
              <a:t>Von</a:t>
            </a:r>
            <a:r>
              <a:rPr lang="es-ES" sz="2200" dirty="0">
                <a:ea typeface="+mj-lt"/>
                <a:cs typeface="+mj-lt"/>
              </a:rPr>
              <a:t> Neumann. Unidad de E/S</a:t>
            </a:r>
            <a:endParaRPr lang="es-ES" sz="2200" dirty="0"/>
          </a:p>
        </p:txBody>
      </p:sp>
      <p:sp>
        <p:nvSpPr>
          <p:cNvPr id="3" name="Marcador de contenido 2">
            <a:extLst>
              <a:ext uri="{FF2B5EF4-FFF2-40B4-BE49-F238E27FC236}">
                <a16:creationId xmlns:a16="http://schemas.microsoft.com/office/drawing/2014/main" id="{4A61C285-2817-49AF-E585-B0921ECAD960}"/>
              </a:ext>
            </a:extLst>
          </p:cNvPr>
          <p:cNvSpPr>
            <a:spLocks noGrp="1"/>
          </p:cNvSpPr>
          <p:nvPr>
            <p:ph idx="1"/>
          </p:nvPr>
        </p:nvSpPr>
        <p:spPr>
          <a:xfrm>
            <a:off x="7910285" y="2533476"/>
            <a:ext cx="3443514" cy="3447832"/>
          </a:xfrm>
        </p:spPr>
        <p:txBody>
          <a:bodyPr vert="horz" lIns="91440" tIns="45720" rIns="91440" bIns="45720" rtlCol="0" anchor="t">
            <a:normAutofit/>
          </a:bodyPr>
          <a:lstStyle/>
          <a:p>
            <a:pPr marL="0" indent="0">
              <a:buNone/>
            </a:pPr>
            <a:r>
              <a:rPr lang="es-ES" sz="2000" dirty="0">
                <a:ea typeface="+mn-lt"/>
                <a:cs typeface="+mn-lt"/>
              </a:rPr>
              <a:t>Encargada de la comunicación </a:t>
            </a:r>
            <a:r>
              <a:rPr lang="es-ES" sz="2000">
                <a:ea typeface="+mn-lt"/>
                <a:cs typeface="+mn-lt"/>
              </a:rPr>
              <a:t>con los periféricos:</a:t>
            </a:r>
            <a:endParaRPr lang="es-ES" sz="2000" dirty="0">
              <a:ea typeface="+mn-lt"/>
              <a:cs typeface="+mn-lt"/>
            </a:endParaRPr>
          </a:p>
          <a:p>
            <a:r>
              <a:rPr lang="es-ES" sz="2000">
                <a:ea typeface="+mn-lt"/>
                <a:cs typeface="+mn-lt"/>
              </a:rPr>
              <a:t>Ratón</a:t>
            </a:r>
          </a:p>
          <a:p>
            <a:r>
              <a:rPr lang="es-ES" sz="2000">
                <a:ea typeface="+mn-lt"/>
                <a:cs typeface="+mn-lt"/>
              </a:rPr>
              <a:t>Teclado</a:t>
            </a:r>
            <a:endParaRPr lang="es-ES" sz="2000" dirty="0">
              <a:ea typeface="+mn-lt"/>
              <a:cs typeface="+mn-lt"/>
            </a:endParaRPr>
          </a:p>
          <a:p>
            <a:r>
              <a:rPr lang="es-ES" sz="2000">
                <a:ea typeface="+mn-lt"/>
                <a:cs typeface="+mn-lt"/>
              </a:rPr>
              <a:t>Monitor</a:t>
            </a:r>
            <a:endParaRPr lang="es-ES" sz="2000" dirty="0">
              <a:ea typeface="+mn-lt"/>
              <a:cs typeface="+mn-lt"/>
            </a:endParaRPr>
          </a:p>
          <a:p>
            <a:r>
              <a:rPr lang="es-ES" sz="2000">
                <a:ea typeface="+mn-lt"/>
                <a:cs typeface="+mn-lt"/>
              </a:rPr>
              <a:t>Impresora</a:t>
            </a:r>
            <a:endParaRPr lang="es-ES" sz="2000" dirty="0">
              <a:ea typeface="+mn-lt"/>
              <a:cs typeface="+mn-lt"/>
            </a:endParaRPr>
          </a:p>
        </p:txBody>
      </p:sp>
      <p:grpSp>
        <p:nvGrpSpPr>
          <p:cNvPr id="35" name="Group 28">
            <a:extLst>
              <a:ext uri="{FF2B5EF4-FFF2-40B4-BE49-F238E27FC236}">
                <a16:creationId xmlns:a16="http://schemas.microsoft.com/office/drawing/2014/main" id="{31C49F18-8757-4E87-5C2E-9D6D7B82BA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30" name="Rectangle 29">
              <a:extLst>
                <a:ext uri="{FF2B5EF4-FFF2-40B4-BE49-F238E27FC236}">
                  <a16:creationId xmlns:a16="http://schemas.microsoft.com/office/drawing/2014/main" id="{25C84D91-E5BF-B919-ACEF-4A25262CE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0">
              <a:extLst>
                <a:ext uri="{FF2B5EF4-FFF2-40B4-BE49-F238E27FC236}">
                  <a16:creationId xmlns:a16="http://schemas.microsoft.com/office/drawing/2014/main" id="{DD889E38-27CA-E23F-B646-8D7B4BB17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Marcador de contenido 3" descr="Imagen que contiene Interfaz de usuario gráfica&#10;&#10;Descripción generada automáticamente">
            <a:extLst>
              <a:ext uri="{FF2B5EF4-FFF2-40B4-BE49-F238E27FC236}">
                <a16:creationId xmlns:a16="http://schemas.microsoft.com/office/drawing/2014/main" id="{C90DDB2C-E67A-33E5-09DA-251E37179DB8}"/>
              </a:ext>
            </a:extLst>
          </p:cNvPr>
          <p:cNvPicPr>
            <a:picLocks noChangeAspect="1"/>
          </p:cNvPicPr>
          <p:nvPr/>
        </p:nvPicPr>
        <p:blipFill rotWithShape="1">
          <a:blip r:embed="rId2"/>
          <a:srcRect l="66241" t="73087" r="14206" b="14286"/>
          <a:stretch/>
        </p:blipFill>
        <p:spPr>
          <a:xfrm>
            <a:off x="673986" y="1926268"/>
            <a:ext cx="5784002" cy="2330180"/>
          </a:xfrm>
          <a:prstGeom prst="rect">
            <a:avLst/>
          </a:prstGeom>
        </p:spPr>
      </p:pic>
    </p:spTree>
    <p:extLst>
      <p:ext uri="{BB962C8B-B14F-4D97-AF65-F5344CB8AC3E}">
        <p14:creationId xmlns:p14="http://schemas.microsoft.com/office/powerpoint/2010/main" val="30483235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DCC2AF-40EF-C27A-2E2B-5A83D1F38EAE}"/>
              </a:ext>
            </a:extLst>
          </p:cNvPr>
          <p:cNvSpPr>
            <a:spLocks noGrp="1"/>
          </p:cNvSpPr>
          <p:nvPr>
            <p:ph type="title"/>
          </p:nvPr>
        </p:nvSpPr>
        <p:spPr/>
        <p:txBody>
          <a:bodyPr>
            <a:normAutofit/>
          </a:bodyPr>
          <a:lstStyle/>
          <a:p>
            <a:r>
              <a:rPr lang="es-ES" dirty="0">
                <a:cs typeface="Calibri Light"/>
              </a:rPr>
              <a:t>Elementos funcionales de un ordenador. La CPU</a:t>
            </a:r>
          </a:p>
        </p:txBody>
      </p:sp>
      <p:sp>
        <p:nvSpPr>
          <p:cNvPr id="3" name="Marcador de contenido 2">
            <a:extLst>
              <a:ext uri="{FF2B5EF4-FFF2-40B4-BE49-F238E27FC236}">
                <a16:creationId xmlns:a16="http://schemas.microsoft.com/office/drawing/2014/main" id="{2C92D854-D14D-1070-7352-926C76F7DA31}"/>
              </a:ext>
            </a:extLst>
          </p:cNvPr>
          <p:cNvSpPr>
            <a:spLocks noGrp="1"/>
          </p:cNvSpPr>
          <p:nvPr>
            <p:ph idx="1"/>
          </p:nvPr>
        </p:nvSpPr>
        <p:spPr/>
        <p:txBody>
          <a:bodyPr vert="horz" lIns="91440" tIns="45720" rIns="91440" bIns="45720" rtlCol="0" anchor="t">
            <a:normAutofit/>
          </a:bodyPr>
          <a:lstStyle/>
          <a:p>
            <a:r>
              <a:rPr lang="es-ES" dirty="0">
                <a:ea typeface="+mn-lt"/>
                <a:cs typeface="+mn-lt"/>
              </a:rPr>
              <a:t>La unidad central de proceso o Central </a:t>
            </a:r>
            <a:r>
              <a:rPr lang="es-ES" dirty="0" err="1">
                <a:ea typeface="+mn-lt"/>
                <a:cs typeface="+mn-lt"/>
              </a:rPr>
              <a:t>Process</a:t>
            </a:r>
            <a:r>
              <a:rPr lang="es-ES" dirty="0">
                <a:ea typeface="+mn-lt"/>
                <a:cs typeface="+mn-lt"/>
              </a:rPr>
              <a:t> </a:t>
            </a:r>
            <a:r>
              <a:rPr lang="es-ES" dirty="0" err="1">
                <a:ea typeface="+mn-lt"/>
                <a:cs typeface="+mn-lt"/>
              </a:rPr>
              <a:t>Unit</a:t>
            </a:r>
            <a:r>
              <a:rPr lang="es-ES" dirty="0">
                <a:ea typeface="+mn-lt"/>
                <a:cs typeface="+mn-lt"/>
              </a:rPr>
              <a:t> (CPU) o procesador es el componente central del ordenador, encargado de procesar la información (ALU) y de dirigir la actividad de todo el sistema informático (UC). Está formada por una unidad de control, que lee, interpreta y ejecuta las instrucciones del programa activo, una unidad aritmético-lógica que ejecuta las operaciones lógicas y aritméticas y una zona de registros o de almacenamiento donde guardar los datos que se están procesando. Son también elementos característicos de la CPU la frecuencia del reloj (que marca el ritmo de ejecución de instrucciones), la longitud de palabra de datos y la tecnología empleada (RISC/CISC).</a:t>
            </a:r>
            <a:endParaRPr lang="es-ES" dirty="0"/>
          </a:p>
        </p:txBody>
      </p:sp>
    </p:spTree>
    <p:extLst>
      <p:ext uri="{BB962C8B-B14F-4D97-AF65-F5344CB8AC3E}">
        <p14:creationId xmlns:p14="http://schemas.microsoft.com/office/powerpoint/2010/main" val="20009453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0DCC2AF-40EF-C27A-2E2B-5A83D1F38EAE}"/>
              </a:ext>
            </a:extLst>
          </p:cNvPr>
          <p:cNvSpPr>
            <a:spLocks noGrp="1"/>
          </p:cNvSpPr>
          <p:nvPr>
            <p:ph type="title"/>
          </p:nvPr>
        </p:nvSpPr>
        <p:spPr>
          <a:xfrm>
            <a:off x="838200" y="459863"/>
            <a:ext cx="10515600" cy="1004594"/>
          </a:xfrm>
        </p:spPr>
        <p:txBody>
          <a:bodyPr>
            <a:normAutofit/>
          </a:bodyPr>
          <a:lstStyle/>
          <a:p>
            <a:pPr algn="ctr"/>
            <a:r>
              <a:rPr lang="es-ES" sz="3100">
                <a:solidFill>
                  <a:srgbClr val="FFFFFF"/>
                </a:solidFill>
                <a:cs typeface="Calibri Light"/>
              </a:rPr>
              <a:t>Elementos funcionales de un ordenador. La CPU. Características</a:t>
            </a:r>
          </a:p>
        </p:txBody>
      </p:sp>
      <p:sp>
        <p:nvSpPr>
          <p:cNvPr id="20" name="Rectangle: Rounded Corners 19">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Marcador de contenido 2">
            <a:extLst>
              <a:ext uri="{FF2B5EF4-FFF2-40B4-BE49-F238E27FC236}">
                <a16:creationId xmlns:a16="http://schemas.microsoft.com/office/drawing/2014/main" id="{4ECF4DE8-5440-D99A-4FAB-5F1D36C0A335}"/>
              </a:ext>
            </a:extLst>
          </p:cNvPr>
          <p:cNvGraphicFramePr>
            <a:graphicFrameLocks noGrp="1"/>
          </p:cNvGraphicFramePr>
          <p:nvPr>
            <p:ph idx="1"/>
            <p:extLst>
              <p:ext uri="{D42A27DB-BD31-4B8C-83A1-F6EECF244321}">
                <p14:modId xmlns:p14="http://schemas.microsoft.com/office/powerpoint/2010/main" val="3002705389"/>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8889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0DCC2AF-40EF-C27A-2E2B-5A83D1F38EAE}"/>
              </a:ext>
            </a:extLst>
          </p:cNvPr>
          <p:cNvSpPr>
            <a:spLocks noGrp="1"/>
          </p:cNvSpPr>
          <p:nvPr>
            <p:ph type="title"/>
          </p:nvPr>
        </p:nvSpPr>
        <p:spPr>
          <a:xfrm>
            <a:off x="838200" y="459863"/>
            <a:ext cx="10515600" cy="1004594"/>
          </a:xfrm>
        </p:spPr>
        <p:txBody>
          <a:bodyPr>
            <a:normAutofit/>
          </a:bodyPr>
          <a:lstStyle/>
          <a:p>
            <a:pPr algn="ctr"/>
            <a:r>
              <a:rPr lang="es-ES" sz="3100" dirty="0">
                <a:solidFill>
                  <a:srgbClr val="FFFFFF"/>
                </a:solidFill>
                <a:cs typeface="Calibri Light"/>
              </a:rPr>
              <a:t>Elementos funcionales de un ordenador. La CPU. Parámetros</a:t>
            </a:r>
          </a:p>
        </p:txBody>
      </p:sp>
      <p:sp>
        <p:nvSpPr>
          <p:cNvPr id="20" name="Rectangle: Rounded Corners 19">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Marcador de contenido 2">
            <a:extLst>
              <a:ext uri="{FF2B5EF4-FFF2-40B4-BE49-F238E27FC236}">
                <a16:creationId xmlns:a16="http://schemas.microsoft.com/office/drawing/2014/main" id="{4ECF4DE8-5440-D99A-4FAB-5F1D36C0A335}"/>
              </a:ext>
            </a:extLst>
          </p:cNvPr>
          <p:cNvGraphicFramePr>
            <a:graphicFrameLocks noGrp="1"/>
          </p:cNvGraphicFramePr>
          <p:nvPr>
            <p:ph idx="1"/>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362860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83A1B8A-466E-5F3F-3979-226AA88BAE11}"/>
              </a:ext>
            </a:extLst>
          </p:cNvPr>
          <p:cNvSpPr>
            <a:spLocks noGrp="1"/>
          </p:cNvSpPr>
          <p:nvPr>
            <p:ph type="title"/>
          </p:nvPr>
        </p:nvSpPr>
        <p:spPr>
          <a:xfrm>
            <a:off x="640080" y="325369"/>
            <a:ext cx="4368602" cy="1956841"/>
          </a:xfrm>
        </p:spPr>
        <p:txBody>
          <a:bodyPr anchor="b">
            <a:normAutofit/>
          </a:bodyPr>
          <a:lstStyle/>
          <a:p>
            <a:r>
              <a:rPr lang="en-US" sz="4200" dirty="0" err="1">
                <a:cs typeface="Calibri Light"/>
              </a:rPr>
              <a:t>Elementos</a:t>
            </a:r>
            <a:r>
              <a:rPr lang="en-US" sz="4200" dirty="0">
                <a:cs typeface="Calibri Light"/>
              </a:rPr>
              <a:t> </a:t>
            </a:r>
            <a:r>
              <a:rPr lang="en-US" sz="4200" dirty="0" err="1">
                <a:cs typeface="Calibri Light"/>
              </a:rPr>
              <a:t>funcionales</a:t>
            </a:r>
            <a:r>
              <a:rPr lang="en-US" sz="4200" dirty="0">
                <a:cs typeface="Calibri Light"/>
              </a:rPr>
              <a:t> de un </a:t>
            </a:r>
            <a:r>
              <a:rPr lang="en-US" sz="4200" dirty="0" err="1">
                <a:cs typeface="Calibri Light"/>
              </a:rPr>
              <a:t>ordenador</a:t>
            </a:r>
            <a:r>
              <a:rPr lang="en-US" sz="4200" dirty="0">
                <a:cs typeface="Calibri Light"/>
              </a:rPr>
              <a:t>. La Memoria.</a:t>
            </a:r>
            <a:endParaRPr lang="es-ES" sz="4200" dirty="0"/>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5001615-885C-1E06-F4F8-CC916175FF73}"/>
              </a:ext>
            </a:extLst>
          </p:cNvPr>
          <p:cNvSpPr>
            <a:spLocks noGrp="1"/>
          </p:cNvSpPr>
          <p:nvPr>
            <p:ph idx="1"/>
          </p:nvPr>
        </p:nvSpPr>
        <p:spPr>
          <a:xfrm>
            <a:off x="640080" y="2872899"/>
            <a:ext cx="4243589" cy="3320668"/>
          </a:xfrm>
        </p:spPr>
        <p:txBody>
          <a:bodyPr vert="horz" lIns="91440" tIns="45720" rIns="91440" bIns="45720" rtlCol="0">
            <a:normAutofit/>
          </a:bodyPr>
          <a:lstStyle/>
          <a:p>
            <a:r>
              <a:rPr lang="es-ES" sz="1500">
                <a:ea typeface="+mn-lt"/>
                <a:cs typeface="+mn-lt"/>
              </a:rPr>
              <a:t>Los registros, integrados en la CPU, están formados por un conjunto de </a:t>
            </a:r>
            <a:r>
              <a:rPr lang="es-ES" sz="1500" b="1">
                <a:ea typeface="+mn-lt"/>
                <a:cs typeface="+mn-lt"/>
              </a:rPr>
              <a:t>biestables</a:t>
            </a:r>
            <a:r>
              <a:rPr lang="es-ES" sz="1500">
                <a:ea typeface="+mn-lt"/>
                <a:cs typeface="+mn-lt"/>
              </a:rPr>
              <a:t> y almacenan bloques de bits que habitualmente se denominan palabras. Son capaces de realizar operaciones a la misma frecuencia que el procesador y su capacidad es muy pequeña.</a:t>
            </a:r>
          </a:p>
          <a:p>
            <a:r>
              <a:rPr lang="es-ES" sz="1500">
                <a:ea typeface="+mn-lt"/>
                <a:cs typeface="+mn-lt"/>
              </a:rPr>
              <a:t>La </a:t>
            </a:r>
            <a:r>
              <a:rPr lang="es-ES" sz="1500" b="1">
                <a:ea typeface="+mn-lt"/>
                <a:cs typeface="+mn-lt"/>
              </a:rPr>
              <a:t>memoria caché</a:t>
            </a:r>
            <a:r>
              <a:rPr lang="es-ES" sz="1500">
                <a:ea typeface="+mn-lt"/>
                <a:cs typeface="+mn-lt"/>
              </a:rPr>
              <a:t> es un tipo de memoria intermedia entre el procesador y la memoria principal. Este tipo de memoria suele estar formada por circuitos integrados </a:t>
            </a:r>
            <a:r>
              <a:rPr lang="es-ES" sz="1500" b="1">
                <a:ea typeface="+mn-lt"/>
                <a:cs typeface="+mn-lt"/>
              </a:rPr>
              <a:t>SRAM o RAM estáticos</a:t>
            </a:r>
            <a:r>
              <a:rPr lang="es-ES" sz="1500">
                <a:ea typeface="+mn-lt"/>
                <a:cs typeface="+mn-lt"/>
              </a:rPr>
              <a:t> que suelen ser más rápidos que los circuitos </a:t>
            </a:r>
            <a:r>
              <a:rPr lang="es-ES" sz="1500" b="1">
                <a:ea typeface="+mn-lt"/>
                <a:cs typeface="+mn-lt"/>
              </a:rPr>
              <a:t>DRAM o RAM dinámicos</a:t>
            </a:r>
            <a:r>
              <a:rPr lang="es-ES" sz="1500">
                <a:ea typeface="+mn-lt"/>
                <a:cs typeface="+mn-lt"/>
              </a:rPr>
              <a:t> empleados en la memoria principal.</a:t>
            </a:r>
            <a:endParaRPr lang="es-ES" sz="1500">
              <a:cs typeface="Calibri"/>
            </a:endParaRPr>
          </a:p>
        </p:txBody>
      </p:sp>
      <p:pic>
        <p:nvPicPr>
          <p:cNvPr id="5" name="Picture 4" descr="Teclas de cajas registradoras antiguas">
            <a:extLst>
              <a:ext uri="{FF2B5EF4-FFF2-40B4-BE49-F238E27FC236}">
                <a16:creationId xmlns:a16="http://schemas.microsoft.com/office/drawing/2014/main" id="{7399AA2D-7EBC-D8B3-9C95-35907FA9E5F2}"/>
              </a:ext>
            </a:extLst>
          </p:cNvPr>
          <p:cNvPicPr>
            <a:picLocks noChangeAspect="1"/>
          </p:cNvPicPr>
          <p:nvPr/>
        </p:nvPicPr>
        <p:blipFill rotWithShape="1">
          <a:blip r:embed="rId2"/>
          <a:srcRect l="15296" r="17995" b="-5"/>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3030866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laca de circuito electrónico">
            <a:extLst>
              <a:ext uri="{FF2B5EF4-FFF2-40B4-BE49-F238E27FC236}">
                <a16:creationId xmlns:a16="http://schemas.microsoft.com/office/drawing/2014/main" id="{2249FE77-87D0-1671-BD4C-EF8ACFEB2EC4}"/>
              </a:ext>
            </a:extLst>
          </p:cNvPr>
          <p:cNvPicPr>
            <a:picLocks noChangeAspect="1"/>
          </p:cNvPicPr>
          <p:nvPr/>
        </p:nvPicPr>
        <p:blipFill rotWithShape="1">
          <a:blip r:embed="rId2"/>
          <a:srcRect l="38797" r="2024" b="-3"/>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E21D1CE-A3A7-3D83-95F6-D7D00C124C84}"/>
              </a:ext>
            </a:extLst>
          </p:cNvPr>
          <p:cNvSpPr>
            <a:spLocks noGrp="1"/>
          </p:cNvSpPr>
          <p:nvPr>
            <p:ph type="title"/>
          </p:nvPr>
        </p:nvSpPr>
        <p:spPr>
          <a:xfrm>
            <a:off x="761801" y="328512"/>
            <a:ext cx="4778387" cy="1628970"/>
          </a:xfrm>
        </p:spPr>
        <p:txBody>
          <a:bodyPr anchor="ctr">
            <a:normAutofit/>
          </a:bodyPr>
          <a:lstStyle/>
          <a:p>
            <a:r>
              <a:rPr lang="es-ES" sz="3700">
                <a:cs typeface="Calibri Light"/>
              </a:rPr>
              <a:t>Elementos funcionales de un ordenador. La Memoria</a:t>
            </a:r>
          </a:p>
        </p:txBody>
      </p:sp>
      <p:sp>
        <p:nvSpPr>
          <p:cNvPr id="3" name="Marcador de contenido 2">
            <a:extLst>
              <a:ext uri="{FF2B5EF4-FFF2-40B4-BE49-F238E27FC236}">
                <a16:creationId xmlns:a16="http://schemas.microsoft.com/office/drawing/2014/main" id="{02E6656D-DE90-4393-EA4A-DA00188C85E6}"/>
              </a:ext>
            </a:extLst>
          </p:cNvPr>
          <p:cNvSpPr>
            <a:spLocks noGrp="1"/>
          </p:cNvSpPr>
          <p:nvPr>
            <p:ph idx="1"/>
          </p:nvPr>
        </p:nvSpPr>
        <p:spPr>
          <a:xfrm>
            <a:off x="761801" y="2884929"/>
            <a:ext cx="4659756" cy="3374137"/>
          </a:xfrm>
        </p:spPr>
        <p:txBody>
          <a:bodyPr vert="horz" lIns="91440" tIns="45720" rIns="91440" bIns="45720" rtlCol="0" anchor="ctr">
            <a:normAutofit/>
          </a:bodyPr>
          <a:lstStyle/>
          <a:p>
            <a:r>
              <a:rPr lang="es-ES" sz="1900">
                <a:ea typeface="+mn-lt"/>
                <a:cs typeface="+mn-lt"/>
              </a:rPr>
              <a:t>La memoria es aquel elemento o unidad encargado de almacenar la información que necesita el ordenador, por tanto, las instrucciones que forman los programas y los datos que se emplean en su ejecución. Se encuentra dividida en celdas o palabras que se identifican mediante una dirección y sobre las que se llevan a cabo operaciones de lectura y/o escritura. El elemento básico de la memoria digital es el biestable, dispositivo electrónico capaz de almacenar un bit.</a:t>
            </a:r>
            <a:endParaRPr lang="es-ES" sz="1900"/>
          </a:p>
        </p:txBody>
      </p:sp>
    </p:spTree>
    <p:extLst>
      <p:ext uri="{BB962C8B-B14F-4D97-AF65-F5344CB8AC3E}">
        <p14:creationId xmlns:p14="http://schemas.microsoft.com/office/powerpoint/2010/main" val="25054090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A4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855B1BA-115B-AF03-C878-EF7F52A3F213}"/>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200" kern="1200">
                <a:solidFill>
                  <a:srgbClr val="FFFFFF"/>
                </a:solidFill>
                <a:latin typeface="+mj-lt"/>
                <a:ea typeface="+mj-ea"/>
                <a:cs typeface="+mj-cs"/>
              </a:rPr>
              <a:t>Elementos funcionales de un ordenador. La Memoria. Jerarquía</a:t>
            </a:r>
          </a:p>
        </p:txBody>
      </p:sp>
      <p:pic>
        <p:nvPicPr>
          <p:cNvPr id="4" name="Marcador de contenido 3" descr="Interfaz de usuario gráfica&#10;&#10;Descripción generada automáticamente">
            <a:extLst>
              <a:ext uri="{FF2B5EF4-FFF2-40B4-BE49-F238E27FC236}">
                <a16:creationId xmlns:a16="http://schemas.microsoft.com/office/drawing/2014/main" id="{6B21B717-6C30-B995-656A-1B78F649C594}"/>
              </a:ext>
            </a:extLst>
          </p:cNvPr>
          <p:cNvPicPr>
            <a:picLocks noGrp="1" noChangeAspect="1"/>
          </p:cNvPicPr>
          <p:nvPr>
            <p:ph idx="1"/>
          </p:nvPr>
        </p:nvPicPr>
        <p:blipFill rotWithShape="1">
          <a:blip r:embed="rId2"/>
          <a:srcRect l="62062" t="36823" r="6804" b="29703"/>
          <a:stretch/>
        </p:blipFill>
        <p:spPr>
          <a:xfrm>
            <a:off x="4038600" y="1012162"/>
            <a:ext cx="7188199" cy="4830286"/>
          </a:xfrm>
          <a:prstGeom prst="rect">
            <a:avLst/>
          </a:prstGeom>
        </p:spPr>
      </p:pic>
    </p:spTree>
    <p:extLst>
      <p:ext uri="{BB962C8B-B14F-4D97-AF65-F5344CB8AC3E}">
        <p14:creationId xmlns:p14="http://schemas.microsoft.com/office/powerpoint/2010/main" val="23760224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Placa de circuito electrónico">
            <a:extLst>
              <a:ext uri="{FF2B5EF4-FFF2-40B4-BE49-F238E27FC236}">
                <a16:creationId xmlns:a16="http://schemas.microsoft.com/office/drawing/2014/main" id="{A0F2F076-DFEB-7230-3A3C-49F7C15206D2}"/>
              </a:ext>
            </a:extLst>
          </p:cNvPr>
          <p:cNvPicPr>
            <a:picLocks noChangeAspect="1"/>
          </p:cNvPicPr>
          <p:nvPr/>
        </p:nvPicPr>
        <p:blipFill rotWithShape="1">
          <a:blip r:embed="rId2"/>
          <a:srcRect l="38797" r="2024" b="-3"/>
          <a:stretch/>
        </p:blipFill>
        <p:spPr>
          <a:xfrm>
            <a:off x="6103027" y="10"/>
            <a:ext cx="6088971" cy="6857990"/>
          </a:xfrm>
          <a:prstGeom prst="rect">
            <a:avLst/>
          </a:prstGeom>
        </p:spPr>
      </p:pic>
      <p:sp useBgFill="1">
        <p:nvSpPr>
          <p:cNvPr id="19" name="Rectangle 18">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83A1B8A-466E-5F3F-3979-226AA88BAE11}"/>
              </a:ext>
            </a:extLst>
          </p:cNvPr>
          <p:cNvSpPr>
            <a:spLocks noGrp="1"/>
          </p:cNvSpPr>
          <p:nvPr>
            <p:ph type="title"/>
          </p:nvPr>
        </p:nvSpPr>
        <p:spPr>
          <a:xfrm>
            <a:off x="761801" y="328512"/>
            <a:ext cx="4778387" cy="1628970"/>
          </a:xfrm>
        </p:spPr>
        <p:txBody>
          <a:bodyPr anchor="ctr">
            <a:normAutofit/>
          </a:bodyPr>
          <a:lstStyle/>
          <a:p>
            <a:r>
              <a:rPr lang="en-US" sz="2400" err="1">
                <a:cs typeface="Calibri Light"/>
              </a:rPr>
              <a:t>Elementos</a:t>
            </a:r>
            <a:r>
              <a:rPr lang="en-US" sz="2400" dirty="0">
                <a:cs typeface="Calibri Light"/>
              </a:rPr>
              <a:t> </a:t>
            </a:r>
            <a:r>
              <a:rPr lang="en-US" sz="2400" err="1">
                <a:cs typeface="Calibri Light"/>
              </a:rPr>
              <a:t>funcionales</a:t>
            </a:r>
            <a:r>
              <a:rPr lang="en-US" sz="2400" dirty="0">
                <a:cs typeface="Calibri Light"/>
              </a:rPr>
              <a:t> de un </a:t>
            </a:r>
            <a:r>
              <a:rPr lang="en-US" sz="2400" err="1">
                <a:cs typeface="Calibri Light"/>
              </a:rPr>
              <a:t>ordenador</a:t>
            </a:r>
            <a:r>
              <a:rPr lang="en-US" sz="2400" dirty="0">
                <a:cs typeface="Calibri Light"/>
              </a:rPr>
              <a:t>. </a:t>
            </a:r>
            <a:r>
              <a:rPr lang="en-US" sz="2400" err="1">
                <a:cs typeface="Calibri Light"/>
              </a:rPr>
              <a:t>Registros</a:t>
            </a:r>
            <a:r>
              <a:rPr lang="en-US" sz="2400" dirty="0">
                <a:cs typeface="Calibri Light"/>
              </a:rPr>
              <a:t> del </a:t>
            </a:r>
            <a:r>
              <a:rPr lang="en-US" sz="2400" err="1">
                <a:cs typeface="Calibri Light"/>
              </a:rPr>
              <a:t>Procesador</a:t>
            </a:r>
            <a:endParaRPr lang="es-ES" sz="2400">
              <a:ea typeface="Calibri Light"/>
              <a:cs typeface="Calibri Light"/>
            </a:endParaRPr>
          </a:p>
        </p:txBody>
      </p:sp>
      <p:sp>
        <p:nvSpPr>
          <p:cNvPr id="3" name="Marcador de contenido 2">
            <a:extLst>
              <a:ext uri="{FF2B5EF4-FFF2-40B4-BE49-F238E27FC236}">
                <a16:creationId xmlns:a16="http://schemas.microsoft.com/office/drawing/2014/main" id="{45001615-885C-1E06-F4F8-CC916175FF73}"/>
              </a:ext>
            </a:extLst>
          </p:cNvPr>
          <p:cNvSpPr>
            <a:spLocks noGrp="1"/>
          </p:cNvSpPr>
          <p:nvPr>
            <p:ph idx="1"/>
          </p:nvPr>
        </p:nvSpPr>
        <p:spPr>
          <a:xfrm>
            <a:off x="761801" y="2884929"/>
            <a:ext cx="4659756" cy="3374137"/>
          </a:xfrm>
        </p:spPr>
        <p:txBody>
          <a:bodyPr vert="horz" lIns="91440" tIns="45720" rIns="91440" bIns="45720" rtlCol="0" anchor="ctr">
            <a:normAutofit/>
          </a:bodyPr>
          <a:lstStyle/>
          <a:p>
            <a:r>
              <a:rPr lang="es-ES" sz="2400" dirty="0">
                <a:ea typeface="+mn-lt"/>
                <a:cs typeface="+mn-lt"/>
              </a:rPr>
              <a:t>Los registros, integrados en la CPU, están formados por un conjunto de biestables y almacenan bloques de bits que habitualmente se denominan palabras. Son capaces de realiza operaciones a la misma frecuencia que el procesador y su capacidad es muy pequeña.</a:t>
            </a:r>
            <a:endParaRPr lang="es-ES" sz="2400" dirty="0">
              <a:ea typeface="Calibri" panose="020F0502020204030204"/>
              <a:cs typeface="Calibri" panose="020F0502020204030204"/>
            </a:endParaRPr>
          </a:p>
        </p:txBody>
      </p:sp>
    </p:spTree>
    <p:extLst>
      <p:ext uri="{BB962C8B-B14F-4D97-AF65-F5344CB8AC3E}">
        <p14:creationId xmlns:p14="http://schemas.microsoft.com/office/powerpoint/2010/main" val="10585174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83A1B8A-466E-5F3F-3979-226AA88BAE11}"/>
              </a:ext>
            </a:extLst>
          </p:cNvPr>
          <p:cNvSpPr>
            <a:spLocks noGrp="1"/>
          </p:cNvSpPr>
          <p:nvPr>
            <p:ph type="title"/>
          </p:nvPr>
        </p:nvSpPr>
        <p:spPr>
          <a:xfrm>
            <a:off x="5297762" y="329184"/>
            <a:ext cx="6251110" cy="1783080"/>
          </a:xfrm>
        </p:spPr>
        <p:txBody>
          <a:bodyPr anchor="b">
            <a:normAutofit/>
          </a:bodyPr>
          <a:lstStyle/>
          <a:p>
            <a:r>
              <a:rPr lang="en-US" sz="2200">
                <a:cs typeface="Calibri Light"/>
              </a:rPr>
              <a:t>Elementos funcionales de un ordenador. La Memoria Interna. Caché</a:t>
            </a:r>
            <a:endParaRPr lang="es-ES" sz="2200">
              <a:ea typeface="Calibri Light"/>
              <a:cs typeface="Calibri Light"/>
            </a:endParaRPr>
          </a:p>
        </p:txBody>
      </p:sp>
      <p:pic>
        <p:nvPicPr>
          <p:cNvPr id="23" name="Picture 22" descr="CPU con números binarios y placa base">
            <a:extLst>
              <a:ext uri="{FF2B5EF4-FFF2-40B4-BE49-F238E27FC236}">
                <a16:creationId xmlns:a16="http://schemas.microsoft.com/office/drawing/2014/main" id="{FEDAAE8A-E44C-F63E-5553-D3A8608B9CE8}"/>
              </a:ext>
            </a:extLst>
          </p:cNvPr>
          <p:cNvPicPr>
            <a:picLocks noChangeAspect="1"/>
          </p:cNvPicPr>
          <p:nvPr/>
        </p:nvPicPr>
        <p:blipFill rotWithShape="1">
          <a:blip r:embed="rId2"/>
          <a:srcRect l="33863" r="27937" b="-2"/>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9"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5001615-885C-1E06-F4F8-CC916175FF73}"/>
              </a:ext>
            </a:extLst>
          </p:cNvPr>
          <p:cNvSpPr>
            <a:spLocks noGrp="1"/>
          </p:cNvSpPr>
          <p:nvPr>
            <p:ph idx="1"/>
          </p:nvPr>
        </p:nvSpPr>
        <p:spPr>
          <a:xfrm>
            <a:off x="5297762" y="2706624"/>
            <a:ext cx="6251110" cy="3483864"/>
          </a:xfrm>
        </p:spPr>
        <p:txBody>
          <a:bodyPr vert="horz" lIns="91440" tIns="45720" rIns="91440" bIns="45720" rtlCol="0">
            <a:normAutofit/>
          </a:bodyPr>
          <a:lstStyle/>
          <a:p>
            <a:r>
              <a:rPr lang="es-ES" sz="2200">
                <a:ea typeface="+mn-lt"/>
                <a:cs typeface="+mn-lt"/>
              </a:rPr>
              <a:t>La memoria caché es un tipo de memoria intermedia entre el procesador y la memoria principal. Este tipo de memoria suele estar formada por circuitos integrados SRAM o RAM estáticos que suelen ser más rápidos que los circuitos DRAM o RAM dinámicos empleados en la memoria principal..</a:t>
            </a:r>
            <a:endParaRPr lang="es-ES" sz="2200">
              <a:ea typeface="Calibri"/>
              <a:cs typeface="Calibri"/>
            </a:endParaRPr>
          </a:p>
        </p:txBody>
      </p:sp>
    </p:spTree>
    <p:extLst>
      <p:ext uri="{BB962C8B-B14F-4D97-AF65-F5344CB8AC3E}">
        <p14:creationId xmlns:p14="http://schemas.microsoft.com/office/powerpoint/2010/main" val="36445434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83A1B8A-466E-5F3F-3979-226AA88BAE11}"/>
              </a:ext>
            </a:extLst>
          </p:cNvPr>
          <p:cNvSpPr>
            <a:spLocks noGrp="1"/>
          </p:cNvSpPr>
          <p:nvPr>
            <p:ph type="title"/>
          </p:nvPr>
        </p:nvSpPr>
        <p:spPr>
          <a:xfrm>
            <a:off x="4572001" y="601744"/>
            <a:ext cx="6781800" cy="1338696"/>
          </a:xfrm>
        </p:spPr>
        <p:txBody>
          <a:bodyPr>
            <a:normAutofit/>
          </a:bodyPr>
          <a:lstStyle/>
          <a:p>
            <a:r>
              <a:rPr lang="en-US" sz="2400" err="1">
                <a:cs typeface="Calibri Light"/>
              </a:rPr>
              <a:t>Elementos</a:t>
            </a:r>
            <a:r>
              <a:rPr lang="en-US" sz="2400">
                <a:cs typeface="Calibri Light"/>
              </a:rPr>
              <a:t> </a:t>
            </a:r>
            <a:r>
              <a:rPr lang="en-US" sz="2400" err="1">
                <a:cs typeface="Calibri Light"/>
              </a:rPr>
              <a:t>funcionales</a:t>
            </a:r>
            <a:r>
              <a:rPr lang="en-US" sz="2400">
                <a:cs typeface="Calibri Light"/>
              </a:rPr>
              <a:t> de un </a:t>
            </a:r>
            <a:r>
              <a:rPr lang="en-US" sz="2400" err="1">
                <a:cs typeface="Calibri Light"/>
              </a:rPr>
              <a:t>ordenador</a:t>
            </a:r>
            <a:r>
              <a:rPr lang="en-US" sz="2400">
                <a:cs typeface="Calibri Light"/>
              </a:rPr>
              <a:t>. La Memoria Interna. </a:t>
            </a:r>
            <a:r>
              <a:rPr lang="en-US" sz="2400" err="1">
                <a:cs typeface="Calibri Light"/>
              </a:rPr>
              <a:t>Caché</a:t>
            </a:r>
            <a:endParaRPr lang="es-ES" sz="2400" err="1"/>
          </a:p>
        </p:txBody>
      </p:sp>
      <p:pic>
        <p:nvPicPr>
          <p:cNvPr id="23" name="Picture 22" descr="Placa de circuito electrónico">
            <a:extLst>
              <a:ext uri="{FF2B5EF4-FFF2-40B4-BE49-F238E27FC236}">
                <a16:creationId xmlns:a16="http://schemas.microsoft.com/office/drawing/2014/main" id="{E57C3F0E-6D41-D628-92D6-935E72046DEA}"/>
              </a:ext>
            </a:extLst>
          </p:cNvPr>
          <p:cNvPicPr>
            <a:picLocks noChangeAspect="1"/>
          </p:cNvPicPr>
          <p:nvPr/>
        </p:nvPicPr>
        <p:blipFill rotWithShape="1">
          <a:blip r:embed="rId2"/>
          <a:srcRect l="50140" r="13367" b="-3"/>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Marcador de contenido 2">
            <a:extLst>
              <a:ext uri="{FF2B5EF4-FFF2-40B4-BE49-F238E27FC236}">
                <a16:creationId xmlns:a16="http://schemas.microsoft.com/office/drawing/2014/main" id="{45001615-885C-1E06-F4F8-CC916175FF73}"/>
              </a:ext>
            </a:extLst>
          </p:cNvPr>
          <p:cNvSpPr>
            <a:spLocks noGrp="1"/>
          </p:cNvSpPr>
          <p:nvPr>
            <p:ph idx="1"/>
          </p:nvPr>
        </p:nvSpPr>
        <p:spPr>
          <a:xfrm>
            <a:off x="4572001" y="2201958"/>
            <a:ext cx="6781800" cy="3900730"/>
          </a:xfrm>
        </p:spPr>
        <p:txBody>
          <a:bodyPr vert="horz" lIns="91440" tIns="45720" rIns="91440" bIns="45720" rtlCol="0" anchor="t">
            <a:normAutofit/>
          </a:bodyPr>
          <a:lstStyle/>
          <a:p>
            <a:pPr marL="0" indent="0">
              <a:buNone/>
            </a:pPr>
            <a:endParaRPr lang="es-ES" sz="1700">
              <a:ea typeface="+mn-lt"/>
              <a:cs typeface="+mn-lt"/>
            </a:endParaRPr>
          </a:p>
          <a:p>
            <a:pPr lvl="1"/>
            <a:r>
              <a:rPr lang="es-ES" sz="1700">
                <a:ea typeface="+mn-lt"/>
                <a:cs typeface="+mn-lt"/>
              </a:rPr>
              <a:t>Caché de Primer nivel o L1: Integrada en el núcleo del procesador, trabajando a la misma velocidad que éste. Su tamaño varía de un procesador a otro y suele estar dividida en dos partes dedicadas, una para instrucciones y otra para datos (sistema). </a:t>
            </a:r>
            <a:endParaRPr lang="es-ES" sz="1700">
              <a:ea typeface="Calibri"/>
              <a:cs typeface="Calibri"/>
            </a:endParaRPr>
          </a:p>
          <a:p>
            <a:pPr lvl="1"/>
            <a:r>
              <a:rPr lang="es-ES" sz="1700">
                <a:ea typeface="+mn-lt"/>
                <a:cs typeface="+mn-lt"/>
              </a:rPr>
              <a:t>Caché de Segundo nivel o L2: Integrada también en el procesador, aunque no directamente en el núcleo, tiene las mismas ventajas que la caché L1, aunque es algo más lenta que ésta. La caché L2 suele ser mayor que la caché L1. A diferencia de la caché L1, ésta no está dividida, y su utilización está más encaminada a programas que al sistema. </a:t>
            </a:r>
          </a:p>
          <a:p>
            <a:pPr lvl="1"/>
            <a:r>
              <a:rPr lang="es-ES" sz="1700">
                <a:ea typeface="+mn-lt"/>
                <a:cs typeface="+mn-lt"/>
              </a:rPr>
              <a:t>Caché de Tercer nivel o L3: Es un tipo de memoria caché más lenta que la L2, muy poco utilizada en la actualidad, incorporada a la placa base.</a:t>
            </a:r>
          </a:p>
        </p:txBody>
      </p:sp>
    </p:spTree>
    <p:extLst>
      <p:ext uri="{BB962C8B-B14F-4D97-AF65-F5344CB8AC3E}">
        <p14:creationId xmlns:p14="http://schemas.microsoft.com/office/powerpoint/2010/main" val="33887339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B2B2BB0C-0A76-A7D8-31A2-C6E478B916DA}"/>
              </a:ext>
            </a:extLst>
          </p:cNvPr>
          <p:cNvSpPr>
            <a:spLocks noGrp="1"/>
          </p:cNvSpPr>
          <p:nvPr>
            <p:ph type="title"/>
          </p:nvPr>
        </p:nvSpPr>
        <p:spPr>
          <a:xfrm>
            <a:off x="838200" y="365125"/>
            <a:ext cx="10515600" cy="1325563"/>
          </a:xfrm>
        </p:spPr>
        <p:txBody>
          <a:bodyPr>
            <a:normAutofit/>
          </a:bodyPr>
          <a:lstStyle/>
          <a:p>
            <a:pPr algn="ctr"/>
            <a:r>
              <a:rPr lang="es-ES" sz="3700" dirty="0">
                <a:cs typeface="Calibri Light"/>
              </a:rPr>
              <a:t>Elementos funcionales de un ordenador. La Memoria Principal</a:t>
            </a:r>
            <a:endParaRPr lang="es-ES" sz="3700" dirty="0"/>
          </a:p>
        </p:txBody>
      </p:sp>
      <p:graphicFrame>
        <p:nvGraphicFramePr>
          <p:cNvPr id="5" name="Marcador de contenido 2">
            <a:extLst>
              <a:ext uri="{FF2B5EF4-FFF2-40B4-BE49-F238E27FC236}">
                <a16:creationId xmlns:a16="http://schemas.microsoft.com/office/drawing/2014/main" id="{F99E1491-2BE3-9E4D-3B22-07C74A52FDF2}"/>
              </a:ext>
            </a:extLst>
          </p:cNvPr>
          <p:cNvGraphicFramePr>
            <a:graphicFrameLocks noGrp="1"/>
          </p:cNvGraphicFramePr>
          <p:nvPr>
            <p:ph idx="1"/>
            <p:extLst>
              <p:ext uri="{D42A27DB-BD31-4B8C-83A1-F6EECF244321}">
                <p14:modId xmlns:p14="http://schemas.microsoft.com/office/powerpoint/2010/main" val="234912249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86286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B2B2BB0C-0A76-A7D8-31A2-C6E478B916DA}"/>
              </a:ext>
            </a:extLst>
          </p:cNvPr>
          <p:cNvSpPr>
            <a:spLocks noGrp="1"/>
          </p:cNvSpPr>
          <p:nvPr>
            <p:ph type="title"/>
          </p:nvPr>
        </p:nvSpPr>
        <p:spPr>
          <a:xfrm>
            <a:off x="838200" y="365125"/>
            <a:ext cx="10515600" cy="1325563"/>
          </a:xfrm>
        </p:spPr>
        <p:txBody>
          <a:bodyPr>
            <a:normAutofit/>
          </a:bodyPr>
          <a:lstStyle/>
          <a:p>
            <a:pPr algn="ctr"/>
            <a:r>
              <a:rPr lang="es-ES" sz="3700" dirty="0">
                <a:cs typeface="Calibri Light"/>
              </a:rPr>
              <a:t>Elementos funcionales de un ordenador. La Memoria Secundaria</a:t>
            </a:r>
            <a:endParaRPr lang="es-ES" sz="3700" dirty="0">
              <a:ea typeface="Calibri Light"/>
              <a:cs typeface="Calibri Light"/>
            </a:endParaRPr>
          </a:p>
        </p:txBody>
      </p:sp>
      <p:sp>
        <p:nvSpPr>
          <p:cNvPr id="14" name="Marcador de contenido 13">
            <a:extLst>
              <a:ext uri="{FF2B5EF4-FFF2-40B4-BE49-F238E27FC236}">
                <a16:creationId xmlns:a16="http://schemas.microsoft.com/office/drawing/2014/main" id="{3CA804F6-11D8-8AA6-C0C4-8C5ED564067E}"/>
              </a:ext>
            </a:extLst>
          </p:cNvPr>
          <p:cNvSpPr>
            <a:spLocks noGrp="1"/>
          </p:cNvSpPr>
          <p:nvPr>
            <p:ph idx="1"/>
          </p:nvPr>
        </p:nvSpPr>
        <p:spPr/>
        <p:txBody>
          <a:bodyPr vert="horz" lIns="91440" tIns="45720" rIns="91440" bIns="45720" rtlCol="0" anchor="t">
            <a:normAutofit fontScale="70000" lnSpcReduction="20000"/>
          </a:bodyPr>
          <a:lstStyle/>
          <a:p>
            <a:pPr lvl="3"/>
            <a:r>
              <a:rPr lang="es-ES" dirty="0">
                <a:ea typeface="+mn-lt"/>
                <a:cs typeface="+mn-lt"/>
              </a:rPr>
              <a:t>Según la </a:t>
            </a:r>
            <a:r>
              <a:rPr lang="es-ES" b="1" dirty="0">
                <a:latin typeface="Arial"/>
                <a:cs typeface="Arial"/>
              </a:rPr>
              <a:t>tecnología empleada</a:t>
            </a:r>
            <a:r>
              <a:rPr lang="es-ES" dirty="0">
                <a:ea typeface="+mn-lt"/>
                <a:cs typeface="+mn-lt"/>
              </a:rPr>
              <a:t>:</a:t>
            </a:r>
            <a:endParaRPr lang="es-ES" dirty="0">
              <a:ea typeface="Calibri" panose="020F0502020204030204"/>
              <a:cs typeface="Calibri" panose="020F0502020204030204"/>
            </a:endParaRPr>
          </a:p>
          <a:p>
            <a:pPr lvl="4"/>
            <a:r>
              <a:rPr lang="es-ES" b="1" dirty="0">
                <a:latin typeface="Arial"/>
                <a:cs typeface="Arial"/>
              </a:rPr>
              <a:t>Tecnología magnética</a:t>
            </a:r>
            <a:r>
              <a:rPr lang="es-ES" dirty="0">
                <a:ea typeface="+mn-lt"/>
                <a:cs typeface="+mn-lt"/>
              </a:rPr>
              <a:t>. Emplean sustrato de plástico o aluminio cubierto de material magnetizable (óxido férrico o de cromo). La información se graba en celdas que forman líneas o pistas. Cada celda puede estar sin magnetizar o magnetizada con dos posibles valores: norte (0) y sur (1),</a:t>
            </a:r>
            <a:endParaRPr lang="en-US" dirty="0"/>
          </a:p>
          <a:p>
            <a:pPr lvl="4"/>
            <a:r>
              <a:rPr lang="es-ES" b="1" dirty="0">
                <a:latin typeface="Arial"/>
                <a:cs typeface="Arial"/>
              </a:rPr>
              <a:t>Tecnología óptica</a:t>
            </a:r>
            <a:r>
              <a:rPr lang="es-ES" dirty="0">
                <a:ea typeface="+mn-lt"/>
                <a:cs typeface="+mn-lt"/>
              </a:rPr>
              <a:t>. Usan energía lumínica (como el rayo láser) para almacenar o leer información. Los ceros o unos se representan por la presencia o ausencia de señal luminosa.</a:t>
            </a:r>
            <a:endParaRPr lang="es-ES" dirty="0"/>
          </a:p>
          <a:p>
            <a:pPr lvl="4"/>
            <a:r>
              <a:rPr lang="es-ES" b="1" dirty="0">
                <a:latin typeface="Arial"/>
                <a:cs typeface="Arial"/>
              </a:rPr>
              <a:t>Tecnología magneto-óptica</a:t>
            </a:r>
            <a:r>
              <a:rPr lang="es-ES" dirty="0">
                <a:ea typeface="+mn-lt"/>
                <a:cs typeface="+mn-lt"/>
              </a:rPr>
              <a:t>. Los soportes originarios poseen una magnetización previa (norte o sur) y mediante láser es posible cambiar la magnetización de las celdas.</a:t>
            </a:r>
            <a:endParaRPr lang="es-ES" dirty="0"/>
          </a:p>
          <a:p>
            <a:pPr lvl="4"/>
            <a:r>
              <a:rPr lang="es-ES" b="1" dirty="0">
                <a:latin typeface="Arial"/>
                <a:cs typeface="Arial"/>
              </a:rPr>
              <a:t>Tecnología flash-USB</a:t>
            </a:r>
            <a:r>
              <a:rPr lang="es-ES" dirty="0">
                <a:ea typeface="+mn-lt"/>
                <a:cs typeface="+mn-lt"/>
              </a:rPr>
              <a:t>. Usan memorias semiconductoras de tipo flash </a:t>
            </a:r>
            <a:r>
              <a:rPr lang="es-ES" err="1">
                <a:ea typeface="+mn-lt"/>
                <a:cs typeface="+mn-lt"/>
              </a:rPr>
              <a:t>nand</a:t>
            </a:r>
            <a:r>
              <a:rPr lang="es-ES" dirty="0">
                <a:ea typeface="+mn-lt"/>
                <a:cs typeface="+mn-lt"/>
              </a:rPr>
              <a:t>, con la característica de que no necesitan refresco al usar tecnología de puerta flotante.</a:t>
            </a:r>
            <a:endParaRPr lang="es-ES" dirty="0"/>
          </a:p>
          <a:p>
            <a:pPr lvl="3"/>
            <a:r>
              <a:rPr lang="es-ES" dirty="0">
                <a:ea typeface="+mn-lt"/>
                <a:cs typeface="+mn-lt"/>
              </a:rPr>
              <a:t>Según el </a:t>
            </a:r>
            <a:r>
              <a:rPr lang="es-ES" b="1" dirty="0">
                <a:latin typeface="Arial"/>
                <a:cs typeface="Arial"/>
              </a:rPr>
              <a:t>tipo de operaciones </a:t>
            </a:r>
            <a:r>
              <a:rPr lang="es-ES" dirty="0">
                <a:ea typeface="+mn-lt"/>
                <a:cs typeface="+mn-lt"/>
              </a:rPr>
              <a:t>que se pueda realizar sobre los mismos:</a:t>
            </a:r>
            <a:endParaRPr lang="es-ES" dirty="0"/>
          </a:p>
          <a:p>
            <a:pPr lvl="4"/>
            <a:r>
              <a:rPr lang="es-ES" b="1" dirty="0">
                <a:latin typeface="Arial"/>
                <a:cs typeface="Arial"/>
              </a:rPr>
              <a:t>Reutilizables </a:t>
            </a:r>
            <a:r>
              <a:rPr lang="es-ES" dirty="0">
                <a:ea typeface="+mn-lt"/>
                <a:cs typeface="+mn-lt"/>
              </a:rPr>
              <a:t>(cinta magnética, disco CD-RW, etc.).</a:t>
            </a:r>
            <a:endParaRPr lang="es-ES" dirty="0"/>
          </a:p>
          <a:p>
            <a:pPr lvl="4"/>
            <a:r>
              <a:rPr lang="es-ES" b="1" dirty="0">
                <a:latin typeface="Arial"/>
                <a:cs typeface="Arial"/>
              </a:rPr>
              <a:t>No reutilizables </a:t>
            </a:r>
            <a:r>
              <a:rPr lang="es-ES" dirty="0">
                <a:ea typeface="+mn-lt"/>
                <a:cs typeface="+mn-lt"/>
              </a:rPr>
              <a:t>(disco CD-ROM, etc.).</a:t>
            </a:r>
            <a:endParaRPr lang="es-ES" dirty="0"/>
          </a:p>
          <a:p>
            <a:pPr lvl="3"/>
            <a:r>
              <a:rPr lang="es-ES" dirty="0">
                <a:ea typeface="+mn-lt"/>
                <a:cs typeface="+mn-lt"/>
              </a:rPr>
              <a:t>Según la </a:t>
            </a:r>
            <a:r>
              <a:rPr lang="es-ES" b="1" dirty="0">
                <a:latin typeface="Arial"/>
                <a:cs typeface="Arial"/>
              </a:rPr>
              <a:t>forma de acceder </a:t>
            </a:r>
            <a:r>
              <a:rPr lang="es-ES" dirty="0">
                <a:ea typeface="+mn-lt"/>
                <a:cs typeface="+mn-lt"/>
              </a:rPr>
              <a:t>a la información:</a:t>
            </a:r>
            <a:endParaRPr lang="es-ES" dirty="0"/>
          </a:p>
          <a:p>
            <a:pPr lvl="4"/>
            <a:r>
              <a:rPr lang="es-ES" b="1" dirty="0">
                <a:latin typeface="Arial"/>
                <a:cs typeface="Arial"/>
              </a:rPr>
              <a:t>Secuencial </a:t>
            </a:r>
            <a:r>
              <a:rPr lang="es-ES" dirty="0">
                <a:ea typeface="+mn-lt"/>
                <a:cs typeface="+mn-lt"/>
              </a:rPr>
              <a:t>(cinta magnética).</a:t>
            </a:r>
            <a:endParaRPr lang="es-ES" dirty="0"/>
          </a:p>
          <a:p>
            <a:pPr lvl="4"/>
            <a:r>
              <a:rPr lang="es-ES" b="1" dirty="0">
                <a:latin typeface="Arial"/>
                <a:cs typeface="Arial"/>
              </a:rPr>
              <a:t>Directo </a:t>
            </a:r>
            <a:r>
              <a:rPr lang="es-ES" dirty="0">
                <a:ea typeface="+mn-lt"/>
                <a:cs typeface="+mn-lt"/>
              </a:rPr>
              <a:t>(CD-ROM, disco duro).</a:t>
            </a:r>
            <a:endParaRPr lang="es-ES" dirty="0"/>
          </a:p>
          <a:p>
            <a:pPr lvl="3"/>
            <a:r>
              <a:rPr lang="es-ES" dirty="0">
                <a:ea typeface="+mn-lt"/>
                <a:cs typeface="+mn-lt"/>
              </a:rPr>
              <a:t>Según la </a:t>
            </a:r>
            <a:r>
              <a:rPr lang="es-ES" b="1" dirty="0">
                <a:latin typeface="Arial"/>
                <a:cs typeface="Arial"/>
              </a:rPr>
              <a:t>ubicación física de dicha unidad</a:t>
            </a:r>
            <a:r>
              <a:rPr lang="es-ES" dirty="0">
                <a:ea typeface="+mn-lt"/>
                <a:cs typeface="+mn-lt"/>
              </a:rPr>
              <a:t>:</a:t>
            </a:r>
            <a:endParaRPr lang="es-ES" dirty="0"/>
          </a:p>
          <a:p>
            <a:pPr lvl="4"/>
            <a:r>
              <a:rPr lang="es-ES" b="1" dirty="0">
                <a:latin typeface="Arial"/>
                <a:cs typeface="Arial"/>
              </a:rPr>
              <a:t>Interna </a:t>
            </a:r>
            <a:r>
              <a:rPr lang="es-ES" dirty="0">
                <a:ea typeface="+mn-lt"/>
                <a:cs typeface="+mn-lt"/>
              </a:rPr>
              <a:t>(disco duro, unidad flexible).</a:t>
            </a:r>
            <a:endParaRPr lang="es-ES" dirty="0"/>
          </a:p>
          <a:p>
            <a:pPr lvl="4"/>
            <a:r>
              <a:rPr lang="es-ES" b="1" dirty="0">
                <a:latin typeface="Arial"/>
                <a:cs typeface="Arial"/>
              </a:rPr>
              <a:t>Externa </a:t>
            </a:r>
            <a:r>
              <a:rPr lang="es-ES" dirty="0">
                <a:ea typeface="+mn-lt"/>
                <a:cs typeface="+mn-lt"/>
              </a:rPr>
              <a:t>(memoria USB, discos duros externos).</a:t>
            </a:r>
            <a:endParaRPr lang="es-ES" dirty="0"/>
          </a:p>
          <a:p>
            <a:pPr lvl="3"/>
            <a:r>
              <a:rPr lang="es-ES" dirty="0">
                <a:ea typeface="+mn-lt"/>
                <a:cs typeface="+mn-lt"/>
              </a:rPr>
              <a:t>Según la relación existente entre el soporte de almacenamiento y el elemento que lleva a cabo la lectura-escritura:</a:t>
            </a:r>
            <a:endParaRPr lang="es-ES" dirty="0"/>
          </a:p>
          <a:p>
            <a:pPr lvl="4"/>
            <a:r>
              <a:rPr lang="es-ES" b="1" dirty="0">
                <a:latin typeface="Arial"/>
                <a:cs typeface="Arial"/>
              </a:rPr>
              <a:t>Removibles </a:t>
            </a:r>
            <a:r>
              <a:rPr lang="es-ES" dirty="0">
                <a:ea typeface="+mn-lt"/>
                <a:cs typeface="+mn-lt"/>
              </a:rPr>
              <a:t>(discos flexibles).</a:t>
            </a:r>
            <a:endParaRPr lang="es-ES" dirty="0"/>
          </a:p>
          <a:p>
            <a:pPr lvl="4"/>
            <a:r>
              <a:rPr lang="es-ES" b="1" dirty="0">
                <a:latin typeface="Arial"/>
                <a:cs typeface="Arial"/>
              </a:rPr>
              <a:t>No removibles </a:t>
            </a:r>
            <a:r>
              <a:rPr lang="es-ES" dirty="0">
                <a:ea typeface="+mn-lt"/>
                <a:cs typeface="+mn-lt"/>
              </a:rPr>
              <a:t>(discos duros).</a:t>
            </a:r>
            <a:endParaRPr lang="es-ES" dirty="0"/>
          </a:p>
          <a:p>
            <a:endParaRPr lang="es-ES" dirty="0">
              <a:ea typeface="Calibri"/>
              <a:cs typeface="Calibri"/>
            </a:endParaRPr>
          </a:p>
        </p:txBody>
      </p:sp>
    </p:spTree>
    <p:extLst>
      <p:ext uri="{BB962C8B-B14F-4D97-AF65-F5344CB8AC3E}">
        <p14:creationId xmlns:p14="http://schemas.microsoft.com/office/powerpoint/2010/main" val="3739033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A5D771C-5FA8-F814-54FB-E59A383E42D4}"/>
              </a:ext>
            </a:extLst>
          </p:cNvPr>
          <p:cNvSpPr>
            <a:spLocks noGrp="1"/>
          </p:cNvSpPr>
          <p:nvPr>
            <p:ph type="title"/>
          </p:nvPr>
        </p:nvSpPr>
        <p:spPr>
          <a:xfrm>
            <a:off x="793662" y="386930"/>
            <a:ext cx="10066122" cy="1298448"/>
          </a:xfrm>
        </p:spPr>
        <p:txBody>
          <a:bodyPr anchor="b">
            <a:normAutofit/>
          </a:bodyPr>
          <a:lstStyle/>
          <a:p>
            <a:r>
              <a:rPr lang="es-ES" sz="4800">
                <a:ea typeface="Calibri Light"/>
                <a:cs typeface="Calibri Light"/>
              </a:rPr>
              <a:t>Buses</a:t>
            </a:r>
            <a:endParaRPr lang="es-ES" sz="480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2357B82-2781-449C-38BD-5970E5E6787F}"/>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s-ES" sz="1700">
                <a:ea typeface="+mn-lt"/>
                <a:cs typeface="+mn-lt"/>
              </a:rPr>
              <a:t>Bus de datos (bidireccional). Transporta datos procedentes o con destino a la memoria principal y las unidades de entrada-salida desde la CPU. Cabe destacar que la velocidad de este bus en su conexión con la memoria RAM es un factor determinante en el rendimiento del sistema.</a:t>
            </a:r>
            <a:endParaRPr lang="es-ES" sz="1700">
              <a:ea typeface="Calibri" panose="020F0502020204030204"/>
              <a:cs typeface="Calibri" panose="020F0502020204030204"/>
            </a:endParaRPr>
          </a:p>
          <a:p>
            <a:r>
              <a:rPr lang="es-ES" sz="1700">
                <a:ea typeface="+mn-lt"/>
                <a:cs typeface="+mn-lt"/>
              </a:rPr>
              <a:t>Bus de direcciones (unidireccional). Transporta las direcciones de memorias o registros de la unidad de control a la memoria principal o a los periféricos.</a:t>
            </a:r>
            <a:endParaRPr lang="es-ES" sz="1700"/>
          </a:p>
          <a:p>
            <a:r>
              <a:rPr lang="es-ES" sz="1700">
                <a:ea typeface="+mn-lt"/>
                <a:cs typeface="+mn-lt"/>
              </a:rPr>
              <a:t>Bus de control (bidireccional). Transporta las señales de control (microórdenes) generadas por la unidad de control.</a:t>
            </a:r>
            <a:endParaRPr lang="es-ES" sz="1700"/>
          </a:p>
        </p:txBody>
      </p:sp>
      <p:pic>
        <p:nvPicPr>
          <p:cNvPr id="4" name="Imagen 3" descr="Diagrama&#10;&#10;Descripción generada automáticamente">
            <a:extLst>
              <a:ext uri="{FF2B5EF4-FFF2-40B4-BE49-F238E27FC236}">
                <a16:creationId xmlns:a16="http://schemas.microsoft.com/office/drawing/2014/main" id="{FD034271-F844-B8B3-9FAE-566B13404A7F}"/>
              </a:ext>
            </a:extLst>
          </p:cNvPr>
          <p:cNvPicPr>
            <a:picLocks noChangeAspect="1"/>
          </p:cNvPicPr>
          <p:nvPr/>
        </p:nvPicPr>
        <p:blipFill>
          <a:blip r:embed="rId2"/>
          <a:stretch>
            <a:fillRect/>
          </a:stretch>
        </p:blipFill>
        <p:spPr>
          <a:xfrm>
            <a:off x="5911532" y="3188240"/>
            <a:ext cx="5150277" cy="2306273"/>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52271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49754786-694A-689A-26BF-F1C1B197B609}"/>
              </a:ext>
            </a:extLst>
          </p:cNvPr>
          <p:cNvSpPr>
            <a:spLocks noGrp="1"/>
          </p:cNvSpPr>
          <p:nvPr>
            <p:ph type="title"/>
          </p:nvPr>
        </p:nvSpPr>
        <p:spPr>
          <a:xfrm>
            <a:off x="1137034" y="609597"/>
            <a:ext cx="9392421" cy="1330841"/>
          </a:xfrm>
        </p:spPr>
        <p:txBody>
          <a:bodyPr>
            <a:normAutofit/>
          </a:bodyPr>
          <a:lstStyle/>
          <a:p>
            <a:r>
              <a:rPr lang="es-ES" dirty="0">
                <a:ea typeface="Calibri Light"/>
                <a:cs typeface="Calibri Light"/>
              </a:rPr>
              <a:t>Subsistema de E/S</a:t>
            </a:r>
            <a:endParaRPr lang="es-ES" dirty="0"/>
          </a:p>
        </p:txBody>
      </p:sp>
      <p:sp>
        <p:nvSpPr>
          <p:cNvPr id="3" name="Marcador de contenido 2">
            <a:extLst>
              <a:ext uri="{FF2B5EF4-FFF2-40B4-BE49-F238E27FC236}">
                <a16:creationId xmlns:a16="http://schemas.microsoft.com/office/drawing/2014/main" id="{F4278536-0683-1C8B-BDB1-F1D9B92DE1BB}"/>
              </a:ext>
            </a:extLst>
          </p:cNvPr>
          <p:cNvSpPr>
            <a:spLocks noGrp="1"/>
          </p:cNvSpPr>
          <p:nvPr>
            <p:ph idx="1"/>
          </p:nvPr>
        </p:nvSpPr>
        <p:spPr>
          <a:xfrm>
            <a:off x="1137034" y="2198362"/>
            <a:ext cx="4958966" cy="3917773"/>
          </a:xfrm>
        </p:spPr>
        <p:txBody>
          <a:bodyPr vert="horz" lIns="91440" tIns="45720" rIns="91440" bIns="45720" rtlCol="0">
            <a:normAutofit/>
          </a:bodyPr>
          <a:lstStyle/>
          <a:p>
            <a:r>
              <a:rPr lang="es-ES" sz="1400">
                <a:ea typeface="+mn-lt"/>
                <a:cs typeface="+mn-lt"/>
              </a:rPr>
              <a:t>Los periféricos que proporcionan al ordenador las vías para intercambiar datos con el exterior.</a:t>
            </a:r>
          </a:p>
          <a:p>
            <a:r>
              <a:rPr lang="es-ES" sz="1400">
                <a:ea typeface="+mn-lt"/>
                <a:cs typeface="+mn-lt"/>
              </a:rPr>
              <a:t>La parte del equipo que permite esta comunicación es la </a:t>
            </a:r>
            <a:r>
              <a:rPr lang="es-ES" sz="1400" b="1">
                <a:ea typeface="+mn-lt"/>
                <a:cs typeface="+mn-lt"/>
              </a:rPr>
              <a:t>unidad de entrada- salida</a:t>
            </a:r>
            <a:r>
              <a:rPr lang="es-ES" sz="1400">
                <a:ea typeface="+mn-lt"/>
                <a:cs typeface="+mn-lt"/>
              </a:rPr>
              <a:t>, entendiéndose por tal concepto en arquitecturas reales a un conjunto de módulos o canales de entrada-salida encargados de gobernar uno o más periféricos asociados a los que suministra la inteligencia necesaria para su funcionamiento coordinado con el ordenador.</a:t>
            </a:r>
          </a:p>
          <a:p>
            <a:r>
              <a:rPr lang="es-ES" sz="1400">
                <a:ea typeface="+mn-lt"/>
                <a:cs typeface="+mn-lt"/>
              </a:rPr>
              <a:t>Estos módulos de entrada-salida estarían formados por los controladores de periféricos (circuitos de interfaz), de forma que cada periférico necesita su propio controlador para comunicarse con la CPU y los puertos de entrada-salida, que son registros que se conectan directamente a uno de los buses del ordenador. Cada puerto tiene asociada una dirección o código, de forma que el procesador ve al periférico como un puerto o un conjunto de puertos.</a:t>
            </a:r>
            <a:endParaRPr lang="es-ES" sz="1400">
              <a:ea typeface="Calibri"/>
              <a:cs typeface="Calibri"/>
            </a:endParaRPr>
          </a:p>
        </p:txBody>
      </p:sp>
      <p:pic>
        <p:nvPicPr>
          <p:cNvPr id="4" name="Imagen 3" descr="Diagrama&#10;&#10;Descripción generada automáticamente">
            <a:extLst>
              <a:ext uri="{FF2B5EF4-FFF2-40B4-BE49-F238E27FC236}">
                <a16:creationId xmlns:a16="http://schemas.microsoft.com/office/drawing/2014/main" id="{15E51606-A391-E000-F1A9-1B0626DF2281}"/>
              </a:ext>
            </a:extLst>
          </p:cNvPr>
          <p:cNvPicPr>
            <a:picLocks noChangeAspect="1"/>
          </p:cNvPicPr>
          <p:nvPr/>
        </p:nvPicPr>
        <p:blipFill>
          <a:blip r:embed="rId2"/>
          <a:stretch>
            <a:fillRect/>
          </a:stretch>
        </p:blipFill>
        <p:spPr>
          <a:xfrm>
            <a:off x="6910736" y="2184914"/>
            <a:ext cx="4405766" cy="3755915"/>
          </a:xfrm>
          <a:prstGeom prst="rect">
            <a:avLst/>
          </a:prstGeom>
        </p:spPr>
      </p:pic>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878599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AE9EEF-8F4F-A773-33ED-C474634C482C}"/>
              </a:ext>
            </a:extLst>
          </p:cNvPr>
          <p:cNvSpPr>
            <a:spLocks noGrp="1"/>
          </p:cNvSpPr>
          <p:nvPr>
            <p:ph type="title"/>
          </p:nvPr>
        </p:nvSpPr>
        <p:spPr/>
        <p:txBody>
          <a:bodyPr/>
          <a:lstStyle/>
          <a:p>
            <a:r>
              <a:rPr lang="es-ES" dirty="0">
                <a:ea typeface="Calibri Light"/>
                <a:cs typeface="Calibri Light"/>
              </a:rPr>
              <a:t>Subsistema de E/S</a:t>
            </a:r>
          </a:p>
        </p:txBody>
      </p:sp>
      <p:pic>
        <p:nvPicPr>
          <p:cNvPr id="4" name="Marcador de contenido 3" descr="Diagrama&#10;&#10;Descripción generada automáticamente">
            <a:extLst>
              <a:ext uri="{FF2B5EF4-FFF2-40B4-BE49-F238E27FC236}">
                <a16:creationId xmlns:a16="http://schemas.microsoft.com/office/drawing/2014/main" id="{EF99890F-E1C3-9ECC-DC23-F75BE3FC7BC6}"/>
              </a:ext>
            </a:extLst>
          </p:cNvPr>
          <p:cNvPicPr>
            <a:picLocks noGrp="1" noChangeAspect="1"/>
          </p:cNvPicPr>
          <p:nvPr>
            <p:ph idx="1"/>
          </p:nvPr>
        </p:nvPicPr>
        <p:blipFill>
          <a:blip r:embed="rId2"/>
          <a:stretch>
            <a:fillRect/>
          </a:stretch>
        </p:blipFill>
        <p:spPr>
          <a:xfrm>
            <a:off x="1105395" y="4264325"/>
            <a:ext cx="10515600" cy="2145885"/>
          </a:xfrm>
        </p:spPr>
      </p:pic>
      <p:sp>
        <p:nvSpPr>
          <p:cNvPr id="5" name="CuadroTexto 4">
            <a:extLst>
              <a:ext uri="{FF2B5EF4-FFF2-40B4-BE49-F238E27FC236}">
                <a16:creationId xmlns:a16="http://schemas.microsoft.com/office/drawing/2014/main" id="{F7611BCF-1E42-39A5-1F3F-E2A51368FF79}"/>
              </a:ext>
            </a:extLst>
          </p:cNvPr>
          <p:cNvSpPr txBox="1"/>
          <p:nvPr/>
        </p:nvSpPr>
        <p:spPr>
          <a:xfrm>
            <a:off x="1553688" y="2088077"/>
            <a:ext cx="997527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s-ES" b="1" dirty="0">
                <a:latin typeface="Arial"/>
                <a:cs typeface="Arial"/>
              </a:rPr>
              <a:t>Entrada-salida mapeada en memoria o máquina de bus único</a:t>
            </a:r>
            <a:r>
              <a:rPr lang="es-ES" dirty="0">
                <a:ea typeface="+mn-lt"/>
                <a:cs typeface="+mn-lt"/>
              </a:rPr>
              <a:t>. Los puertos de entrada-salida se tratan como si fuesen direcciones de memoria.</a:t>
            </a:r>
            <a:endParaRPr lang="es-ES" dirty="0"/>
          </a:p>
          <a:p>
            <a:pPr marL="285750" indent="-285750">
              <a:buFont typeface="Arial"/>
              <a:buChar char="•"/>
            </a:pPr>
            <a:r>
              <a:rPr lang="es-ES" b="1" dirty="0">
                <a:latin typeface="Arial"/>
                <a:ea typeface="Calibri"/>
                <a:cs typeface="Arial"/>
              </a:rPr>
              <a:t>Buses separados de memoria y entrada-salida.</a:t>
            </a:r>
            <a:endParaRPr lang="es-ES" dirty="0">
              <a:latin typeface="Arial"/>
              <a:ea typeface="Calibri"/>
              <a:cs typeface="Arial"/>
            </a:endParaRPr>
          </a:p>
          <a:p>
            <a:pPr algn="l"/>
            <a:endParaRPr lang="es-ES" dirty="0">
              <a:ea typeface="Calibri"/>
              <a:cs typeface="Calibri"/>
            </a:endParaRPr>
          </a:p>
        </p:txBody>
      </p:sp>
    </p:spTree>
    <p:extLst>
      <p:ext uri="{BB962C8B-B14F-4D97-AF65-F5344CB8AC3E}">
        <p14:creationId xmlns:p14="http://schemas.microsoft.com/office/powerpoint/2010/main" val="24228139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AE9EEF-8F4F-A773-33ED-C474634C482C}"/>
              </a:ext>
            </a:extLst>
          </p:cNvPr>
          <p:cNvSpPr>
            <a:spLocks noGrp="1"/>
          </p:cNvSpPr>
          <p:nvPr>
            <p:ph type="title"/>
          </p:nvPr>
        </p:nvSpPr>
        <p:spPr/>
        <p:txBody>
          <a:bodyPr/>
          <a:lstStyle/>
          <a:p>
            <a:r>
              <a:rPr lang="es-ES" dirty="0">
                <a:ea typeface="Calibri Light"/>
                <a:cs typeface="Calibri Light"/>
              </a:rPr>
              <a:t>Subsistema de E/S</a:t>
            </a:r>
          </a:p>
        </p:txBody>
      </p:sp>
      <p:sp>
        <p:nvSpPr>
          <p:cNvPr id="6" name="Marcador de contenido 5">
            <a:extLst>
              <a:ext uri="{FF2B5EF4-FFF2-40B4-BE49-F238E27FC236}">
                <a16:creationId xmlns:a16="http://schemas.microsoft.com/office/drawing/2014/main" id="{EE7BE822-2F67-D20E-1040-782CB2E92F88}"/>
              </a:ext>
            </a:extLst>
          </p:cNvPr>
          <p:cNvSpPr>
            <a:spLocks noGrp="1"/>
          </p:cNvSpPr>
          <p:nvPr>
            <p:ph idx="1"/>
          </p:nvPr>
        </p:nvSpPr>
        <p:spPr>
          <a:xfrm>
            <a:off x="996538" y="2053236"/>
            <a:ext cx="10515600" cy="4351338"/>
          </a:xfrm>
        </p:spPr>
        <p:txBody>
          <a:bodyPr vert="horz" lIns="91440" tIns="45720" rIns="91440" bIns="45720" rtlCol="0" anchor="t">
            <a:normAutofit fontScale="85000" lnSpcReduction="10000"/>
          </a:bodyPr>
          <a:lstStyle/>
          <a:p>
            <a:r>
              <a:rPr lang="es-ES" dirty="0">
                <a:ea typeface="+mn-lt"/>
                <a:cs typeface="+mn-lt"/>
              </a:rPr>
              <a:t>También existen distintas arquitecturas de ordenador según como se establece el control del tránsito de datos:</a:t>
            </a:r>
            <a:endParaRPr lang="es-ES" dirty="0">
              <a:ea typeface="Calibri" panose="020F0502020204030204"/>
              <a:cs typeface="Calibri" panose="020F0502020204030204"/>
            </a:endParaRPr>
          </a:p>
          <a:p>
            <a:pPr lvl="1"/>
            <a:r>
              <a:rPr lang="es-ES" dirty="0">
                <a:ea typeface="+mn-lt"/>
                <a:cs typeface="+mn-lt"/>
              </a:rPr>
              <a:t>Entrada-salida controlada por programa. Mediante la ejecución de unas instrucciones especiales si es de bus separado (in, </a:t>
            </a:r>
            <a:r>
              <a:rPr lang="es-ES" dirty="0" err="1">
                <a:ea typeface="+mn-lt"/>
                <a:cs typeface="+mn-lt"/>
              </a:rPr>
              <a:t>out</a:t>
            </a:r>
            <a:r>
              <a:rPr lang="es-ES" dirty="0">
                <a:ea typeface="+mn-lt"/>
                <a:cs typeface="+mn-lt"/>
              </a:rPr>
              <a:t>, etc.) e instrucciones de almacenamiento si es entrada-salida mapeada a memoria. Usada en periféricos con velocidades menores que la CPU.</a:t>
            </a:r>
            <a:endParaRPr lang="es-ES" dirty="0">
              <a:ea typeface="Calibri"/>
              <a:cs typeface="Calibri"/>
            </a:endParaRPr>
          </a:p>
          <a:p>
            <a:pPr lvl="1"/>
            <a:r>
              <a:rPr lang="es-ES" dirty="0">
                <a:ea typeface="+mn-lt"/>
                <a:cs typeface="+mn-lt"/>
              </a:rPr>
              <a:t>Entrada-salida por acceso directo a memoria. Todas las funciones se implementan mediante un circuito controlador llamado controlador de DMA (</a:t>
            </a:r>
            <a:r>
              <a:rPr lang="es-ES" err="1">
                <a:ea typeface="+mn-lt"/>
                <a:cs typeface="+mn-lt"/>
              </a:rPr>
              <a:t>direct</a:t>
            </a:r>
            <a:r>
              <a:rPr lang="es-ES" dirty="0">
                <a:ea typeface="+mn-lt"/>
                <a:cs typeface="+mn-lt"/>
              </a:rPr>
              <a:t> </a:t>
            </a:r>
            <a:r>
              <a:rPr lang="es-ES" err="1">
                <a:ea typeface="+mn-lt"/>
                <a:cs typeface="+mn-lt"/>
              </a:rPr>
              <a:t>access</a:t>
            </a:r>
            <a:r>
              <a:rPr lang="es-ES" dirty="0">
                <a:ea typeface="+mn-lt"/>
                <a:cs typeface="+mn-lt"/>
              </a:rPr>
              <a:t> </a:t>
            </a:r>
            <a:r>
              <a:rPr lang="es-ES" err="1">
                <a:ea typeface="+mn-lt"/>
                <a:cs typeface="+mn-lt"/>
              </a:rPr>
              <a:t>memory</a:t>
            </a:r>
            <a:r>
              <a:rPr lang="es-ES" dirty="0">
                <a:ea typeface="+mn-lt"/>
                <a:cs typeface="+mn-lt"/>
              </a:rPr>
              <a:t>).</a:t>
            </a:r>
            <a:endParaRPr lang="es-ES">
              <a:ea typeface="Calibri"/>
              <a:cs typeface="Calibri"/>
            </a:endParaRPr>
          </a:p>
          <a:p>
            <a:r>
              <a:rPr lang="es-ES" dirty="0">
                <a:ea typeface="+mn-lt"/>
                <a:cs typeface="+mn-lt"/>
              </a:rPr>
              <a:t>Por último también existen diferentes arquitecturas según el modo en que se produce la sincronización de la CPU con los periféricos:</a:t>
            </a:r>
            <a:endParaRPr lang="es-ES" dirty="0"/>
          </a:p>
          <a:p>
            <a:pPr lvl="1"/>
            <a:r>
              <a:rPr lang="es-ES" dirty="0">
                <a:ea typeface="+mn-lt"/>
                <a:cs typeface="+mn-lt"/>
              </a:rPr>
              <a:t>Entrada-salida con sincronización por sondeo y selección. La CPU hace encuesta o consulta a los dispositivos de su situación y los va atendiendo.</a:t>
            </a:r>
            <a:endParaRPr lang="es-ES" dirty="0">
              <a:ea typeface="Calibri"/>
              <a:cs typeface="Calibri"/>
            </a:endParaRPr>
          </a:p>
          <a:p>
            <a:pPr lvl="1"/>
            <a:r>
              <a:rPr lang="es-ES" dirty="0">
                <a:ea typeface="+mn-lt"/>
                <a:cs typeface="+mn-lt"/>
              </a:rPr>
              <a:t>Entrada-salida con sincronización por interrupciones. Los dispositivos son los que interrumpen la ejecución del programa en CPU cuando están en disposición de realizar una operación de entrada-salida.</a:t>
            </a:r>
            <a:endParaRPr lang="es-ES">
              <a:ea typeface="Calibri"/>
              <a:cs typeface="Calibri"/>
            </a:endParaRPr>
          </a:p>
        </p:txBody>
      </p:sp>
    </p:spTree>
    <p:extLst>
      <p:ext uri="{BB962C8B-B14F-4D97-AF65-F5344CB8AC3E}">
        <p14:creationId xmlns:p14="http://schemas.microsoft.com/office/powerpoint/2010/main" val="296976230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3352AACCC8DAA43937B498FE67C7305" ma:contentTypeVersion="15" ma:contentTypeDescription="Crear nuevo documento." ma:contentTypeScope="" ma:versionID="355f0cd57e2e664bfb840bc49727f4ab">
  <xsd:schema xmlns:xsd="http://www.w3.org/2001/XMLSchema" xmlns:xs="http://www.w3.org/2001/XMLSchema" xmlns:p="http://schemas.microsoft.com/office/2006/metadata/properties" xmlns:ns2="a4602a3e-767e-44d0-b53e-3316809f6a37" xmlns:ns3="f3da772d-e1dd-4185-86a6-ad008bec2e1f" targetNamespace="http://schemas.microsoft.com/office/2006/metadata/properties" ma:root="true" ma:fieldsID="3aeec1d8d235245d3d10c41c7fd00e6e" ns2:_="" ns3:_="">
    <xsd:import namespace="a4602a3e-767e-44d0-b53e-3316809f6a37"/>
    <xsd:import namespace="f3da772d-e1dd-4185-86a6-ad008bec2e1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2:lcf76f155ced4ddcb4097134ff3c332f" minOccurs="0"/>
                <xsd:element ref="ns3:TaxCatchAll" minOccurs="0"/>
                <xsd:element ref="ns2:MediaServiceSearchProperties"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602a3e-767e-44d0-b53e-3316809f6a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LengthInSeconds" ma:index="14" nillable="true" ma:displayName="Length (seconds)"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c78f882a-4955-4459-80ae-63e0657d27e9" ma:termSetId="09814cd3-568e-fe90-9814-8d621ff8fb84" ma:anchorId="fba54fb3-c3e1-fe81-a776-ca4b69148c4d" ma:open="true" ma:isKeyword="false">
      <xsd:complexType>
        <xsd:sequence>
          <xsd:element ref="pc:Terms" minOccurs="0" maxOccurs="1"/>
        </xsd:sequence>
      </xsd:complex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3da772d-e1dd-4185-86a6-ad008bec2e1f"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99a388f8-3a30-4153-82e6-4766dcf3dc08}" ma:internalName="TaxCatchAll" ma:showField="CatchAllData" ma:web="f3da772d-e1dd-4185-86a6-ad008bec2e1f">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3da772d-e1dd-4185-86a6-ad008bec2e1f" xsi:nil="true"/>
    <lcf76f155ced4ddcb4097134ff3c332f xmlns="a4602a3e-767e-44d0-b53e-3316809f6a3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BA45677-D8F6-4AE8-B7A7-D98ADCC59B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602a3e-767e-44d0-b53e-3316809f6a37"/>
    <ds:schemaRef ds:uri="f3da772d-e1dd-4185-86a6-ad008bec2e1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1576B9F-51C9-46CA-A16B-32F4ED56AEFF}">
  <ds:schemaRefs>
    <ds:schemaRef ds:uri="http://schemas.microsoft.com/sharepoint/v3/contenttype/forms"/>
  </ds:schemaRefs>
</ds:datastoreItem>
</file>

<file path=customXml/itemProps3.xml><?xml version="1.0" encoding="utf-8"?>
<ds:datastoreItem xmlns:ds="http://schemas.openxmlformats.org/officeDocument/2006/customXml" ds:itemID="{4A22ABFB-DA33-4360-9818-603B47AB3961}">
  <ds:schemaRefs>
    <ds:schemaRef ds:uri="http://schemas.microsoft.com/office/2006/metadata/properties"/>
    <ds:schemaRef ds:uri="http://schemas.microsoft.com/office/infopath/2007/PartnerControls"/>
    <ds:schemaRef ds:uri="f3da772d-e1dd-4185-86a6-ad008bec2e1f"/>
    <ds:schemaRef ds:uri="a4602a3e-767e-44d0-b53e-3316809f6a37"/>
  </ds:schemaRefs>
</ds:datastoreItem>
</file>

<file path=docProps/app.xml><?xml version="1.0" encoding="utf-8"?>
<Properties xmlns="http://schemas.openxmlformats.org/officeDocument/2006/extended-properties" xmlns:vt="http://schemas.openxmlformats.org/officeDocument/2006/docPropsVTypes">
  <TotalTime>6</TotalTime>
  <Words>148</Words>
  <Application>Microsoft Office PowerPoint</Application>
  <PresentationFormat>Panorámica</PresentationFormat>
  <Paragraphs>7</Paragraphs>
  <Slides>64</Slides>
  <Notes>0</Notes>
  <HiddenSlides>0</HiddenSlides>
  <MMClips>0</MMClips>
  <ScaleCrop>false</ScaleCrop>
  <HeadingPairs>
    <vt:vector size="4" baseType="variant">
      <vt:variant>
        <vt:lpstr>Tema</vt:lpstr>
      </vt:variant>
      <vt:variant>
        <vt:i4>1</vt:i4>
      </vt:variant>
      <vt:variant>
        <vt:lpstr>Títulos de diapositiva</vt:lpstr>
      </vt:variant>
      <vt:variant>
        <vt:i4>64</vt:i4>
      </vt:variant>
    </vt:vector>
  </HeadingPairs>
  <TitlesOfParts>
    <vt:vector size="65" baseType="lpstr">
      <vt:lpstr>Tema de Office</vt:lpstr>
      <vt:lpstr>UT1. Introducción los sistemas informáticos</vt:lpstr>
      <vt:lpstr>Presentación de PowerPoint</vt:lpstr>
      <vt:lpstr>Introducción</vt:lpstr>
      <vt:lpstr>Introducción</vt:lpstr>
      <vt:lpstr>Introducción</vt:lpstr>
      <vt:lpstr>Introducción</vt:lpstr>
      <vt:lpstr>Introducción</vt:lpstr>
      <vt:lpstr>Introducción</vt:lpstr>
      <vt:lpstr>Introducción</vt:lpstr>
      <vt:lpstr>Introducción</vt:lpstr>
      <vt:lpstr>Introducción  Programa Informático</vt:lpstr>
      <vt:lpstr>Introducción</vt:lpstr>
      <vt:lpstr>Introducción</vt:lpstr>
      <vt:lpstr>Introducción</vt:lpstr>
      <vt:lpstr>Introducción - Mensaje de Arecibo</vt:lpstr>
      <vt:lpstr>Introducción</vt:lpstr>
      <vt:lpstr>Representación de la Información</vt:lpstr>
      <vt:lpstr>Representación de la Información</vt:lpstr>
      <vt:lpstr>Representación de la Información. Sistemas de numeración</vt:lpstr>
      <vt:lpstr>Representación de la Información. Sistema posicional</vt:lpstr>
      <vt:lpstr>Representación de la Información. Conversión Decimal a Binario</vt:lpstr>
      <vt:lpstr>Representación de la Información. Conversión Decimal a Binario</vt:lpstr>
      <vt:lpstr>Representación de la Información. Conversión Decimal a Binario con decimales</vt:lpstr>
      <vt:lpstr>Representación de la Información. Conversión Decimal a Binario con decimales</vt:lpstr>
      <vt:lpstr>Ejercicio</vt:lpstr>
      <vt:lpstr>Ejercicio</vt:lpstr>
      <vt:lpstr>Ejercicio</vt:lpstr>
      <vt:lpstr>Ejercicio</vt:lpstr>
      <vt:lpstr>Representación de la Información. Puertas Lógicas</vt:lpstr>
      <vt:lpstr>Representación de la Información. Puertas Lógicas</vt:lpstr>
      <vt:lpstr>Representación de la Información. Puertas Lógicas</vt:lpstr>
      <vt:lpstr>Representación de la Información. Puertas Lógicas </vt:lpstr>
      <vt:lpstr>Representación de la Información. Puertas Lógicas </vt:lpstr>
      <vt:lpstr>Ejercicio</vt:lpstr>
      <vt:lpstr>Representación de la Información. Códigos de E/S</vt:lpstr>
      <vt:lpstr>Representación de la Información. Códigos de E/S</vt:lpstr>
      <vt:lpstr>Representación de la Información. Códigos de E/S</vt:lpstr>
      <vt:lpstr>Representación de la Información. Código BCD</vt:lpstr>
      <vt:lpstr>Ejercicio</vt:lpstr>
      <vt:lpstr>Representación de la Información.</vt:lpstr>
      <vt:lpstr>Definición de Sistema Informático</vt:lpstr>
      <vt:lpstr>Elementos de un SI</vt:lpstr>
      <vt:lpstr>Elementos de un SI. Clasificación </vt:lpstr>
      <vt:lpstr>Elementos funcionales de un ordenador. Definiciones Previas</vt:lpstr>
      <vt:lpstr>Elementos funcionales de un ordenador. Arquitectura de Von Neumann</vt:lpstr>
      <vt:lpstr>Elementos funcionales de un ordenador. Arquitectura de Von Neumann. Unidad de control </vt:lpstr>
      <vt:lpstr>Elementos funcionales de un ordenador. Arquitectura de Von Neumann. UAL</vt:lpstr>
      <vt:lpstr>Elementos funcionales de un ordenador. Arquitectura de Von Neumann. Registro de Memoria</vt:lpstr>
      <vt:lpstr>Elementos funcionales de un ordenador. Arquitectura de Von Neumann. Unidad de E/S</vt:lpstr>
      <vt:lpstr>Elementos funcionales de un ordenador. La CPU</vt:lpstr>
      <vt:lpstr>Elementos funcionales de un ordenador. La CPU. Características</vt:lpstr>
      <vt:lpstr>Elementos funcionales de un ordenador. La CPU. Parámetros</vt:lpstr>
      <vt:lpstr>Elementos funcionales de un ordenador. La Memoria.</vt:lpstr>
      <vt:lpstr>Elementos funcionales de un ordenador. La Memoria</vt:lpstr>
      <vt:lpstr>Elementos funcionales de un ordenador. La Memoria. Jerarquía</vt:lpstr>
      <vt:lpstr>Elementos funcionales de un ordenador. Registros del Procesador</vt:lpstr>
      <vt:lpstr>Elementos funcionales de un ordenador. La Memoria Interna. Caché</vt:lpstr>
      <vt:lpstr>Elementos funcionales de un ordenador. La Memoria Interna. Caché</vt:lpstr>
      <vt:lpstr>Elementos funcionales de un ordenador. La Memoria Principal</vt:lpstr>
      <vt:lpstr>Elementos funcionales de un ordenador. La Memoria Secundaria</vt:lpstr>
      <vt:lpstr>Buses</vt:lpstr>
      <vt:lpstr>Subsistema de E/S</vt:lpstr>
      <vt:lpstr>Subsistema de E/S</vt:lpstr>
      <vt:lpstr>Subsistema de 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rsaenzf03</dc:creator>
  <cp:lastModifiedBy>rsaenzf03</cp:lastModifiedBy>
  <cp:revision>656</cp:revision>
  <dcterms:created xsi:type="dcterms:W3CDTF">2023-09-11T10:54:47Z</dcterms:created>
  <dcterms:modified xsi:type="dcterms:W3CDTF">2023-09-28T16:28:28Z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0x010100C3352AACCC8DAA43937B498FE67C7305</vt:lpwstr>
  </property>
  <property fmtid="{D5CDD505-2E9C-101B-9397-08002B2CF9AE}" pid="3" name="MediaServiceImageTags">
    <vt:lpwstr/>
  </property>
</Properties>
</file>