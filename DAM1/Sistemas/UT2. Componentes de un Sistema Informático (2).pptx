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4"/>
  </p:sldMasterIdLst>
  <p:sldIdLst>
    <p:sldId id="256" r:id="rId5"/>
    <p:sldId id="272" r:id="rId6"/>
    <p:sldId id="257" r:id="rId7"/>
    <p:sldId id="326" r:id="rId8"/>
    <p:sldId id="327" r:id="rId9"/>
    <p:sldId id="258" r:id="rId10"/>
    <p:sldId id="259" r:id="rId11"/>
    <p:sldId id="260" r:id="rId12"/>
    <p:sldId id="263" r:id="rId13"/>
    <p:sldId id="261" r:id="rId14"/>
    <p:sldId id="264" r:id="rId15"/>
    <p:sldId id="265" r:id="rId16"/>
    <p:sldId id="262" r:id="rId17"/>
    <p:sldId id="328" r:id="rId18"/>
    <p:sldId id="267" r:id="rId19"/>
    <p:sldId id="266" r:id="rId20"/>
    <p:sldId id="268" r:id="rId21"/>
    <p:sldId id="269" r:id="rId22"/>
    <p:sldId id="270" r:id="rId23"/>
    <p:sldId id="271" r:id="rId24"/>
    <p:sldId id="273" r:id="rId25"/>
    <p:sldId id="274" r:id="rId26"/>
    <p:sldId id="275" r:id="rId27"/>
    <p:sldId id="276" r:id="rId28"/>
    <p:sldId id="277" r:id="rId29"/>
    <p:sldId id="279" r:id="rId30"/>
    <p:sldId id="278"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300" r:id="rId51"/>
    <p:sldId id="299" r:id="rId52"/>
    <p:sldId id="301" r:id="rId53"/>
    <p:sldId id="303" r:id="rId54"/>
    <p:sldId id="304" r:id="rId55"/>
    <p:sldId id="305" r:id="rId56"/>
    <p:sldId id="306" r:id="rId57"/>
    <p:sldId id="307" r:id="rId58"/>
    <p:sldId id="308" r:id="rId59"/>
    <p:sldId id="309" r:id="rId60"/>
    <p:sldId id="310" r:id="rId61"/>
    <p:sldId id="311" r:id="rId62"/>
    <p:sldId id="312" r:id="rId63"/>
    <p:sldId id="313" r:id="rId64"/>
    <p:sldId id="315" r:id="rId65"/>
    <p:sldId id="317" r:id="rId66"/>
    <p:sldId id="318" r:id="rId67"/>
    <p:sldId id="319" r:id="rId68"/>
    <p:sldId id="320" r:id="rId69"/>
    <p:sldId id="321" r:id="rId70"/>
    <p:sldId id="322" r:id="rId71"/>
    <p:sldId id="323" r:id="rId72"/>
    <p:sldId id="324" r:id="rId73"/>
    <p:sldId id="325" r:id="rId74"/>
    <p:sldId id="330" r:id="rId75"/>
    <p:sldId id="329" r:id="rId76"/>
    <p:sldId id="331" r:id="rId77"/>
    <p:sldId id="332" r:id="rId78"/>
    <p:sldId id="333" r:id="rId79"/>
    <p:sldId id="334" r:id="rId80"/>
    <p:sldId id="335" r:id="rId81"/>
    <p:sldId id="336" r:id="rId82"/>
    <p:sldId id="337" r:id="rId83"/>
    <p:sldId id="338" r:id="rId84"/>
    <p:sldId id="339" r:id="rId8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1963FA-7CF3-40BC-A122-B87A3FCE4454}" v="95" dt="2023-10-10T10:25:44.301"/>
    <p1510:client id="{3722A3D0-A0D4-4789-8D1C-F642685863EC}" v="14" dt="2023-10-02T16:22:38.839"/>
    <p1510:client id="{39E4F225-8D3E-49A6-9F86-EC08518DE734}" v="101" dt="2023-10-02T16:36:30.016"/>
    <p1510:client id="{5C1D17EA-FA34-4A1E-9557-CABF39150BA6}" v="766" dt="2023-10-04T08:45:41.097"/>
    <p1510:client id="{61161A86-3481-4CC3-B197-17F55E61784C}" v="473" dt="2023-10-04T12:08:08.922"/>
    <p1510:client id="{723FA6F5-1841-4248-AFC9-3199B5675EA6}" v="292" dt="2023-09-29T10:23:25.035"/>
    <p1510:client id="{997F411B-427D-45A3-AFEB-3B995BE08CD3}" v="441" dt="2023-10-05T18:46:54.710"/>
    <p1510:client id="{DAEE8535-21EA-475A-A1BF-BDC182722B78}" v="222" dt="2023-10-10T17:49:50.489"/>
    <p1510:client id="{E5370AE0-B330-4440-8369-7E24559504C4}" v="56" dt="2023-10-04T07:44:59.1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microsoft.com/office/2015/10/relationships/revisionInfo" Target="revisionInfo.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hyperlink" Target="https://www.muycomputer.com/2015/09/26/core-i7-5775c-128-mb-de-l4/" TargetMode="Externa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diagrams/_rels/data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_rels/data4.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ata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33.png"/><Relationship Id="rId4" Type="http://schemas.openxmlformats.org/officeDocument/2006/relationships/image" Target="../media/image47.svg"/></Relationships>
</file>

<file path=ppt/diagrams/_rels/data7.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46.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7.svg"/><Relationship Id="rId1" Type="http://schemas.openxmlformats.org/officeDocument/2006/relationships/image" Target="../media/image46.png"/><Relationship Id="rId4" Type="http://schemas.openxmlformats.org/officeDocument/2006/relationships/image" Target="../media/image74.svg"/></Relationships>
</file>

<file path=ppt/diagrams/_rels/data9.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46.png"/><Relationship Id="rId12" Type="http://schemas.openxmlformats.org/officeDocument/2006/relationships/image" Target="../media/image84.sv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11" Type="http://schemas.openxmlformats.org/officeDocument/2006/relationships/image" Target="../media/image83.png"/><Relationship Id="rId5" Type="http://schemas.openxmlformats.org/officeDocument/2006/relationships/image" Target="../media/image79.png"/><Relationship Id="rId10" Type="http://schemas.openxmlformats.org/officeDocument/2006/relationships/image" Target="../media/image82.svg"/><Relationship Id="rId4" Type="http://schemas.openxmlformats.org/officeDocument/2006/relationships/image" Target="../media/image78.svg"/><Relationship Id="rId9" Type="http://schemas.openxmlformats.org/officeDocument/2006/relationships/image" Target="../media/image81.png"/><Relationship Id="rId14" Type="http://schemas.openxmlformats.org/officeDocument/2006/relationships/image" Target="../media/image86.svg"/></Relationships>
</file>

<file path=ppt/diagrams/_rels/data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98.svg"/><Relationship Id="rId1" Type="http://schemas.openxmlformats.org/officeDocument/2006/relationships/image" Target="../media/image57.png"/><Relationship Id="rId4" Type="http://schemas.openxmlformats.org/officeDocument/2006/relationships/image" Target="../media/image47.svg"/></Relationships>
</file>

<file path=ppt/diagrams/_rels/data11.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image" Target="../media/image46.png"/></Relationships>
</file>

<file path=ppt/diagrams/_rels/data12.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47.svg"/><Relationship Id="rId3" Type="http://schemas.openxmlformats.org/officeDocument/2006/relationships/image" Target="../media/image104.svg"/><Relationship Id="rId7" Type="http://schemas.openxmlformats.org/officeDocument/2006/relationships/image" Target="../media/image108.svg"/><Relationship Id="rId12" Type="http://schemas.openxmlformats.org/officeDocument/2006/relationships/image" Target="../media/image46.png"/><Relationship Id="rId17" Type="http://schemas.openxmlformats.org/officeDocument/2006/relationships/image" Target="../media/image114.svg"/><Relationship Id="rId2" Type="http://schemas.openxmlformats.org/officeDocument/2006/relationships/image" Target="../media/image103.png"/><Relationship Id="rId16" Type="http://schemas.openxmlformats.org/officeDocument/2006/relationships/image" Target="../media/image113.png"/><Relationship Id="rId1" Type="http://schemas.openxmlformats.org/officeDocument/2006/relationships/hyperlink" Target="https://es.wikipedia.org/wiki/Universal_Serial_Bus" TargetMode="External"/><Relationship Id="rId6" Type="http://schemas.openxmlformats.org/officeDocument/2006/relationships/image" Target="../media/image107.png"/><Relationship Id="rId11" Type="http://schemas.openxmlformats.org/officeDocument/2006/relationships/image" Target="../media/image98.svg"/><Relationship Id="rId5" Type="http://schemas.openxmlformats.org/officeDocument/2006/relationships/image" Target="../media/image106.svg"/><Relationship Id="rId15" Type="http://schemas.openxmlformats.org/officeDocument/2006/relationships/image" Target="../media/image112.svg"/><Relationship Id="rId10" Type="http://schemas.openxmlformats.org/officeDocument/2006/relationships/image" Target="../media/image57.png"/><Relationship Id="rId4" Type="http://schemas.openxmlformats.org/officeDocument/2006/relationships/image" Target="../media/image105.png"/><Relationship Id="rId9" Type="http://schemas.openxmlformats.org/officeDocument/2006/relationships/image" Target="../media/image110.svg"/><Relationship Id="rId14" Type="http://schemas.openxmlformats.org/officeDocument/2006/relationships/image" Target="../media/image111.png"/></Relationships>
</file>

<file path=ppt/diagrams/_rels/data13.xml.rels><?xml version="1.0" encoding="UTF-8" standalone="yes"?>
<Relationships xmlns="http://schemas.openxmlformats.org/package/2006/relationships"><Relationship Id="rId1" Type="http://schemas.openxmlformats.org/officeDocument/2006/relationships/hyperlink" Target="https://es.wikipedia.org/wiki/Integrated_Drive_Electronics#Conexi.C3.B3n_de_los_dispositivos" TargetMode="External"/></Relationships>
</file>

<file path=ppt/diagrams/_rels/data1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98.svg"/><Relationship Id="rId1" Type="http://schemas.openxmlformats.org/officeDocument/2006/relationships/image" Target="../media/image57.png"/><Relationship Id="rId4" Type="http://schemas.openxmlformats.org/officeDocument/2006/relationships/image" Target="../media/image1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5.png"/><Relationship Id="rId5" Type="http://schemas.openxmlformats.org/officeDocument/2006/relationships/hyperlink" Target="https://www.muycomputer.com/2015/09/26/core-i7-5775c-128-mb-de-l4/" TargetMode="External"/><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33.png"/><Relationship Id="rId4" Type="http://schemas.openxmlformats.org/officeDocument/2006/relationships/image" Target="../media/image47.svg"/></Relationships>
</file>

<file path=ppt/diagrams/_rels/drawing7.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46.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7.svg"/><Relationship Id="rId1" Type="http://schemas.openxmlformats.org/officeDocument/2006/relationships/image" Target="../media/image46.png"/><Relationship Id="rId4" Type="http://schemas.openxmlformats.org/officeDocument/2006/relationships/image" Target="../media/image74.svg"/></Relationships>
</file>

<file path=ppt/diagrams/_rels/drawing9.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46.png"/><Relationship Id="rId12" Type="http://schemas.openxmlformats.org/officeDocument/2006/relationships/image" Target="../media/image84.sv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11" Type="http://schemas.openxmlformats.org/officeDocument/2006/relationships/image" Target="../media/image83.png"/><Relationship Id="rId5" Type="http://schemas.openxmlformats.org/officeDocument/2006/relationships/image" Target="../media/image79.png"/><Relationship Id="rId10" Type="http://schemas.openxmlformats.org/officeDocument/2006/relationships/image" Target="../media/image82.svg"/><Relationship Id="rId4" Type="http://schemas.openxmlformats.org/officeDocument/2006/relationships/image" Target="../media/image78.svg"/><Relationship Id="rId9" Type="http://schemas.openxmlformats.org/officeDocument/2006/relationships/image" Target="../media/image81.png"/><Relationship Id="rId14" Type="http://schemas.openxmlformats.org/officeDocument/2006/relationships/image" Target="../media/image86.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98.svg"/><Relationship Id="rId1" Type="http://schemas.openxmlformats.org/officeDocument/2006/relationships/image" Target="../media/image57.png"/><Relationship Id="rId4" Type="http://schemas.openxmlformats.org/officeDocument/2006/relationships/image" Target="../media/image47.svg"/></Relationships>
</file>

<file path=ppt/diagrams/_rels/drawing11.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image" Target="../media/image46.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47.svg"/><Relationship Id="rId3" Type="http://schemas.openxmlformats.org/officeDocument/2006/relationships/image" Target="../media/image105.png"/><Relationship Id="rId7" Type="http://schemas.openxmlformats.org/officeDocument/2006/relationships/hyperlink" Target="https://es.wikipedia.org/wiki/Universal_Serial_Bus" TargetMode="External"/><Relationship Id="rId12" Type="http://schemas.openxmlformats.org/officeDocument/2006/relationships/image" Target="../media/image46.png"/><Relationship Id="rId17" Type="http://schemas.openxmlformats.org/officeDocument/2006/relationships/image" Target="../media/image114.svg"/><Relationship Id="rId2" Type="http://schemas.openxmlformats.org/officeDocument/2006/relationships/image" Target="../media/image104.svg"/><Relationship Id="rId16" Type="http://schemas.openxmlformats.org/officeDocument/2006/relationships/image" Target="../media/image113.png"/><Relationship Id="rId1" Type="http://schemas.openxmlformats.org/officeDocument/2006/relationships/image" Target="../media/image103.png"/><Relationship Id="rId6" Type="http://schemas.openxmlformats.org/officeDocument/2006/relationships/image" Target="../media/image108.svg"/><Relationship Id="rId11" Type="http://schemas.openxmlformats.org/officeDocument/2006/relationships/image" Target="../media/image98.svg"/><Relationship Id="rId5" Type="http://schemas.openxmlformats.org/officeDocument/2006/relationships/image" Target="../media/image107.png"/><Relationship Id="rId15" Type="http://schemas.openxmlformats.org/officeDocument/2006/relationships/image" Target="../media/image112.svg"/><Relationship Id="rId10" Type="http://schemas.openxmlformats.org/officeDocument/2006/relationships/image" Target="../media/image57.png"/><Relationship Id="rId4" Type="http://schemas.openxmlformats.org/officeDocument/2006/relationships/image" Target="../media/image106.svg"/><Relationship Id="rId9" Type="http://schemas.openxmlformats.org/officeDocument/2006/relationships/image" Target="../media/image110.svg"/><Relationship Id="rId14" Type="http://schemas.openxmlformats.org/officeDocument/2006/relationships/image" Target="../media/image111.png"/></Relationships>
</file>

<file path=ppt/diagrams/_rels/drawing13.xml.rels><?xml version="1.0" encoding="UTF-8" standalone="yes"?>
<Relationships xmlns="http://schemas.openxmlformats.org/package/2006/relationships"><Relationship Id="rId1" Type="http://schemas.openxmlformats.org/officeDocument/2006/relationships/hyperlink" Target="https://es.wikipedia.org/wiki/Integrated_Drive_Electronics#Conexi.C3.B3n_de_los_dispositivos" TargetMode="External"/></Relationships>
</file>

<file path=ppt/diagrams/_rels/drawing1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98.svg"/><Relationship Id="rId1" Type="http://schemas.openxmlformats.org/officeDocument/2006/relationships/image" Target="../media/image57.png"/><Relationship Id="rId4" Type="http://schemas.openxmlformats.org/officeDocument/2006/relationships/image" Target="../media/image12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A4BF60A-B75A-4F80-90CE-5FD5B392CCF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D0F3F7-1A38-4111-908E-55F96F53C0BC}">
      <dgm:prSet/>
      <dgm:spPr/>
      <dgm:t>
        <a:bodyPr/>
        <a:lstStyle/>
        <a:p>
          <a:r>
            <a:rPr lang="es-ES"/>
            <a:t>1) El circuito impreso. También conocido como PCB (Printed Circuit Board). Es un medio para sostener mecánicamente y conectar eléctricamente componentes electrónicos, a través de rutas o pistas de material conductor grabados en hojas de cobre laminadas sobre un sustrato no conductor.</a:t>
          </a:r>
          <a:endParaRPr lang="en-US"/>
        </a:p>
      </dgm:t>
    </dgm:pt>
    <dgm:pt modelId="{64507E0B-CBBD-4CBB-9839-02B8E68907AF}" type="parTrans" cxnId="{E71EA267-B80B-4F6B-9646-4FC7565CD54A}">
      <dgm:prSet/>
      <dgm:spPr/>
      <dgm:t>
        <a:bodyPr/>
        <a:lstStyle/>
        <a:p>
          <a:endParaRPr lang="en-US"/>
        </a:p>
      </dgm:t>
    </dgm:pt>
    <dgm:pt modelId="{907E61CD-6E4A-41D6-A8A5-927220CC937F}" type="sibTrans" cxnId="{E71EA267-B80B-4F6B-9646-4FC7565CD54A}">
      <dgm:prSet/>
      <dgm:spPr/>
      <dgm:t>
        <a:bodyPr/>
        <a:lstStyle/>
        <a:p>
          <a:endParaRPr lang="en-US"/>
        </a:p>
      </dgm:t>
    </dgm:pt>
    <dgm:pt modelId="{41FB6C11-A311-409A-AA56-EDD96E064A20}">
      <dgm:prSet/>
      <dgm:spPr/>
      <dgm:t>
        <a:bodyPr/>
        <a:lstStyle/>
        <a:p>
          <a:r>
            <a:rPr lang="es-ES"/>
            <a:t>2) Zócalo del procesador o Socket. Es el conector donde se inserta el microprocesador. Los primeros microprocesadores estaban soldados a la placa base o insertados en zócalos de donde era imposible sacarlos.</a:t>
          </a:r>
          <a:endParaRPr lang="en-US"/>
        </a:p>
      </dgm:t>
    </dgm:pt>
    <dgm:pt modelId="{C1B1E892-76DA-4786-94E7-DA1C632A0DE2}" type="parTrans" cxnId="{A2AAEFE0-5F10-47AB-8F4C-D349FEBBCDA0}">
      <dgm:prSet/>
      <dgm:spPr/>
      <dgm:t>
        <a:bodyPr/>
        <a:lstStyle/>
        <a:p>
          <a:endParaRPr lang="en-US"/>
        </a:p>
      </dgm:t>
    </dgm:pt>
    <dgm:pt modelId="{A8C2BDFB-C99C-4152-A72F-AA7E090F34D2}" type="sibTrans" cxnId="{A2AAEFE0-5F10-47AB-8F4C-D349FEBBCDA0}">
      <dgm:prSet/>
      <dgm:spPr/>
      <dgm:t>
        <a:bodyPr/>
        <a:lstStyle/>
        <a:p>
          <a:endParaRPr lang="en-US"/>
        </a:p>
      </dgm:t>
    </dgm:pt>
    <dgm:pt modelId="{B5908E90-9310-4EB5-8428-6D75155892C2}">
      <dgm:prSet/>
      <dgm:spPr/>
      <dgm:t>
        <a:bodyPr/>
        <a:lstStyle/>
        <a:p>
          <a:r>
            <a:rPr lang="es-ES"/>
            <a:t>3) Zócalos de Memoria. Las placas base tienen entre 2 y 8 zócalos para la inserción de módulos de memoria SIMM o DIMM, este valor dependerá de las características del chipset de la placa base. Muchas placas base sólo admiten combinaciones determinadas de los módulos de memoria en sus zócalos. Las memorias se desarrollarán en un apartado posterior.</a:t>
          </a:r>
          <a:endParaRPr lang="en-US"/>
        </a:p>
      </dgm:t>
    </dgm:pt>
    <dgm:pt modelId="{01564D81-B15E-43F0-B30B-212F30B092E4}" type="parTrans" cxnId="{1145634D-293A-4C6B-B809-F337402127D5}">
      <dgm:prSet/>
      <dgm:spPr/>
      <dgm:t>
        <a:bodyPr/>
        <a:lstStyle/>
        <a:p>
          <a:endParaRPr lang="en-US"/>
        </a:p>
      </dgm:t>
    </dgm:pt>
    <dgm:pt modelId="{9239CEA6-22C6-48DB-B651-18C1B75E547C}" type="sibTrans" cxnId="{1145634D-293A-4C6B-B809-F337402127D5}">
      <dgm:prSet/>
      <dgm:spPr/>
      <dgm:t>
        <a:bodyPr/>
        <a:lstStyle/>
        <a:p>
          <a:endParaRPr lang="en-US"/>
        </a:p>
      </dgm:t>
    </dgm:pt>
    <dgm:pt modelId="{F91126BD-5528-47CC-BAC6-B32A43B8A831}" type="pres">
      <dgm:prSet presAssocID="{5A4BF60A-B75A-4F80-90CE-5FD5B392CCF9}" presName="root" presStyleCnt="0">
        <dgm:presLayoutVars>
          <dgm:dir/>
          <dgm:resizeHandles val="exact"/>
        </dgm:presLayoutVars>
      </dgm:prSet>
      <dgm:spPr/>
    </dgm:pt>
    <dgm:pt modelId="{303DFECE-13B7-48A4-BDEC-4E488D34C81D}" type="pres">
      <dgm:prSet presAssocID="{EAD0F3F7-1A38-4111-908E-55F96F53C0BC}" presName="compNode" presStyleCnt="0"/>
      <dgm:spPr/>
    </dgm:pt>
    <dgm:pt modelId="{7DD74BD2-1DA1-4D62-963D-5EDDAA5551E2}" type="pres">
      <dgm:prSet presAssocID="{EAD0F3F7-1A38-4111-908E-55F96F53C0BC}" presName="bgRect" presStyleLbl="bgShp" presStyleIdx="0" presStyleCnt="3"/>
      <dgm:spPr/>
    </dgm:pt>
    <dgm:pt modelId="{8AE0D19B-B183-448B-B64C-10DDC75B936F}" type="pres">
      <dgm:prSet presAssocID="{EAD0F3F7-1A38-4111-908E-55F96F53C0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70C9F297-77FB-4C06-8768-16C21127C7A2}" type="pres">
      <dgm:prSet presAssocID="{EAD0F3F7-1A38-4111-908E-55F96F53C0BC}" presName="spaceRect" presStyleCnt="0"/>
      <dgm:spPr/>
    </dgm:pt>
    <dgm:pt modelId="{9C305ADB-93F6-4ED6-9F8D-C2AD38219BFE}" type="pres">
      <dgm:prSet presAssocID="{EAD0F3F7-1A38-4111-908E-55F96F53C0BC}" presName="parTx" presStyleLbl="revTx" presStyleIdx="0" presStyleCnt="3">
        <dgm:presLayoutVars>
          <dgm:chMax val="0"/>
          <dgm:chPref val="0"/>
        </dgm:presLayoutVars>
      </dgm:prSet>
      <dgm:spPr/>
    </dgm:pt>
    <dgm:pt modelId="{C9380AE2-D6CA-41CC-ABA4-CEA0F541A792}" type="pres">
      <dgm:prSet presAssocID="{907E61CD-6E4A-41D6-A8A5-927220CC937F}" presName="sibTrans" presStyleCnt="0"/>
      <dgm:spPr/>
    </dgm:pt>
    <dgm:pt modelId="{35446B35-0E92-4803-875A-CC9351A02E05}" type="pres">
      <dgm:prSet presAssocID="{41FB6C11-A311-409A-AA56-EDD96E064A20}" presName="compNode" presStyleCnt="0"/>
      <dgm:spPr/>
    </dgm:pt>
    <dgm:pt modelId="{29F9F601-04CE-4A45-B4CC-3B99C3AE2EE0}" type="pres">
      <dgm:prSet presAssocID="{41FB6C11-A311-409A-AA56-EDD96E064A20}" presName="bgRect" presStyleLbl="bgShp" presStyleIdx="1" presStyleCnt="3"/>
      <dgm:spPr/>
    </dgm:pt>
    <dgm:pt modelId="{4A8D4DBE-5C9D-46D3-A048-BA687EDDF3B3}" type="pres">
      <dgm:prSet presAssocID="{41FB6C11-A311-409A-AA56-EDD96E064A2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sconectado"/>
        </a:ext>
      </dgm:extLst>
    </dgm:pt>
    <dgm:pt modelId="{BF169B1E-61B4-4AF4-9533-167C8E61A204}" type="pres">
      <dgm:prSet presAssocID="{41FB6C11-A311-409A-AA56-EDD96E064A20}" presName="spaceRect" presStyleCnt="0"/>
      <dgm:spPr/>
    </dgm:pt>
    <dgm:pt modelId="{5318F3C7-CD15-4C96-85E2-1BE42FBB7D7E}" type="pres">
      <dgm:prSet presAssocID="{41FB6C11-A311-409A-AA56-EDD96E064A20}" presName="parTx" presStyleLbl="revTx" presStyleIdx="1" presStyleCnt="3">
        <dgm:presLayoutVars>
          <dgm:chMax val="0"/>
          <dgm:chPref val="0"/>
        </dgm:presLayoutVars>
      </dgm:prSet>
      <dgm:spPr/>
    </dgm:pt>
    <dgm:pt modelId="{FDC34171-D0C3-4129-B917-CB5F25DED476}" type="pres">
      <dgm:prSet presAssocID="{A8C2BDFB-C99C-4152-A72F-AA7E090F34D2}" presName="sibTrans" presStyleCnt="0"/>
      <dgm:spPr/>
    </dgm:pt>
    <dgm:pt modelId="{15EDCD5D-43DA-4792-87E8-D032FEB941D2}" type="pres">
      <dgm:prSet presAssocID="{B5908E90-9310-4EB5-8428-6D75155892C2}" presName="compNode" presStyleCnt="0"/>
      <dgm:spPr/>
    </dgm:pt>
    <dgm:pt modelId="{F42D5950-D10A-4954-9742-B214734025F0}" type="pres">
      <dgm:prSet presAssocID="{B5908E90-9310-4EB5-8428-6D75155892C2}" presName="bgRect" presStyleLbl="bgShp" presStyleIdx="2" presStyleCnt="3"/>
      <dgm:spPr/>
    </dgm:pt>
    <dgm:pt modelId="{CAA5ACFC-A56D-4764-9968-62553AE5BDAB}" type="pres">
      <dgm:prSet presAssocID="{B5908E90-9310-4EB5-8428-6D75155892C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uchara"/>
        </a:ext>
      </dgm:extLst>
    </dgm:pt>
    <dgm:pt modelId="{C78F0C91-7A6C-4E81-865F-202110AEF58F}" type="pres">
      <dgm:prSet presAssocID="{B5908E90-9310-4EB5-8428-6D75155892C2}" presName="spaceRect" presStyleCnt="0"/>
      <dgm:spPr/>
    </dgm:pt>
    <dgm:pt modelId="{0F77E719-6F27-4607-887E-7DBC0F4CA6A5}" type="pres">
      <dgm:prSet presAssocID="{B5908E90-9310-4EB5-8428-6D75155892C2}" presName="parTx" presStyleLbl="revTx" presStyleIdx="2" presStyleCnt="3">
        <dgm:presLayoutVars>
          <dgm:chMax val="0"/>
          <dgm:chPref val="0"/>
        </dgm:presLayoutVars>
      </dgm:prSet>
      <dgm:spPr/>
    </dgm:pt>
  </dgm:ptLst>
  <dgm:cxnLst>
    <dgm:cxn modelId="{E8CB2E08-8754-4356-9DB9-334C2DE650A6}" type="presOf" srcId="{41FB6C11-A311-409A-AA56-EDD96E064A20}" destId="{5318F3C7-CD15-4C96-85E2-1BE42FBB7D7E}" srcOrd="0" destOrd="0" presId="urn:microsoft.com/office/officeart/2018/2/layout/IconVerticalSolidList"/>
    <dgm:cxn modelId="{5D90E725-80E6-46AC-ACA8-A90ADAB544EE}" type="presOf" srcId="{B5908E90-9310-4EB5-8428-6D75155892C2}" destId="{0F77E719-6F27-4607-887E-7DBC0F4CA6A5}" srcOrd="0" destOrd="0" presId="urn:microsoft.com/office/officeart/2018/2/layout/IconVerticalSolidList"/>
    <dgm:cxn modelId="{E71EA267-B80B-4F6B-9646-4FC7565CD54A}" srcId="{5A4BF60A-B75A-4F80-90CE-5FD5B392CCF9}" destId="{EAD0F3F7-1A38-4111-908E-55F96F53C0BC}" srcOrd="0" destOrd="0" parTransId="{64507E0B-CBBD-4CBB-9839-02B8E68907AF}" sibTransId="{907E61CD-6E4A-41D6-A8A5-927220CC937F}"/>
    <dgm:cxn modelId="{1145634D-293A-4C6B-B809-F337402127D5}" srcId="{5A4BF60A-B75A-4F80-90CE-5FD5B392CCF9}" destId="{B5908E90-9310-4EB5-8428-6D75155892C2}" srcOrd="2" destOrd="0" parTransId="{01564D81-B15E-43F0-B30B-212F30B092E4}" sibTransId="{9239CEA6-22C6-48DB-B651-18C1B75E547C}"/>
    <dgm:cxn modelId="{0B8B776F-3A12-4756-AAED-B16AA097D925}" type="presOf" srcId="{5A4BF60A-B75A-4F80-90CE-5FD5B392CCF9}" destId="{F91126BD-5528-47CC-BAC6-B32A43B8A831}" srcOrd="0" destOrd="0" presId="urn:microsoft.com/office/officeart/2018/2/layout/IconVerticalSolidList"/>
    <dgm:cxn modelId="{DD5C37AA-890D-41EA-AF75-E80CBF8D58F5}" type="presOf" srcId="{EAD0F3F7-1A38-4111-908E-55F96F53C0BC}" destId="{9C305ADB-93F6-4ED6-9F8D-C2AD38219BFE}" srcOrd="0" destOrd="0" presId="urn:microsoft.com/office/officeart/2018/2/layout/IconVerticalSolidList"/>
    <dgm:cxn modelId="{A2AAEFE0-5F10-47AB-8F4C-D349FEBBCDA0}" srcId="{5A4BF60A-B75A-4F80-90CE-5FD5B392CCF9}" destId="{41FB6C11-A311-409A-AA56-EDD96E064A20}" srcOrd="1" destOrd="0" parTransId="{C1B1E892-76DA-4786-94E7-DA1C632A0DE2}" sibTransId="{A8C2BDFB-C99C-4152-A72F-AA7E090F34D2}"/>
    <dgm:cxn modelId="{65A42335-04F7-418D-B5C0-1EA7373DD8F2}" type="presParOf" srcId="{F91126BD-5528-47CC-BAC6-B32A43B8A831}" destId="{303DFECE-13B7-48A4-BDEC-4E488D34C81D}" srcOrd="0" destOrd="0" presId="urn:microsoft.com/office/officeart/2018/2/layout/IconVerticalSolidList"/>
    <dgm:cxn modelId="{455D7658-2E39-4DA0-8339-B601A50D5671}" type="presParOf" srcId="{303DFECE-13B7-48A4-BDEC-4E488D34C81D}" destId="{7DD74BD2-1DA1-4D62-963D-5EDDAA5551E2}" srcOrd="0" destOrd="0" presId="urn:microsoft.com/office/officeart/2018/2/layout/IconVerticalSolidList"/>
    <dgm:cxn modelId="{FF35274D-CE52-4943-BD0C-8CAE9B2B1A62}" type="presParOf" srcId="{303DFECE-13B7-48A4-BDEC-4E488D34C81D}" destId="{8AE0D19B-B183-448B-B64C-10DDC75B936F}" srcOrd="1" destOrd="0" presId="urn:microsoft.com/office/officeart/2018/2/layout/IconVerticalSolidList"/>
    <dgm:cxn modelId="{BA912655-8C9A-4193-A4F9-D2FAC284D446}" type="presParOf" srcId="{303DFECE-13B7-48A4-BDEC-4E488D34C81D}" destId="{70C9F297-77FB-4C06-8768-16C21127C7A2}" srcOrd="2" destOrd="0" presId="urn:microsoft.com/office/officeart/2018/2/layout/IconVerticalSolidList"/>
    <dgm:cxn modelId="{A881E7C8-F3F4-4022-9B70-8F466C51F28C}" type="presParOf" srcId="{303DFECE-13B7-48A4-BDEC-4E488D34C81D}" destId="{9C305ADB-93F6-4ED6-9F8D-C2AD38219BFE}" srcOrd="3" destOrd="0" presId="urn:microsoft.com/office/officeart/2018/2/layout/IconVerticalSolidList"/>
    <dgm:cxn modelId="{5B3DC0E9-2C3E-4E40-B62D-00F9EF28A7AA}" type="presParOf" srcId="{F91126BD-5528-47CC-BAC6-B32A43B8A831}" destId="{C9380AE2-D6CA-41CC-ABA4-CEA0F541A792}" srcOrd="1" destOrd="0" presId="urn:microsoft.com/office/officeart/2018/2/layout/IconVerticalSolidList"/>
    <dgm:cxn modelId="{333BBF61-E13C-49A4-A2DF-F0B57923FE62}" type="presParOf" srcId="{F91126BD-5528-47CC-BAC6-B32A43B8A831}" destId="{35446B35-0E92-4803-875A-CC9351A02E05}" srcOrd="2" destOrd="0" presId="urn:microsoft.com/office/officeart/2018/2/layout/IconVerticalSolidList"/>
    <dgm:cxn modelId="{6E334839-48AF-44A3-A78A-026BEBC6A680}" type="presParOf" srcId="{35446B35-0E92-4803-875A-CC9351A02E05}" destId="{29F9F601-04CE-4A45-B4CC-3B99C3AE2EE0}" srcOrd="0" destOrd="0" presId="urn:microsoft.com/office/officeart/2018/2/layout/IconVerticalSolidList"/>
    <dgm:cxn modelId="{1616CF1C-7715-4E50-9543-6C81E08A3457}" type="presParOf" srcId="{35446B35-0E92-4803-875A-CC9351A02E05}" destId="{4A8D4DBE-5C9D-46D3-A048-BA687EDDF3B3}" srcOrd="1" destOrd="0" presId="urn:microsoft.com/office/officeart/2018/2/layout/IconVerticalSolidList"/>
    <dgm:cxn modelId="{89C39A77-CBC9-4048-8B7A-B47F715B99BC}" type="presParOf" srcId="{35446B35-0E92-4803-875A-CC9351A02E05}" destId="{BF169B1E-61B4-4AF4-9533-167C8E61A204}" srcOrd="2" destOrd="0" presId="urn:microsoft.com/office/officeart/2018/2/layout/IconVerticalSolidList"/>
    <dgm:cxn modelId="{B3A6CD22-90D8-439A-B6D4-6C0C5EF17E04}" type="presParOf" srcId="{35446B35-0E92-4803-875A-CC9351A02E05}" destId="{5318F3C7-CD15-4C96-85E2-1BE42FBB7D7E}" srcOrd="3" destOrd="0" presId="urn:microsoft.com/office/officeart/2018/2/layout/IconVerticalSolidList"/>
    <dgm:cxn modelId="{7F4B8E1F-E49E-4F1B-AB22-AA337DC4CF34}" type="presParOf" srcId="{F91126BD-5528-47CC-BAC6-B32A43B8A831}" destId="{FDC34171-D0C3-4129-B917-CB5F25DED476}" srcOrd="3" destOrd="0" presId="urn:microsoft.com/office/officeart/2018/2/layout/IconVerticalSolidList"/>
    <dgm:cxn modelId="{266199F8-B6FE-4470-8ECB-52BBCEEC46EE}" type="presParOf" srcId="{F91126BD-5528-47CC-BAC6-B32A43B8A831}" destId="{15EDCD5D-43DA-4792-87E8-D032FEB941D2}" srcOrd="4" destOrd="0" presId="urn:microsoft.com/office/officeart/2018/2/layout/IconVerticalSolidList"/>
    <dgm:cxn modelId="{B2ED3601-2D35-46CB-9A1B-52C9C821E2B1}" type="presParOf" srcId="{15EDCD5D-43DA-4792-87E8-D032FEB941D2}" destId="{F42D5950-D10A-4954-9742-B214734025F0}" srcOrd="0" destOrd="0" presId="urn:microsoft.com/office/officeart/2018/2/layout/IconVerticalSolidList"/>
    <dgm:cxn modelId="{C41D9C5B-C1E5-4919-BFFC-54898B61DC9B}" type="presParOf" srcId="{15EDCD5D-43DA-4792-87E8-D032FEB941D2}" destId="{CAA5ACFC-A56D-4764-9968-62553AE5BDAB}" srcOrd="1" destOrd="0" presId="urn:microsoft.com/office/officeart/2018/2/layout/IconVerticalSolidList"/>
    <dgm:cxn modelId="{D5D51F70-7793-42EE-ACDF-58191CB43D25}" type="presParOf" srcId="{15EDCD5D-43DA-4792-87E8-D032FEB941D2}" destId="{C78F0C91-7A6C-4E81-865F-202110AEF58F}" srcOrd="2" destOrd="0" presId="urn:microsoft.com/office/officeart/2018/2/layout/IconVerticalSolidList"/>
    <dgm:cxn modelId="{50954A5B-26F7-41AF-8CA3-8DB6BE76AF25}" type="presParOf" srcId="{15EDCD5D-43DA-4792-87E8-D032FEB941D2}" destId="{0F77E719-6F27-4607-887E-7DBC0F4CA6A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2B7CB4-DBE4-4ED8-AD45-0675ED07BC3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DAF4CE1-904E-440B-A357-8E285542CA84}">
      <dgm:prSet/>
      <dgm:spPr/>
      <dgm:t>
        <a:bodyPr/>
        <a:lstStyle/>
        <a:p>
          <a:r>
            <a:rPr lang="es-ES"/>
            <a:t>Memoria caché. Los ordenadores de cuarta y quinta generación usaban una caché secundaria, de nivel 2 o caché L2 integrada en la placa base. A partir de la sexta generación la caché de nivel 2 se integró en el propio microprocesador. Los de octava generación integran los niveles L3 y L4 (eDRAM).</a:t>
          </a:r>
          <a:endParaRPr lang="en-US"/>
        </a:p>
      </dgm:t>
    </dgm:pt>
    <dgm:pt modelId="{06A8CA17-855A-43C3-BA1D-5A9CBDD89509}" type="parTrans" cxnId="{BCA665F3-E200-4D5D-8935-13B36352C9A5}">
      <dgm:prSet/>
      <dgm:spPr/>
      <dgm:t>
        <a:bodyPr/>
        <a:lstStyle/>
        <a:p>
          <a:endParaRPr lang="en-US"/>
        </a:p>
      </dgm:t>
    </dgm:pt>
    <dgm:pt modelId="{140B96D9-9697-4C31-9E79-53BE49CEE6DA}" type="sibTrans" cxnId="{BCA665F3-E200-4D5D-8935-13B36352C9A5}">
      <dgm:prSet/>
      <dgm:spPr/>
      <dgm:t>
        <a:bodyPr/>
        <a:lstStyle/>
        <a:p>
          <a:endParaRPr lang="en-US"/>
        </a:p>
      </dgm:t>
    </dgm:pt>
    <dgm:pt modelId="{BF40ADC7-F77C-4668-916D-1C42CE8F9F8B}">
      <dgm:prSet/>
      <dgm:spPr/>
      <dgm:t>
        <a:bodyPr/>
        <a:lstStyle/>
        <a:p>
          <a:r>
            <a:rPr lang="es-ES">
              <a:hlinkClick xmlns:r="http://schemas.openxmlformats.org/officeDocument/2006/relationships" r:id="rId1"/>
            </a:rPr>
            <a:t>https://www.muycomputer.com/2015/09/26/core-i7-5775c-128-mb-de-l4/</a:t>
          </a:r>
          <a:endParaRPr lang="en-US"/>
        </a:p>
      </dgm:t>
    </dgm:pt>
    <dgm:pt modelId="{0F2B749D-BB10-4D43-8099-A909C31F246B}" type="parTrans" cxnId="{CF240351-FD73-4D5F-8BC2-7F1962B8BD5F}">
      <dgm:prSet/>
      <dgm:spPr/>
      <dgm:t>
        <a:bodyPr/>
        <a:lstStyle/>
        <a:p>
          <a:endParaRPr lang="en-US"/>
        </a:p>
      </dgm:t>
    </dgm:pt>
    <dgm:pt modelId="{DAAA9AD7-093E-4469-B197-EE1318ECEE11}" type="sibTrans" cxnId="{CF240351-FD73-4D5F-8BC2-7F1962B8BD5F}">
      <dgm:prSet/>
      <dgm:spPr/>
      <dgm:t>
        <a:bodyPr/>
        <a:lstStyle/>
        <a:p>
          <a:endParaRPr lang="en-US"/>
        </a:p>
      </dgm:t>
    </dgm:pt>
    <dgm:pt modelId="{BFCC8ADA-70D5-4BAA-9C88-BA405FA3A7AE}">
      <dgm:prSet/>
      <dgm:spPr/>
      <dgm:t>
        <a:bodyPr/>
        <a:lstStyle/>
        <a:p>
          <a:r>
            <a:rPr lang="es-ES"/>
            <a:t>5) Slots de Buses. Estas ranuras sirven para aumentar las capacidades del sistema. En ellas se insertan tarjetas y controladoras de entrada-salida. Con el paso de los años se han ido estandarizando varios tipos de buses como ISA, EISA, MCA, PCI o AGP. Hoy día los más habituales son PCI, AGP y PCI-Express. Se desarrollarán en un apartado posterior. Los discos de estado sólido (SSD) usan ranuras SATA, PCI-Express 4x o M.2.</a:t>
          </a:r>
          <a:endParaRPr lang="en-US"/>
        </a:p>
      </dgm:t>
    </dgm:pt>
    <dgm:pt modelId="{CD80B50E-C6C4-4E81-A903-179D382EACF9}" type="parTrans" cxnId="{92B5EF9C-4A22-4A11-ABBA-8F6B5639573E}">
      <dgm:prSet/>
      <dgm:spPr/>
      <dgm:t>
        <a:bodyPr/>
        <a:lstStyle/>
        <a:p>
          <a:endParaRPr lang="en-US"/>
        </a:p>
      </dgm:t>
    </dgm:pt>
    <dgm:pt modelId="{05173F42-2A33-4A99-A8CD-CF25CF71C7E8}" type="sibTrans" cxnId="{92B5EF9C-4A22-4A11-ABBA-8F6B5639573E}">
      <dgm:prSet/>
      <dgm:spPr/>
      <dgm:t>
        <a:bodyPr/>
        <a:lstStyle/>
        <a:p>
          <a:endParaRPr lang="en-US"/>
        </a:p>
      </dgm:t>
    </dgm:pt>
    <dgm:pt modelId="{B974A57D-B7DE-4E57-95D9-29EA2B8A2BC6}" type="pres">
      <dgm:prSet presAssocID="{6F2B7CB4-DBE4-4ED8-AD45-0675ED07BC32}" presName="root" presStyleCnt="0">
        <dgm:presLayoutVars>
          <dgm:dir/>
          <dgm:resizeHandles val="exact"/>
        </dgm:presLayoutVars>
      </dgm:prSet>
      <dgm:spPr/>
    </dgm:pt>
    <dgm:pt modelId="{E223425D-6499-4FBA-AA50-C94A8D6DB721}" type="pres">
      <dgm:prSet presAssocID="{BDAF4CE1-904E-440B-A357-8E285542CA84}" presName="compNode" presStyleCnt="0"/>
      <dgm:spPr/>
    </dgm:pt>
    <dgm:pt modelId="{0D68A619-FCA2-4EB8-AD51-878B900F2F80}" type="pres">
      <dgm:prSet presAssocID="{BDAF4CE1-904E-440B-A357-8E285542CA84}" presName="bgRect" presStyleLbl="bgShp" presStyleIdx="0" presStyleCnt="3"/>
      <dgm:spPr/>
    </dgm:pt>
    <dgm:pt modelId="{8E6623CD-FF9A-434C-AC87-E20169C56248}" type="pres">
      <dgm:prSet presAssocID="{BDAF4CE1-904E-440B-A357-8E285542CA84}"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ador"/>
        </a:ext>
      </dgm:extLst>
    </dgm:pt>
    <dgm:pt modelId="{388C9319-F6E5-4808-B299-7724F0C173B9}" type="pres">
      <dgm:prSet presAssocID="{BDAF4CE1-904E-440B-A357-8E285542CA84}" presName="spaceRect" presStyleCnt="0"/>
      <dgm:spPr/>
    </dgm:pt>
    <dgm:pt modelId="{252F7E62-8615-4B5D-9BF2-BDEEBEFAE0FB}" type="pres">
      <dgm:prSet presAssocID="{BDAF4CE1-904E-440B-A357-8E285542CA84}" presName="parTx" presStyleLbl="revTx" presStyleIdx="0" presStyleCnt="3">
        <dgm:presLayoutVars>
          <dgm:chMax val="0"/>
          <dgm:chPref val="0"/>
        </dgm:presLayoutVars>
      </dgm:prSet>
      <dgm:spPr/>
    </dgm:pt>
    <dgm:pt modelId="{82C84DFA-B5D5-43A6-862F-C600D4386335}" type="pres">
      <dgm:prSet presAssocID="{140B96D9-9697-4C31-9E79-53BE49CEE6DA}" presName="sibTrans" presStyleCnt="0"/>
      <dgm:spPr/>
    </dgm:pt>
    <dgm:pt modelId="{580BCF68-B1E4-498E-95DA-4E6B6EA3ECE6}" type="pres">
      <dgm:prSet presAssocID="{BF40ADC7-F77C-4668-916D-1C42CE8F9F8B}" presName="compNode" presStyleCnt="0"/>
      <dgm:spPr/>
    </dgm:pt>
    <dgm:pt modelId="{8890F260-7522-403D-A622-18D4C67186C4}" type="pres">
      <dgm:prSet presAssocID="{BF40ADC7-F77C-4668-916D-1C42CE8F9F8B}" presName="bgRect" presStyleLbl="bgShp" presStyleIdx="1" presStyleCnt="3"/>
      <dgm:spPr/>
    </dgm:pt>
    <dgm:pt modelId="{00044ED3-7936-476C-B75D-0516D8738DE7}" type="pres">
      <dgm:prSet presAssocID="{BF40ADC7-F77C-4668-916D-1C42CE8F9F8B}"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arth Globe Americas"/>
        </a:ext>
      </dgm:extLst>
    </dgm:pt>
    <dgm:pt modelId="{5C14FE75-355C-46B9-A5CF-4C84361B7ABE}" type="pres">
      <dgm:prSet presAssocID="{BF40ADC7-F77C-4668-916D-1C42CE8F9F8B}" presName="spaceRect" presStyleCnt="0"/>
      <dgm:spPr/>
    </dgm:pt>
    <dgm:pt modelId="{8F1D6F12-5701-49CD-9D6F-AF2EC058F131}" type="pres">
      <dgm:prSet presAssocID="{BF40ADC7-F77C-4668-916D-1C42CE8F9F8B}" presName="parTx" presStyleLbl="revTx" presStyleIdx="1" presStyleCnt="3">
        <dgm:presLayoutVars>
          <dgm:chMax val="0"/>
          <dgm:chPref val="0"/>
        </dgm:presLayoutVars>
      </dgm:prSet>
      <dgm:spPr/>
    </dgm:pt>
    <dgm:pt modelId="{B2A0DA28-8FC9-4AEA-A560-ED6D54D9966E}" type="pres">
      <dgm:prSet presAssocID="{DAAA9AD7-093E-4469-B197-EE1318ECEE11}" presName="sibTrans" presStyleCnt="0"/>
      <dgm:spPr/>
    </dgm:pt>
    <dgm:pt modelId="{B7F7B382-8E81-4E9E-875A-11930C6A7198}" type="pres">
      <dgm:prSet presAssocID="{BFCC8ADA-70D5-4BAA-9C88-BA405FA3A7AE}" presName="compNode" presStyleCnt="0"/>
      <dgm:spPr/>
    </dgm:pt>
    <dgm:pt modelId="{20817245-2AA6-4480-AA2A-52932E188D05}" type="pres">
      <dgm:prSet presAssocID="{BFCC8ADA-70D5-4BAA-9C88-BA405FA3A7AE}" presName="bgRect" presStyleLbl="bgShp" presStyleIdx="2" presStyleCnt="3"/>
      <dgm:spPr/>
    </dgm:pt>
    <dgm:pt modelId="{EE1C813A-E666-49EC-86E2-578300F64EA0}" type="pres">
      <dgm:prSet presAssocID="{BFCC8ADA-70D5-4BAA-9C88-BA405FA3A7AE}"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Autobús"/>
        </a:ext>
      </dgm:extLst>
    </dgm:pt>
    <dgm:pt modelId="{52544E5A-2C5A-4384-BEC6-DE319ACC7C4C}" type="pres">
      <dgm:prSet presAssocID="{BFCC8ADA-70D5-4BAA-9C88-BA405FA3A7AE}" presName="spaceRect" presStyleCnt="0"/>
      <dgm:spPr/>
    </dgm:pt>
    <dgm:pt modelId="{097556FE-35B6-4042-8828-067F11A39834}" type="pres">
      <dgm:prSet presAssocID="{BFCC8ADA-70D5-4BAA-9C88-BA405FA3A7AE}" presName="parTx" presStyleLbl="revTx" presStyleIdx="2" presStyleCnt="3">
        <dgm:presLayoutVars>
          <dgm:chMax val="0"/>
          <dgm:chPref val="0"/>
        </dgm:presLayoutVars>
      </dgm:prSet>
      <dgm:spPr/>
    </dgm:pt>
  </dgm:ptLst>
  <dgm:cxnLst>
    <dgm:cxn modelId="{CF240351-FD73-4D5F-8BC2-7F1962B8BD5F}" srcId="{6F2B7CB4-DBE4-4ED8-AD45-0675ED07BC32}" destId="{BF40ADC7-F77C-4668-916D-1C42CE8F9F8B}" srcOrd="1" destOrd="0" parTransId="{0F2B749D-BB10-4D43-8099-A909C31F246B}" sibTransId="{DAAA9AD7-093E-4469-B197-EE1318ECEE11}"/>
    <dgm:cxn modelId="{92B5EF9C-4A22-4A11-ABBA-8F6B5639573E}" srcId="{6F2B7CB4-DBE4-4ED8-AD45-0675ED07BC32}" destId="{BFCC8ADA-70D5-4BAA-9C88-BA405FA3A7AE}" srcOrd="2" destOrd="0" parTransId="{CD80B50E-C6C4-4E81-A903-179D382EACF9}" sibTransId="{05173F42-2A33-4A99-A8CD-CF25CF71C7E8}"/>
    <dgm:cxn modelId="{CC0D23CB-845B-4C4F-BD8A-9652036762D3}" type="presOf" srcId="{BF40ADC7-F77C-4668-916D-1C42CE8F9F8B}" destId="{8F1D6F12-5701-49CD-9D6F-AF2EC058F131}" srcOrd="0" destOrd="0" presId="urn:microsoft.com/office/officeart/2018/2/layout/IconVerticalSolidList"/>
    <dgm:cxn modelId="{974336CF-8B87-4C86-BBCA-88D2296AAFCB}" type="presOf" srcId="{BDAF4CE1-904E-440B-A357-8E285542CA84}" destId="{252F7E62-8615-4B5D-9BF2-BDEEBEFAE0FB}" srcOrd="0" destOrd="0" presId="urn:microsoft.com/office/officeart/2018/2/layout/IconVerticalSolidList"/>
    <dgm:cxn modelId="{1D124AEB-6C81-4769-BFDE-1EFCC9949946}" type="presOf" srcId="{BFCC8ADA-70D5-4BAA-9C88-BA405FA3A7AE}" destId="{097556FE-35B6-4042-8828-067F11A39834}" srcOrd="0" destOrd="0" presId="urn:microsoft.com/office/officeart/2018/2/layout/IconVerticalSolidList"/>
    <dgm:cxn modelId="{CD54FFF0-134C-46B1-94F9-E70E5053CC95}" type="presOf" srcId="{6F2B7CB4-DBE4-4ED8-AD45-0675ED07BC32}" destId="{B974A57D-B7DE-4E57-95D9-29EA2B8A2BC6}" srcOrd="0" destOrd="0" presId="urn:microsoft.com/office/officeart/2018/2/layout/IconVerticalSolidList"/>
    <dgm:cxn modelId="{BCA665F3-E200-4D5D-8935-13B36352C9A5}" srcId="{6F2B7CB4-DBE4-4ED8-AD45-0675ED07BC32}" destId="{BDAF4CE1-904E-440B-A357-8E285542CA84}" srcOrd="0" destOrd="0" parTransId="{06A8CA17-855A-43C3-BA1D-5A9CBDD89509}" sibTransId="{140B96D9-9697-4C31-9E79-53BE49CEE6DA}"/>
    <dgm:cxn modelId="{B49817E7-44D9-4986-99F3-6976B5F4E25D}" type="presParOf" srcId="{B974A57D-B7DE-4E57-95D9-29EA2B8A2BC6}" destId="{E223425D-6499-4FBA-AA50-C94A8D6DB721}" srcOrd="0" destOrd="0" presId="urn:microsoft.com/office/officeart/2018/2/layout/IconVerticalSolidList"/>
    <dgm:cxn modelId="{232CDEFF-FCC0-4C49-ACE6-5CCBC5A9C517}" type="presParOf" srcId="{E223425D-6499-4FBA-AA50-C94A8D6DB721}" destId="{0D68A619-FCA2-4EB8-AD51-878B900F2F80}" srcOrd="0" destOrd="0" presId="urn:microsoft.com/office/officeart/2018/2/layout/IconVerticalSolidList"/>
    <dgm:cxn modelId="{2FFA5B7A-27A0-4C55-96FF-D49AE88EA3BD}" type="presParOf" srcId="{E223425D-6499-4FBA-AA50-C94A8D6DB721}" destId="{8E6623CD-FF9A-434C-AC87-E20169C56248}" srcOrd="1" destOrd="0" presId="urn:microsoft.com/office/officeart/2018/2/layout/IconVerticalSolidList"/>
    <dgm:cxn modelId="{43036744-EB30-40BF-BF85-B0268BB7975D}" type="presParOf" srcId="{E223425D-6499-4FBA-AA50-C94A8D6DB721}" destId="{388C9319-F6E5-4808-B299-7724F0C173B9}" srcOrd="2" destOrd="0" presId="urn:microsoft.com/office/officeart/2018/2/layout/IconVerticalSolidList"/>
    <dgm:cxn modelId="{CC6F7825-9383-43F2-B561-0EB067FD641D}" type="presParOf" srcId="{E223425D-6499-4FBA-AA50-C94A8D6DB721}" destId="{252F7E62-8615-4B5D-9BF2-BDEEBEFAE0FB}" srcOrd="3" destOrd="0" presId="urn:microsoft.com/office/officeart/2018/2/layout/IconVerticalSolidList"/>
    <dgm:cxn modelId="{9C594FB6-784E-4FA3-810F-52D5E39D312F}" type="presParOf" srcId="{B974A57D-B7DE-4E57-95D9-29EA2B8A2BC6}" destId="{82C84DFA-B5D5-43A6-862F-C600D4386335}" srcOrd="1" destOrd="0" presId="urn:microsoft.com/office/officeart/2018/2/layout/IconVerticalSolidList"/>
    <dgm:cxn modelId="{2104CE83-4B53-42E2-A7EA-AC7FA451F334}" type="presParOf" srcId="{B974A57D-B7DE-4E57-95D9-29EA2B8A2BC6}" destId="{580BCF68-B1E4-498E-95DA-4E6B6EA3ECE6}" srcOrd="2" destOrd="0" presId="urn:microsoft.com/office/officeart/2018/2/layout/IconVerticalSolidList"/>
    <dgm:cxn modelId="{27FD156F-6341-45D3-A123-318E4BFD92A5}" type="presParOf" srcId="{580BCF68-B1E4-498E-95DA-4E6B6EA3ECE6}" destId="{8890F260-7522-403D-A622-18D4C67186C4}" srcOrd="0" destOrd="0" presId="urn:microsoft.com/office/officeart/2018/2/layout/IconVerticalSolidList"/>
    <dgm:cxn modelId="{E847F3C8-2FB0-43CA-A500-D96340BFC16E}" type="presParOf" srcId="{580BCF68-B1E4-498E-95DA-4E6B6EA3ECE6}" destId="{00044ED3-7936-476C-B75D-0516D8738DE7}" srcOrd="1" destOrd="0" presId="urn:microsoft.com/office/officeart/2018/2/layout/IconVerticalSolidList"/>
    <dgm:cxn modelId="{D15C4A8D-EEEA-44FE-B22B-21369ADEA72B}" type="presParOf" srcId="{580BCF68-B1E4-498E-95DA-4E6B6EA3ECE6}" destId="{5C14FE75-355C-46B9-A5CF-4C84361B7ABE}" srcOrd="2" destOrd="0" presId="urn:microsoft.com/office/officeart/2018/2/layout/IconVerticalSolidList"/>
    <dgm:cxn modelId="{6FC3FB06-3930-419E-810D-9977051DD079}" type="presParOf" srcId="{580BCF68-B1E4-498E-95DA-4E6B6EA3ECE6}" destId="{8F1D6F12-5701-49CD-9D6F-AF2EC058F131}" srcOrd="3" destOrd="0" presId="urn:microsoft.com/office/officeart/2018/2/layout/IconVerticalSolidList"/>
    <dgm:cxn modelId="{83A45CEF-3477-41C2-BDAA-04654B84AE5D}" type="presParOf" srcId="{B974A57D-B7DE-4E57-95D9-29EA2B8A2BC6}" destId="{B2A0DA28-8FC9-4AEA-A560-ED6D54D9966E}" srcOrd="3" destOrd="0" presId="urn:microsoft.com/office/officeart/2018/2/layout/IconVerticalSolidList"/>
    <dgm:cxn modelId="{28F4B91A-E432-4DE2-A6D6-82F8B4A20FF3}" type="presParOf" srcId="{B974A57D-B7DE-4E57-95D9-29EA2B8A2BC6}" destId="{B7F7B382-8E81-4E9E-875A-11930C6A7198}" srcOrd="4" destOrd="0" presId="urn:microsoft.com/office/officeart/2018/2/layout/IconVerticalSolidList"/>
    <dgm:cxn modelId="{01C6C128-44B6-4F2D-848A-CE6301AE101F}" type="presParOf" srcId="{B7F7B382-8E81-4E9E-875A-11930C6A7198}" destId="{20817245-2AA6-4480-AA2A-52932E188D05}" srcOrd="0" destOrd="0" presId="urn:microsoft.com/office/officeart/2018/2/layout/IconVerticalSolidList"/>
    <dgm:cxn modelId="{FCABA845-03A6-4FDC-A6AE-7AB437769AA5}" type="presParOf" srcId="{B7F7B382-8E81-4E9E-875A-11930C6A7198}" destId="{EE1C813A-E666-49EC-86E2-578300F64EA0}" srcOrd="1" destOrd="0" presId="urn:microsoft.com/office/officeart/2018/2/layout/IconVerticalSolidList"/>
    <dgm:cxn modelId="{9CBDFE91-422B-40DD-99FF-D8683954098A}" type="presParOf" srcId="{B7F7B382-8E81-4E9E-875A-11930C6A7198}" destId="{52544E5A-2C5A-4384-BEC6-DE319ACC7C4C}" srcOrd="2" destOrd="0" presId="urn:microsoft.com/office/officeart/2018/2/layout/IconVerticalSolidList"/>
    <dgm:cxn modelId="{E6A4000C-3B3D-4C5A-9823-CEF6590BD806}" type="presParOf" srcId="{B7F7B382-8E81-4E9E-875A-11930C6A7198}" destId="{097556FE-35B6-4042-8828-067F11A3983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2B7CB4-DBE4-4ED8-AD45-0675ED07BC3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DAF4CE1-904E-440B-A357-8E285542CA84}">
      <dgm:prSet phldr="0"/>
      <dgm:spPr/>
      <dgm:t>
        <a:bodyPr/>
        <a:lstStyle/>
        <a:p>
          <a:pPr>
            <a:lnSpc>
              <a:spcPct val="100000"/>
            </a:lnSpc>
          </a:pPr>
          <a:r>
            <a:rPr lang="es-ES">
              <a:latin typeface="Calibri Light" panose="020F0302020204030204"/>
            </a:rPr>
            <a:t>Chipset</a:t>
          </a:r>
          <a:endParaRPr lang="es-ES"/>
        </a:p>
      </dgm:t>
    </dgm:pt>
    <dgm:pt modelId="{06A8CA17-855A-43C3-BA1D-5A9CBDD89509}" type="parTrans" cxnId="{BCA665F3-E200-4D5D-8935-13B36352C9A5}">
      <dgm:prSet/>
      <dgm:spPr/>
      <dgm:t>
        <a:bodyPr/>
        <a:lstStyle/>
        <a:p>
          <a:endParaRPr lang="en-US"/>
        </a:p>
      </dgm:t>
    </dgm:pt>
    <dgm:pt modelId="{140B96D9-9697-4C31-9E79-53BE49CEE6DA}" type="sibTrans" cxnId="{BCA665F3-E200-4D5D-8935-13B36352C9A5}">
      <dgm:prSet/>
      <dgm:spPr/>
      <dgm:t>
        <a:bodyPr/>
        <a:lstStyle/>
        <a:p>
          <a:endParaRPr lang="en-US"/>
        </a:p>
      </dgm:t>
    </dgm:pt>
    <dgm:pt modelId="{2998DE02-BE0F-45E4-AA70-86BA74FA2E5B}">
      <dgm:prSet phldr="0"/>
      <dgm:spPr/>
      <dgm:t>
        <a:bodyPr/>
        <a:lstStyle/>
        <a:p>
          <a:pPr>
            <a:lnSpc>
              <a:spcPct val="100000"/>
            </a:lnSpc>
          </a:pPr>
          <a:r>
            <a:rPr lang="es-ES">
              <a:latin typeface="Calibri Light" panose="020F0302020204030204"/>
            </a:rPr>
            <a:t>NorthBridge</a:t>
          </a:r>
        </a:p>
      </dgm:t>
    </dgm:pt>
    <dgm:pt modelId="{E3D6B52F-0A10-47C0-987F-FE5765C61DFE}" type="parTrans" cxnId="{53D612C1-7E87-4DA0-ABCF-2E8A912AD2C6}">
      <dgm:prSet/>
      <dgm:spPr/>
    </dgm:pt>
    <dgm:pt modelId="{7EE691D7-813E-4C45-A910-88A3FDEA325E}" type="sibTrans" cxnId="{53D612C1-7E87-4DA0-ABCF-2E8A912AD2C6}">
      <dgm:prSet/>
      <dgm:spPr/>
    </dgm:pt>
    <dgm:pt modelId="{297DE4DA-04E2-4550-B240-95A66D064820}">
      <dgm:prSet phldr="0"/>
      <dgm:spPr/>
      <dgm:t>
        <a:bodyPr/>
        <a:lstStyle/>
        <a:p>
          <a:pPr>
            <a:lnSpc>
              <a:spcPct val="100000"/>
            </a:lnSpc>
          </a:pPr>
          <a:r>
            <a:rPr lang="es-ES">
              <a:latin typeface="Calibri Light" panose="020F0302020204030204"/>
            </a:rPr>
            <a:t>SouthBridge</a:t>
          </a:r>
        </a:p>
      </dgm:t>
    </dgm:pt>
    <dgm:pt modelId="{43459E2C-B421-4300-9804-E60C06DC030A}" type="parTrans" cxnId="{0287E0E7-9001-42B7-B0AD-EEAD8070B516}">
      <dgm:prSet/>
      <dgm:spPr/>
    </dgm:pt>
    <dgm:pt modelId="{EA72A7CD-20D8-4ACA-BA37-E677E5C23909}" type="sibTrans" cxnId="{0287E0E7-9001-42B7-B0AD-EEAD8070B516}">
      <dgm:prSet/>
      <dgm:spPr/>
    </dgm:pt>
    <dgm:pt modelId="{A14A4688-5AE2-4462-A59E-742EB240FB1D}">
      <dgm:prSet phldr="0"/>
      <dgm:spPr/>
      <dgm:t>
        <a:bodyPr/>
        <a:lstStyle/>
        <a:p>
          <a:pPr>
            <a:lnSpc>
              <a:spcPct val="100000"/>
            </a:lnSpc>
          </a:pPr>
          <a:r>
            <a:rPr lang="es-ES">
              <a:latin typeface="Calibri Light" panose="020F0302020204030204"/>
            </a:rPr>
            <a:t>BIOS</a:t>
          </a:r>
        </a:p>
      </dgm:t>
    </dgm:pt>
    <dgm:pt modelId="{CC658C26-E4B4-4B84-9487-2FFA8A1A8C1E}" type="parTrans" cxnId="{6D881D1E-5ACF-459A-AF36-782A78CF38E5}">
      <dgm:prSet/>
      <dgm:spPr/>
    </dgm:pt>
    <dgm:pt modelId="{55F8196F-C199-4BC1-A2D9-20EC19CB295A}" type="sibTrans" cxnId="{6D881D1E-5ACF-459A-AF36-782A78CF38E5}">
      <dgm:prSet/>
      <dgm:spPr/>
    </dgm:pt>
    <dgm:pt modelId="{7B05EAEB-3864-4617-8081-C6A2B2C50A72}">
      <dgm:prSet phldr="0"/>
      <dgm:spPr/>
      <dgm:t>
        <a:bodyPr/>
        <a:lstStyle/>
        <a:p>
          <a:pPr>
            <a:lnSpc>
              <a:spcPct val="100000"/>
            </a:lnSpc>
          </a:pPr>
          <a:r>
            <a:rPr lang="es-ES">
              <a:latin typeface="Calibri Light" panose="020F0302020204030204"/>
            </a:rPr>
            <a:t>PILA</a:t>
          </a:r>
        </a:p>
      </dgm:t>
    </dgm:pt>
    <dgm:pt modelId="{1739B117-FBB9-40C2-86A3-522E27869C4D}" type="parTrans" cxnId="{65042A05-7D43-4E1B-8F23-7CFBF5ACB031}">
      <dgm:prSet/>
      <dgm:spPr/>
    </dgm:pt>
    <dgm:pt modelId="{61730456-25A4-4166-99D6-0402B467C0DB}" type="sibTrans" cxnId="{65042A05-7D43-4E1B-8F23-7CFBF5ACB031}">
      <dgm:prSet/>
      <dgm:spPr/>
    </dgm:pt>
    <dgm:pt modelId="{79E4287B-A115-46EA-B353-A789903784B9}">
      <dgm:prSet phldr="0"/>
      <dgm:spPr/>
      <dgm:t>
        <a:bodyPr/>
        <a:lstStyle/>
        <a:p>
          <a:pPr>
            <a:lnSpc>
              <a:spcPct val="100000"/>
            </a:lnSpc>
          </a:pPr>
          <a:r>
            <a:rPr lang="es-ES">
              <a:latin typeface="Calibri Light" panose="020F0302020204030204"/>
            </a:rPr>
            <a:t>CONECTOR DE ALIMENTACIÓN</a:t>
          </a:r>
        </a:p>
      </dgm:t>
    </dgm:pt>
    <dgm:pt modelId="{24791810-412D-4111-8C3C-30C9D9F7AC24}" type="parTrans" cxnId="{2C35DF29-7D7C-4815-AF11-DB1AD65EC745}">
      <dgm:prSet/>
      <dgm:spPr/>
    </dgm:pt>
    <dgm:pt modelId="{7637F12E-5172-4DE1-B2D9-B98CD380B16E}" type="sibTrans" cxnId="{2C35DF29-7D7C-4815-AF11-DB1AD65EC745}">
      <dgm:prSet/>
      <dgm:spPr/>
    </dgm:pt>
    <dgm:pt modelId="{CB67D7FD-DEA4-44A0-A412-1C4E3BA328BA}">
      <dgm:prSet phldr="0"/>
      <dgm:spPr/>
      <dgm:t>
        <a:bodyPr/>
        <a:lstStyle/>
        <a:p>
          <a:pPr rtl="0">
            <a:lnSpc>
              <a:spcPct val="100000"/>
            </a:lnSpc>
          </a:pPr>
          <a:r>
            <a:rPr lang="es-ES">
              <a:latin typeface="Calibri Light" panose="020F0302020204030204"/>
            </a:rPr>
            <a:t>CONECTORES DEL PANEL FRONTAL</a:t>
          </a:r>
        </a:p>
      </dgm:t>
    </dgm:pt>
    <dgm:pt modelId="{7A443B0F-A30C-42B7-B7BA-D1AE74251E4F}" type="parTrans" cxnId="{8173506E-EDB4-4C20-A130-2AA72D7A46DC}">
      <dgm:prSet/>
      <dgm:spPr/>
    </dgm:pt>
    <dgm:pt modelId="{47B0FD43-0501-440C-992A-CACA3A88F000}" type="sibTrans" cxnId="{8173506E-EDB4-4C20-A130-2AA72D7A46DC}">
      <dgm:prSet/>
      <dgm:spPr/>
    </dgm:pt>
    <dgm:pt modelId="{889D3F09-868C-469A-B999-D91220B4EE41}">
      <dgm:prSet phldr="0"/>
      <dgm:spPr/>
      <dgm:t>
        <a:bodyPr/>
        <a:lstStyle/>
        <a:p>
          <a:pPr rtl="0">
            <a:lnSpc>
              <a:spcPct val="100000"/>
            </a:lnSpc>
          </a:pPr>
          <a:r>
            <a:rPr lang="es-ES">
              <a:latin typeface="Calibri Light" panose="020F0302020204030204"/>
            </a:rPr>
            <a:t>JUMPERS</a:t>
          </a:r>
        </a:p>
      </dgm:t>
    </dgm:pt>
    <dgm:pt modelId="{84F9F245-4930-4CA6-831E-C4485A2C65E2}" type="parTrans" cxnId="{B7CC2BF4-DB7A-460D-89D9-91F018776C4C}">
      <dgm:prSet/>
      <dgm:spPr/>
    </dgm:pt>
    <dgm:pt modelId="{3F9EC28E-4246-4DF6-B3C3-C33C6EA8EF56}" type="sibTrans" cxnId="{B7CC2BF4-DB7A-460D-89D9-91F018776C4C}">
      <dgm:prSet/>
      <dgm:spPr/>
    </dgm:pt>
    <dgm:pt modelId="{B974A57D-B7DE-4E57-95D9-29EA2B8A2BC6}" type="pres">
      <dgm:prSet presAssocID="{6F2B7CB4-DBE4-4ED8-AD45-0675ED07BC32}" presName="root" presStyleCnt="0">
        <dgm:presLayoutVars>
          <dgm:dir/>
          <dgm:resizeHandles val="exact"/>
        </dgm:presLayoutVars>
      </dgm:prSet>
      <dgm:spPr/>
    </dgm:pt>
    <dgm:pt modelId="{E223425D-6499-4FBA-AA50-C94A8D6DB721}" type="pres">
      <dgm:prSet presAssocID="{BDAF4CE1-904E-440B-A357-8E285542CA84}" presName="compNode" presStyleCnt="0"/>
      <dgm:spPr/>
    </dgm:pt>
    <dgm:pt modelId="{0D68A619-FCA2-4EB8-AD51-878B900F2F80}" type="pres">
      <dgm:prSet presAssocID="{BDAF4CE1-904E-440B-A357-8E285542CA84}" presName="bgRect" presStyleLbl="bgShp" presStyleIdx="0" presStyleCnt="6"/>
      <dgm:spPr/>
    </dgm:pt>
    <dgm:pt modelId="{8E6623CD-FF9A-434C-AC87-E20169C56248}" type="pres">
      <dgm:prSet presAssocID="{BDAF4CE1-904E-440B-A357-8E285542CA8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388C9319-F6E5-4808-B299-7724F0C173B9}" type="pres">
      <dgm:prSet presAssocID="{BDAF4CE1-904E-440B-A357-8E285542CA84}" presName="spaceRect" presStyleCnt="0"/>
      <dgm:spPr/>
    </dgm:pt>
    <dgm:pt modelId="{252F7E62-8615-4B5D-9BF2-BDEEBEFAE0FB}" type="pres">
      <dgm:prSet presAssocID="{BDAF4CE1-904E-440B-A357-8E285542CA84}" presName="parTx" presStyleLbl="revTx" presStyleIdx="0" presStyleCnt="7">
        <dgm:presLayoutVars>
          <dgm:chMax val="0"/>
          <dgm:chPref val="0"/>
        </dgm:presLayoutVars>
      </dgm:prSet>
      <dgm:spPr/>
    </dgm:pt>
    <dgm:pt modelId="{5B129B59-2475-4802-AFDD-1103560AF31D}" type="pres">
      <dgm:prSet presAssocID="{BDAF4CE1-904E-440B-A357-8E285542CA84}" presName="desTx" presStyleLbl="revTx" presStyleIdx="1" presStyleCnt="7">
        <dgm:presLayoutVars/>
      </dgm:prSet>
      <dgm:spPr/>
    </dgm:pt>
    <dgm:pt modelId="{68BB89F3-DF0D-4152-954D-82B9EBFDE0E3}" type="pres">
      <dgm:prSet presAssocID="{140B96D9-9697-4C31-9E79-53BE49CEE6DA}" presName="sibTrans" presStyleCnt="0"/>
      <dgm:spPr/>
    </dgm:pt>
    <dgm:pt modelId="{11F54BAB-338F-4E7A-9108-10D37682763B}" type="pres">
      <dgm:prSet presAssocID="{A14A4688-5AE2-4462-A59E-742EB240FB1D}" presName="compNode" presStyleCnt="0"/>
      <dgm:spPr/>
    </dgm:pt>
    <dgm:pt modelId="{09ABED06-D7AD-4005-8757-A880546F98FD}" type="pres">
      <dgm:prSet presAssocID="{A14A4688-5AE2-4462-A59E-742EB240FB1D}" presName="bgRect" presStyleLbl="bgShp" presStyleIdx="1" presStyleCnt="6"/>
      <dgm:spPr/>
    </dgm:pt>
    <dgm:pt modelId="{64EE19C9-72C2-4F31-8AB0-8F3BEAB62713}" type="pres">
      <dgm:prSet presAssocID="{A14A4688-5AE2-4462-A59E-742EB240FB1D}" presName="iconRect" presStyleLbl="node1" presStyleIdx="1" presStyleCnt="6"/>
      <dgm:spPr/>
    </dgm:pt>
    <dgm:pt modelId="{9D595F99-2DB2-47D5-BA10-C48A02BD6007}" type="pres">
      <dgm:prSet presAssocID="{A14A4688-5AE2-4462-A59E-742EB240FB1D}" presName="spaceRect" presStyleCnt="0"/>
      <dgm:spPr/>
    </dgm:pt>
    <dgm:pt modelId="{73BC06E8-3AD4-42DA-9CB9-C38DCAC2FA7C}" type="pres">
      <dgm:prSet presAssocID="{A14A4688-5AE2-4462-A59E-742EB240FB1D}" presName="parTx" presStyleLbl="revTx" presStyleIdx="2" presStyleCnt="7">
        <dgm:presLayoutVars>
          <dgm:chMax val="0"/>
          <dgm:chPref val="0"/>
        </dgm:presLayoutVars>
      </dgm:prSet>
      <dgm:spPr/>
    </dgm:pt>
    <dgm:pt modelId="{53E87826-8BD0-4B25-85A6-5ACFA264C659}" type="pres">
      <dgm:prSet presAssocID="{55F8196F-C199-4BC1-A2D9-20EC19CB295A}" presName="sibTrans" presStyleCnt="0"/>
      <dgm:spPr/>
    </dgm:pt>
    <dgm:pt modelId="{B8E52D1D-F1EB-4AE5-881C-BAE48F4C04A8}" type="pres">
      <dgm:prSet presAssocID="{7B05EAEB-3864-4617-8081-C6A2B2C50A72}" presName="compNode" presStyleCnt="0"/>
      <dgm:spPr/>
    </dgm:pt>
    <dgm:pt modelId="{FD5FC5D8-1491-4581-8DFA-495FCC3C0B86}" type="pres">
      <dgm:prSet presAssocID="{7B05EAEB-3864-4617-8081-C6A2B2C50A72}" presName="bgRect" presStyleLbl="bgShp" presStyleIdx="2" presStyleCnt="6"/>
      <dgm:spPr/>
    </dgm:pt>
    <dgm:pt modelId="{9C49D0D7-CF3E-478B-A42D-7F89E14AFE10}" type="pres">
      <dgm:prSet presAssocID="{7B05EAEB-3864-4617-8081-C6A2B2C50A72}" presName="iconRect" presStyleLbl="node1" presStyleIdx="2" presStyleCnt="6"/>
      <dgm:spPr/>
    </dgm:pt>
    <dgm:pt modelId="{422A3204-4144-4FB3-BDD7-97AF7C0EF0F9}" type="pres">
      <dgm:prSet presAssocID="{7B05EAEB-3864-4617-8081-C6A2B2C50A72}" presName="spaceRect" presStyleCnt="0"/>
      <dgm:spPr/>
    </dgm:pt>
    <dgm:pt modelId="{4629E3A4-ABC6-466C-918F-796636DB8380}" type="pres">
      <dgm:prSet presAssocID="{7B05EAEB-3864-4617-8081-C6A2B2C50A72}" presName="parTx" presStyleLbl="revTx" presStyleIdx="3" presStyleCnt="7">
        <dgm:presLayoutVars>
          <dgm:chMax val="0"/>
          <dgm:chPref val="0"/>
        </dgm:presLayoutVars>
      </dgm:prSet>
      <dgm:spPr/>
    </dgm:pt>
    <dgm:pt modelId="{C44692D5-198C-487B-884B-940F7D99A953}" type="pres">
      <dgm:prSet presAssocID="{61730456-25A4-4166-99D6-0402B467C0DB}" presName="sibTrans" presStyleCnt="0"/>
      <dgm:spPr/>
    </dgm:pt>
    <dgm:pt modelId="{7E598D3C-6E9B-407A-A2CB-A84DFD884822}" type="pres">
      <dgm:prSet presAssocID="{79E4287B-A115-46EA-B353-A789903784B9}" presName="compNode" presStyleCnt="0"/>
      <dgm:spPr/>
    </dgm:pt>
    <dgm:pt modelId="{72144FBA-6413-4D85-80DE-F9E5097E5C5A}" type="pres">
      <dgm:prSet presAssocID="{79E4287B-A115-46EA-B353-A789903784B9}" presName="bgRect" presStyleLbl="bgShp" presStyleIdx="3" presStyleCnt="6"/>
      <dgm:spPr/>
    </dgm:pt>
    <dgm:pt modelId="{AC9853F9-F1AC-4F29-9091-6DBCC820C5D9}" type="pres">
      <dgm:prSet presAssocID="{79E4287B-A115-46EA-B353-A789903784B9}" presName="iconRect" presStyleLbl="node1" presStyleIdx="3" presStyleCnt="6"/>
      <dgm:spPr/>
    </dgm:pt>
    <dgm:pt modelId="{DC49141F-FA8B-4C2F-973C-17A342E5BAD9}" type="pres">
      <dgm:prSet presAssocID="{79E4287B-A115-46EA-B353-A789903784B9}" presName="spaceRect" presStyleCnt="0"/>
      <dgm:spPr/>
    </dgm:pt>
    <dgm:pt modelId="{DD93673C-BAE4-4DAA-B9D1-D8DB013AF690}" type="pres">
      <dgm:prSet presAssocID="{79E4287B-A115-46EA-B353-A789903784B9}" presName="parTx" presStyleLbl="revTx" presStyleIdx="4" presStyleCnt="7">
        <dgm:presLayoutVars>
          <dgm:chMax val="0"/>
          <dgm:chPref val="0"/>
        </dgm:presLayoutVars>
      </dgm:prSet>
      <dgm:spPr/>
    </dgm:pt>
    <dgm:pt modelId="{1593E5EA-0D73-4493-8A66-7F9E1CE02323}" type="pres">
      <dgm:prSet presAssocID="{7637F12E-5172-4DE1-B2D9-B98CD380B16E}" presName="sibTrans" presStyleCnt="0"/>
      <dgm:spPr/>
    </dgm:pt>
    <dgm:pt modelId="{7FF50E46-A65A-4C5C-BD31-B941247E785D}" type="pres">
      <dgm:prSet presAssocID="{889D3F09-868C-469A-B999-D91220B4EE41}" presName="compNode" presStyleCnt="0"/>
      <dgm:spPr/>
    </dgm:pt>
    <dgm:pt modelId="{F9C24B82-D845-48F6-B6D7-361292FB649A}" type="pres">
      <dgm:prSet presAssocID="{889D3F09-868C-469A-B999-D91220B4EE41}" presName="bgRect" presStyleLbl="bgShp" presStyleIdx="4" presStyleCnt="6"/>
      <dgm:spPr/>
    </dgm:pt>
    <dgm:pt modelId="{99A85E09-F77A-4191-8245-E54D237AB503}" type="pres">
      <dgm:prSet presAssocID="{889D3F09-868C-469A-B999-D91220B4EE41}" presName="iconRect" presStyleLbl="node1" presStyleIdx="4" presStyleCnt="6"/>
      <dgm:spPr/>
    </dgm:pt>
    <dgm:pt modelId="{8D7D61F0-52A1-4749-8D5A-CEAB450FA242}" type="pres">
      <dgm:prSet presAssocID="{889D3F09-868C-469A-B999-D91220B4EE41}" presName="spaceRect" presStyleCnt="0"/>
      <dgm:spPr/>
    </dgm:pt>
    <dgm:pt modelId="{9F46A4FA-53E0-4102-974B-25276BEB4AA6}" type="pres">
      <dgm:prSet presAssocID="{889D3F09-868C-469A-B999-D91220B4EE41}" presName="parTx" presStyleLbl="revTx" presStyleIdx="5" presStyleCnt="7">
        <dgm:presLayoutVars>
          <dgm:chMax val="0"/>
          <dgm:chPref val="0"/>
        </dgm:presLayoutVars>
      </dgm:prSet>
      <dgm:spPr/>
    </dgm:pt>
    <dgm:pt modelId="{47002638-BADB-4A68-8A30-5738A996F2A1}" type="pres">
      <dgm:prSet presAssocID="{3F9EC28E-4246-4DF6-B3C3-C33C6EA8EF56}" presName="sibTrans" presStyleCnt="0"/>
      <dgm:spPr/>
    </dgm:pt>
    <dgm:pt modelId="{B338F746-B9D9-45BE-8483-4A37500E33D4}" type="pres">
      <dgm:prSet presAssocID="{CB67D7FD-DEA4-44A0-A412-1C4E3BA328BA}" presName="compNode" presStyleCnt="0"/>
      <dgm:spPr/>
    </dgm:pt>
    <dgm:pt modelId="{70CCA25B-EB28-4EAC-A769-4B491DED4911}" type="pres">
      <dgm:prSet presAssocID="{CB67D7FD-DEA4-44A0-A412-1C4E3BA328BA}" presName="bgRect" presStyleLbl="bgShp" presStyleIdx="5" presStyleCnt="6"/>
      <dgm:spPr/>
    </dgm:pt>
    <dgm:pt modelId="{5A4440FD-1162-4D5E-B394-EB845E73EA1A}" type="pres">
      <dgm:prSet presAssocID="{CB67D7FD-DEA4-44A0-A412-1C4E3BA328BA}" presName="iconRect" presStyleLbl="node1" presStyleIdx="5" presStyleCnt="6"/>
      <dgm:spPr/>
    </dgm:pt>
    <dgm:pt modelId="{424B5904-2976-4DCC-99E6-36C1563184A3}" type="pres">
      <dgm:prSet presAssocID="{CB67D7FD-DEA4-44A0-A412-1C4E3BA328BA}" presName="spaceRect" presStyleCnt="0"/>
      <dgm:spPr/>
    </dgm:pt>
    <dgm:pt modelId="{B00F8F37-BB60-4092-889A-6813D1A952A0}" type="pres">
      <dgm:prSet presAssocID="{CB67D7FD-DEA4-44A0-A412-1C4E3BA328BA}" presName="parTx" presStyleLbl="revTx" presStyleIdx="6" presStyleCnt="7">
        <dgm:presLayoutVars>
          <dgm:chMax val="0"/>
          <dgm:chPref val="0"/>
        </dgm:presLayoutVars>
      </dgm:prSet>
      <dgm:spPr/>
    </dgm:pt>
  </dgm:ptLst>
  <dgm:cxnLst>
    <dgm:cxn modelId="{65042A05-7D43-4E1B-8F23-7CFBF5ACB031}" srcId="{6F2B7CB4-DBE4-4ED8-AD45-0675ED07BC32}" destId="{7B05EAEB-3864-4617-8081-C6A2B2C50A72}" srcOrd="2" destOrd="0" parTransId="{1739B117-FBB9-40C2-86A3-522E27869C4D}" sibTransId="{61730456-25A4-4166-99D6-0402B467C0DB}"/>
    <dgm:cxn modelId="{80230D12-004A-43DA-AB22-138AE5246D33}" type="presOf" srcId="{79E4287B-A115-46EA-B353-A789903784B9}" destId="{DD93673C-BAE4-4DAA-B9D1-D8DB013AF690}" srcOrd="0" destOrd="0" presId="urn:microsoft.com/office/officeart/2018/2/layout/IconVerticalSolidList"/>
    <dgm:cxn modelId="{6D881D1E-5ACF-459A-AF36-782A78CF38E5}" srcId="{6F2B7CB4-DBE4-4ED8-AD45-0675ED07BC32}" destId="{A14A4688-5AE2-4462-A59E-742EB240FB1D}" srcOrd="1" destOrd="0" parTransId="{CC658C26-E4B4-4B84-9487-2FFA8A1A8C1E}" sibTransId="{55F8196F-C199-4BC1-A2D9-20EC19CB295A}"/>
    <dgm:cxn modelId="{BF029A28-3814-4491-97A8-5D7569767DB3}" type="presOf" srcId="{CB67D7FD-DEA4-44A0-A412-1C4E3BA328BA}" destId="{B00F8F37-BB60-4092-889A-6813D1A952A0}" srcOrd="0" destOrd="0" presId="urn:microsoft.com/office/officeart/2018/2/layout/IconVerticalSolidList"/>
    <dgm:cxn modelId="{EA657D29-44F5-4547-B7C4-4C5188053255}" type="presOf" srcId="{297DE4DA-04E2-4550-B240-95A66D064820}" destId="{5B129B59-2475-4802-AFDD-1103560AF31D}" srcOrd="0" destOrd="1" presId="urn:microsoft.com/office/officeart/2018/2/layout/IconVerticalSolidList"/>
    <dgm:cxn modelId="{2C35DF29-7D7C-4815-AF11-DB1AD65EC745}" srcId="{6F2B7CB4-DBE4-4ED8-AD45-0675ED07BC32}" destId="{79E4287B-A115-46EA-B353-A789903784B9}" srcOrd="3" destOrd="0" parTransId="{24791810-412D-4111-8C3C-30C9D9F7AC24}" sibTransId="{7637F12E-5172-4DE1-B2D9-B98CD380B16E}"/>
    <dgm:cxn modelId="{F6A9A75E-2126-44D4-979E-FEA0146ED184}" type="presOf" srcId="{BDAF4CE1-904E-440B-A357-8E285542CA84}" destId="{252F7E62-8615-4B5D-9BF2-BDEEBEFAE0FB}" srcOrd="0" destOrd="0" presId="urn:microsoft.com/office/officeart/2018/2/layout/IconVerticalSolidList"/>
    <dgm:cxn modelId="{23F9296A-A171-41FD-84FF-1B6418DCFE9C}" type="presOf" srcId="{889D3F09-868C-469A-B999-D91220B4EE41}" destId="{9F46A4FA-53E0-4102-974B-25276BEB4AA6}" srcOrd="0" destOrd="0" presId="urn:microsoft.com/office/officeart/2018/2/layout/IconVerticalSolidList"/>
    <dgm:cxn modelId="{8173506E-EDB4-4C20-A130-2AA72D7A46DC}" srcId="{6F2B7CB4-DBE4-4ED8-AD45-0675ED07BC32}" destId="{CB67D7FD-DEA4-44A0-A412-1C4E3BA328BA}" srcOrd="5" destOrd="0" parTransId="{7A443B0F-A30C-42B7-B7BA-D1AE74251E4F}" sibTransId="{47B0FD43-0501-440C-992A-CACA3A88F000}"/>
    <dgm:cxn modelId="{1D9C9E89-F8D6-4E85-A011-1031D8991428}" type="presOf" srcId="{7B05EAEB-3864-4617-8081-C6A2B2C50A72}" destId="{4629E3A4-ABC6-466C-918F-796636DB8380}" srcOrd="0" destOrd="0" presId="urn:microsoft.com/office/officeart/2018/2/layout/IconVerticalSolidList"/>
    <dgm:cxn modelId="{53D612C1-7E87-4DA0-ABCF-2E8A912AD2C6}" srcId="{BDAF4CE1-904E-440B-A357-8E285542CA84}" destId="{2998DE02-BE0F-45E4-AA70-86BA74FA2E5B}" srcOrd="0" destOrd="0" parTransId="{E3D6B52F-0A10-47C0-987F-FE5765C61DFE}" sibTransId="{7EE691D7-813E-4C45-A910-88A3FDEA325E}"/>
    <dgm:cxn modelId="{9B8B08C8-D561-4069-BC8C-EE8F23EF12C2}" type="presOf" srcId="{A14A4688-5AE2-4462-A59E-742EB240FB1D}" destId="{73BC06E8-3AD4-42DA-9CB9-C38DCAC2FA7C}" srcOrd="0" destOrd="0" presId="urn:microsoft.com/office/officeart/2018/2/layout/IconVerticalSolidList"/>
    <dgm:cxn modelId="{95F8B1DE-F5FE-498B-83E7-181938F4DBF5}" type="presOf" srcId="{2998DE02-BE0F-45E4-AA70-86BA74FA2E5B}" destId="{5B129B59-2475-4802-AFDD-1103560AF31D}" srcOrd="0" destOrd="0" presId="urn:microsoft.com/office/officeart/2018/2/layout/IconVerticalSolidList"/>
    <dgm:cxn modelId="{0287E0E7-9001-42B7-B0AD-EEAD8070B516}" srcId="{BDAF4CE1-904E-440B-A357-8E285542CA84}" destId="{297DE4DA-04E2-4550-B240-95A66D064820}" srcOrd="1" destOrd="0" parTransId="{43459E2C-B421-4300-9804-E60C06DC030A}" sibTransId="{EA72A7CD-20D8-4ACA-BA37-E677E5C23909}"/>
    <dgm:cxn modelId="{CD54FFF0-134C-46B1-94F9-E70E5053CC95}" type="presOf" srcId="{6F2B7CB4-DBE4-4ED8-AD45-0675ED07BC32}" destId="{B974A57D-B7DE-4E57-95D9-29EA2B8A2BC6}" srcOrd="0" destOrd="0" presId="urn:microsoft.com/office/officeart/2018/2/layout/IconVerticalSolidList"/>
    <dgm:cxn modelId="{BCA665F3-E200-4D5D-8935-13B36352C9A5}" srcId="{6F2B7CB4-DBE4-4ED8-AD45-0675ED07BC32}" destId="{BDAF4CE1-904E-440B-A357-8E285542CA84}" srcOrd="0" destOrd="0" parTransId="{06A8CA17-855A-43C3-BA1D-5A9CBDD89509}" sibTransId="{140B96D9-9697-4C31-9E79-53BE49CEE6DA}"/>
    <dgm:cxn modelId="{B7CC2BF4-DB7A-460D-89D9-91F018776C4C}" srcId="{6F2B7CB4-DBE4-4ED8-AD45-0675ED07BC32}" destId="{889D3F09-868C-469A-B999-D91220B4EE41}" srcOrd="4" destOrd="0" parTransId="{84F9F245-4930-4CA6-831E-C4485A2C65E2}" sibTransId="{3F9EC28E-4246-4DF6-B3C3-C33C6EA8EF56}"/>
    <dgm:cxn modelId="{258E709B-7FC5-4B48-BB55-99EA4B5210EF}" type="presParOf" srcId="{B974A57D-B7DE-4E57-95D9-29EA2B8A2BC6}" destId="{E223425D-6499-4FBA-AA50-C94A8D6DB721}" srcOrd="0" destOrd="0" presId="urn:microsoft.com/office/officeart/2018/2/layout/IconVerticalSolidList"/>
    <dgm:cxn modelId="{CBB82902-B68B-42CF-B54A-208BE544EF3A}" type="presParOf" srcId="{E223425D-6499-4FBA-AA50-C94A8D6DB721}" destId="{0D68A619-FCA2-4EB8-AD51-878B900F2F80}" srcOrd="0" destOrd="0" presId="urn:microsoft.com/office/officeart/2018/2/layout/IconVerticalSolidList"/>
    <dgm:cxn modelId="{0C56A4EA-D63B-4E41-A0EC-6504AD75B597}" type="presParOf" srcId="{E223425D-6499-4FBA-AA50-C94A8D6DB721}" destId="{8E6623CD-FF9A-434C-AC87-E20169C56248}" srcOrd="1" destOrd="0" presId="urn:microsoft.com/office/officeart/2018/2/layout/IconVerticalSolidList"/>
    <dgm:cxn modelId="{8C2CC659-A701-4D75-AD6B-26AA79E3414E}" type="presParOf" srcId="{E223425D-6499-4FBA-AA50-C94A8D6DB721}" destId="{388C9319-F6E5-4808-B299-7724F0C173B9}" srcOrd="2" destOrd="0" presId="urn:microsoft.com/office/officeart/2018/2/layout/IconVerticalSolidList"/>
    <dgm:cxn modelId="{5B62280F-5A16-4610-A983-869ACF7F3466}" type="presParOf" srcId="{E223425D-6499-4FBA-AA50-C94A8D6DB721}" destId="{252F7E62-8615-4B5D-9BF2-BDEEBEFAE0FB}" srcOrd="3" destOrd="0" presId="urn:microsoft.com/office/officeart/2018/2/layout/IconVerticalSolidList"/>
    <dgm:cxn modelId="{89A59B0E-FD32-46BF-979B-CCDC0E59155A}" type="presParOf" srcId="{E223425D-6499-4FBA-AA50-C94A8D6DB721}" destId="{5B129B59-2475-4802-AFDD-1103560AF31D}" srcOrd="4" destOrd="0" presId="urn:microsoft.com/office/officeart/2018/2/layout/IconVerticalSolidList"/>
    <dgm:cxn modelId="{962B88DD-B951-45AF-AB88-04A7D290220E}" type="presParOf" srcId="{B974A57D-B7DE-4E57-95D9-29EA2B8A2BC6}" destId="{68BB89F3-DF0D-4152-954D-82B9EBFDE0E3}" srcOrd="1" destOrd="0" presId="urn:microsoft.com/office/officeart/2018/2/layout/IconVerticalSolidList"/>
    <dgm:cxn modelId="{C6658B87-6F73-4FB5-BBEC-F1496E2AE76C}" type="presParOf" srcId="{B974A57D-B7DE-4E57-95D9-29EA2B8A2BC6}" destId="{11F54BAB-338F-4E7A-9108-10D37682763B}" srcOrd="2" destOrd="0" presId="urn:microsoft.com/office/officeart/2018/2/layout/IconVerticalSolidList"/>
    <dgm:cxn modelId="{8DFF9486-D975-40F0-BBAA-80442B812E6F}" type="presParOf" srcId="{11F54BAB-338F-4E7A-9108-10D37682763B}" destId="{09ABED06-D7AD-4005-8757-A880546F98FD}" srcOrd="0" destOrd="0" presId="urn:microsoft.com/office/officeart/2018/2/layout/IconVerticalSolidList"/>
    <dgm:cxn modelId="{97F28528-B9B2-404B-A73B-DF6E38ED6FC0}" type="presParOf" srcId="{11F54BAB-338F-4E7A-9108-10D37682763B}" destId="{64EE19C9-72C2-4F31-8AB0-8F3BEAB62713}" srcOrd="1" destOrd="0" presId="urn:microsoft.com/office/officeart/2018/2/layout/IconVerticalSolidList"/>
    <dgm:cxn modelId="{9E1861BF-0254-4A87-A072-DA4AB4463601}" type="presParOf" srcId="{11F54BAB-338F-4E7A-9108-10D37682763B}" destId="{9D595F99-2DB2-47D5-BA10-C48A02BD6007}" srcOrd="2" destOrd="0" presId="urn:microsoft.com/office/officeart/2018/2/layout/IconVerticalSolidList"/>
    <dgm:cxn modelId="{5F71F853-9D0C-4923-B635-A3EFDB3C4C32}" type="presParOf" srcId="{11F54BAB-338F-4E7A-9108-10D37682763B}" destId="{73BC06E8-3AD4-42DA-9CB9-C38DCAC2FA7C}" srcOrd="3" destOrd="0" presId="urn:microsoft.com/office/officeart/2018/2/layout/IconVerticalSolidList"/>
    <dgm:cxn modelId="{6962F0A4-771E-4CFB-AB11-2F003A90CBA4}" type="presParOf" srcId="{B974A57D-B7DE-4E57-95D9-29EA2B8A2BC6}" destId="{53E87826-8BD0-4B25-85A6-5ACFA264C659}" srcOrd="3" destOrd="0" presId="urn:microsoft.com/office/officeart/2018/2/layout/IconVerticalSolidList"/>
    <dgm:cxn modelId="{DF69EF4F-3BA3-48EA-B882-FA2771CE9C4D}" type="presParOf" srcId="{B974A57D-B7DE-4E57-95D9-29EA2B8A2BC6}" destId="{B8E52D1D-F1EB-4AE5-881C-BAE48F4C04A8}" srcOrd="4" destOrd="0" presId="urn:microsoft.com/office/officeart/2018/2/layout/IconVerticalSolidList"/>
    <dgm:cxn modelId="{7455D4A6-483A-40DD-B2C9-95EDC3859A20}" type="presParOf" srcId="{B8E52D1D-F1EB-4AE5-881C-BAE48F4C04A8}" destId="{FD5FC5D8-1491-4581-8DFA-495FCC3C0B86}" srcOrd="0" destOrd="0" presId="urn:microsoft.com/office/officeart/2018/2/layout/IconVerticalSolidList"/>
    <dgm:cxn modelId="{F24EF089-4927-4774-BA22-207C9D45D283}" type="presParOf" srcId="{B8E52D1D-F1EB-4AE5-881C-BAE48F4C04A8}" destId="{9C49D0D7-CF3E-478B-A42D-7F89E14AFE10}" srcOrd="1" destOrd="0" presId="urn:microsoft.com/office/officeart/2018/2/layout/IconVerticalSolidList"/>
    <dgm:cxn modelId="{270F5D8D-BAF0-4E74-BDA9-AD8CBDC16857}" type="presParOf" srcId="{B8E52D1D-F1EB-4AE5-881C-BAE48F4C04A8}" destId="{422A3204-4144-4FB3-BDD7-97AF7C0EF0F9}" srcOrd="2" destOrd="0" presId="urn:microsoft.com/office/officeart/2018/2/layout/IconVerticalSolidList"/>
    <dgm:cxn modelId="{1092EE8E-AC43-400F-99E3-4E2A3621DECA}" type="presParOf" srcId="{B8E52D1D-F1EB-4AE5-881C-BAE48F4C04A8}" destId="{4629E3A4-ABC6-466C-918F-796636DB8380}" srcOrd="3" destOrd="0" presId="urn:microsoft.com/office/officeart/2018/2/layout/IconVerticalSolidList"/>
    <dgm:cxn modelId="{EC7A1D5A-648B-4BC8-825B-E08D079932B4}" type="presParOf" srcId="{B974A57D-B7DE-4E57-95D9-29EA2B8A2BC6}" destId="{C44692D5-198C-487B-884B-940F7D99A953}" srcOrd="5" destOrd="0" presId="urn:microsoft.com/office/officeart/2018/2/layout/IconVerticalSolidList"/>
    <dgm:cxn modelId="{57530CF8-CB9D-48F5-8982-3FB250B8A94C}" type="presParOf" srcId="{B974A57D-B7DE-4E57-95D9-29EA2B8A2BC6}" destId="{7E598D3C-6E9B-407A-A2CB-A84DFD884822}" srcOrd="6" destOrd="0" presId="urn:microsoft.com/office/officeart/2018/2/layout/IconVerticalSolidList"/>
    <dgm:cxn modelId="{04A44CEF-A7A8-4424-8B94-24BD46696825}" type="presParOf" srcId="{7E598D3C-6E9B-407A-A2CB-A84DFD884822}" destId="{72144FBA-6413-4D85-80DE-F9E5097E5C5A}" srcOrd="0" destOrd="0" presId="urn:microsoft.com/office/officeart/2018/2/layout/IconVerticalSolidList"/>
    <dgm:cxn modelId="{E51F7C42-82B4-449D-BBE9-B64A735B47D9}" type="presParOf" srcId="{7E598D3C-6E9B-407A-A2CB-A84DFD884822}" destId="{AC9853F9-F1AC-4F29-9091-6DBCC820C5D9}" srcOrd="1" destOrd="0" presId="urn:microsoft.com/office/officeart/2018/2/layout/IconVerticalSolidList"/>
    <dgm:cxn modelId="{FA03203C-284D-4CE9-9513-35FDC388D1A5}" type="presParOf" srcId="{7E598D3C-6E9B-407A-A2CB-A84DFD884822}" destId="{DC49141F-FA8B-4C2F-973C-17A342E5BAD9}" srcOrd="2" destOrd="0" presId="urn:microsoft.com/office/officeart/2018/2/layout/IconVerticalSolidList"/>
    <dgm:cxn modelId="{DE434768-1CD7-40CE-9496-3F89D60B8D20}" type="presParOf" srcId="{7E598D3C-6E9B-407A-A2CB-A84DFD884822}" destId="{DD93673C-BAE4-4DAA-B9D1-D8DB013AF690}" srcOrd="3" destOrd="0" presId="urn:microsoft.com/office/officeart/2018/2/layout/IconVerticalSolidList"/>
    <dgm:cxn modelId="{A47F4A43-F7F9-44E5-BE9C-BC0E8C4B592E}" type="presParOf" srcId="{B974A57D-B7DE-4E57-95D9-29EA2B8A2BC6}" destId="{1593E5EA-0D73-4493-8A66-7F9E1CE02323}" srcOrd="7" destOrd="0" presId="urn:microsoft.com/office/officeart/2018/2/layout/IconVerticalSolidList"/>
    <dgm:cxn modelId="{400537E4-2D1A-43DF-BA3D-946CEC42E76C}" type="presParOf" srcId="{B974A57D-B7DE-4E57-95D9-29EA2B8A2BC6}" destId="{7FF50E46-A65A-4C5C-BD31-B941247E785D}" srcOrd="8" destOrd="0" presId="urn:microsoft.com/office/officeart/2018/2/layout/IconVerticalSolidList"/>
    <dgm:cxn modelId="{EF8B8080-45E4-4821-95C0-18765CC92D8C}" type="presParOf" srcId="{7FF50E46-A65A-4C5C-BD31-B941247E785D}" destId="{F9C24B82-D845-48F6-B6D7-361292FB649A}" srcOrd="0" destOrd="0" presId="urn:microsoft.com/office/officeart/2018/2/layout/IconVerticalSolidList"/>
    <dgm:cxn modelId="{56C159F6-FCA9-4665-AF09-AF2068C80A7E}" type="presParOf" srcId="{7FF50E46-A65A-4C5C-BD31-B941247E785D}" destId="{99A85E09-F77A-4191-8245-E54D237AB503}" srcOrd="1" destOrd="0" presId="urn:microsoft.com/office/officeart/2018/2/layout/IconVerticalSolidList"/>
    <dgm:cxn modelId="{2CE0EEA6-0C3A-45E4-90D2-7E1DA1710BCE}" type="presParOf" srcId="{7FF50E46-A65A-4C5C-BD31-B941247E785D}" destId="{8D7D61F0-52A1-4749-8D5A-CEAB450FA242}" srcOrd="2" destOrd="0" presId="urn:microsoft.com/office/officeart/2018/2/layout/IconVerticalSolidList"/>
    <dgm:cxn modelId="{7417977C-25BD-4F84-869C-D851A4AA715F}" type="presParOf" srcId="{7FF50E46-A65A-4C5C-BD31-B941247E785D}" destId="{9F46A4FA-53E0-4102-974B-25276BEB4AA6}" srcOrd="3" destOrd="0" presId="urn:microsoft.com/office/officeart/2018/2/layout/IconVerticalSolidList"/>
    <dgm:cxn modelId="{B7EDEE46-B3BD-43D3-A230-F79FFB14F22E}" type="presParOf" srcId="{B974A57D-B7DE-4E57-95D9-29EA2B8A2BC6}" destId="{47002638-BADB-4A68-8A30-5738A996F2A1}" srcOrd="9" destOrd="0" presId="urn:microsoft.com/office/officeart/2018/2/layout/IconVerticalSolidList"/>
    <dgm:cxn modelId="{7F8E5EC9-E72E-4DB1-ADF0-DE1F3779157F}" type="presParOf" srcId="{B974A57D-B7DE-4E57-95D9-29EA2B8A2BC6}" destId="{B338F746-B9D9-45BE-8483-4A37500E33D4}" srcOrd="10" destOrd="0" presId="urn:microsoft.com/office/officeart/2018/2/layout/IconVerticalSolidList"/>
    <dgm:cxn modelId="{EA5A3603-CB55-4DF5-B125-2CEF39C4EAB0}" type="presParOf" srcId="{B338F746-B9D9-45BE-8483-4A37500E33D4}" destId="{70CCA25B-EB28-4EAC-A769-4B491DED4911}" srcOrd="0" destOrd="0" presId="urn:microsoft.com/office/officeart/2018/2/layout/IconVerticalSolidList"/>
    <dgm:cxn modelId="{EF53BA20-7575-421F-BEA4-2BBEDE87C899}" type="presParOf" srcId="{B338F746-B9D9-45BE-8483-4A37500E33D4}" destId="{5A4440FD-1162-4D5E-B394-EB845E73EA1A}" srcOrd="1" destOrd="0" presId="urn:microsoft.com/office/officeart/2018/2/layout/IconVerticalSolidList"/>
    <dgm:cxn modelId="{D1B2468C-1718-4D89-BDB0-22160F671437}" type="presParOf" srcId="{B338F746-B9D9-45BE-8483-4A37500E33D4}" destId="{424B5904-2976-4DCC-99E6-36C1563184A3}" srcOrd="2" destOrd="0" presId="urn:microsoft.com/office/officeart/2018/2/layout/IconVerticalSolidList"/>
    <dgm:cxn modelId="{5ECD3C41-CBA2-4B2D-88BE-D67CB18F868C}" type="presParOf" srcId="{B338F746-B9D9-45BE-8483-4A37500E33D4}" destId="{B00F8F37-BB60-4092-889A-6813D1A952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468FE0-767B-42CC-9D9F-DF0AF0A229C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46375F6-DEB8-460B-B62D-18F949B00E4F}">
      <dgm:prSet/>
      <dgm:spPr/>
      <dgm:t>
        <a:bodyPr/>
        <a:lstStyle/>
        <a:p>
          <a:pPr>
            <a:lnSpc>
              <a:spcPct val="100000"/>
            </a:lnSpc>
            <a:defRPr cap="all"/>
          </a:pPr>
          <a:r>
            <a:rPr lang="en-US" dirty="0" err="1"/>
            <a:t>Frecuencia</a:t>
          </a:r>
          <a:r>
            <a:rPr lang="en-US" dirty="0"/>
            <a:t> de </a:t>
          </a:r>
          <a:r>
            <a:rPr lang="en-US" dirty="0" err="1"/>
            <a:t>Reloj</a:t>
          </a:r>
          <a:endParaRPr lang="en-US" dirty="0"/>
        </a:p>
      </dgm:t>
    </dgm:pt>
    <dgm:pt modelId="{BB38C36C-09E7-45BD-B45C-493D3E3D3F05}" type="parTrans" cxnId="{EFC89E70-D572-47DB-8D2C-5103E60FAFE1}">
      <dgm:prSet/>
      <dgm:spPr/>
      <dgm:t>
        <a:bodyPr/>
        <a:lstStyle/>
        <a:p>
          <a:endParaRPr lang="en-US"/>
        </a:p>
      </dgm:t>
    </dgm:pt>
    <dgm:pt modelId="{1FCAA155-03C4-407E-8551-CEBD3124C84C}" type="sibTrans" cxnId="{EFC89E70-D572-47DB-8D2C-5103E60FAFE1}">
      <dgm:prSet/>
      <dgm:spPr/>
      <dgm:t>
        <a:bodyPr/>
        <a:lstStyle/>
        <a:p>
          <a:endParaRPr lang="en-US"/>
        </a:p>
      </dgm:t>
    </dgm:pt>
    <dgm:pt modelId="{A93D4302-E857-404A-9D41-39F464A4F117}">
      <dgm:prSet/>
      <dgm:spPr/>
      <dgm:t>
        <a:bodyPr/>
        <a:lstStyle/>
        <a:p>
          <a:pPr>
            <a:lnSpc>
              <a:spcPct val="100000"/>
            </a:lnSpc>
            <a:defRPr cap="all"/>
          </a:pPr>
          <a:r>
            <a:rPr lang="en-US" dirty="0" err="1"/>
            <a:t>Juego</a:t>
          </a:r>
          <a:r>
            <a:rPr lang="en-US" dirty="0"/>
            <a:t> de </a:t>
          </a:r>
          <a:r>
            <a:rPr lang="en-US" dirty="0" err="1"/>
            <a:t>instrucciones</a:t>
          </a:r>
          <a:endParaRPr lang="en-US" dirty="0"/>
        </a:p>
      </dgm:t>
    </dgm:pt>
    <dgm:pt modelId="{32AF2539-332D-47C9-8966-99D7FA0A9EA5}" type="parTrans" cxnId="{B94C552A-52DD-4EAC-8ADF-FBE288AB169C}">
      <dgm:prSet/>
      <dgm:spPr/>
      <dgm:t>
        <a:bodyPr/>
        <a:lstStyle/>
        <a:p>
          <a:endParaRPr lang="en-US"/>
        </a:p>
      </dgm:t>
    </dgm:pt>
    <dgm:pt modelId="{02FAFEA6-6B3D-40AC-8938-0C3AFDE3D6C9}" type="sibTrans" cxnId="{B94C552A-52DD-4EAC-8ADF-FBE288AB169C}">
      <dgm:prSet/>
      <dgm:spPr/>
      <dgm:t>
        <a:bodyPr/>
        <a:lstStyle/>
        <a:p>
          <a:endParaRPr lang="en-US"/>
        </a:p>
      </dgm:t>
    </dgm:pt>
    <dgm:pt modelId="{DD027487-A74C-4C10-9225-7405C3FE4621}">
      <dgm:prSet/>
      <dgm:spPr/>
      <dgm:t>
        <a:bodyPr/>
        <a:lstStyle/>
        <a:p>
          <a:pPr>
            <a:lnSpc>
              <a:spcPct val="100000"/>
            </a:lnSpc>
            <a:defRPr cap="all"/>
          </a:pPr>
          <a:r>
            <a:rPr lang="en-US" dirty="0"/>
            <a:t>Ancho del bus de </a:t>
          </a:r>
          <a:r>
            <a:rPr lang="en-US" dirty="0" err="1"/>
            <a:t>direcciones</a:t>
          </a:r>
          <a:endParaRPr lang="en-US" dirty="0"/>
        </a:p>
      </dgm:t>
    </dgm:pt>
    <dgm:pt modelId="{6D8C4EEE-B4AF-4AB2-ADBF-F7F17DBA3B6B}" type="parTrans" cxnId="{64D16DE4-CB96-41B8-8656-C4A6E0D52A87}">
      <dgm:prSet/>
      <dgm:spPr/>
      <dgm:t>
        <a:bodyPr/>
        <a:lstStyle/>
        <a:p>
          <a:endParaRPr lang="en-US"/>
        </a:p>
      </dgm:t>
    </dgm:pt>
    <dgm:pt modelId="{7091F92E-4FC3-4AB1-885A-97B9638B0470}" type="sibTrans" cxnId="{64D16DE4-CB96-41B8-8656-C4A6E0D52A87}">
      <dgm:prSet/>
      <dgm:spPr/>
      <dgm:t>
        <a:bodyPr/>
        <a:lstStyle/>
        <a:p>
          <a:endParaRPr lang="en-US"/>
        </a:p>
      </dgm:t>
    </dgm:pt>
    <dgm:pt modelId="{DBEE444F-D05C-4ADB-A613-C51F3F00E08E}">
      <dgm:prSet/>
      <dgm:spPr/>
      <dgm:t>
        <a:bodyPr/>
        <a:lstStyle/>
        <a:p>
          <a:pPr>
            <a:lnSpc>
              <a:spcPct val="100000"/>
            </a:lnSpc>
            <a:defRPr cap="all"/>
          </a:pPr>
          <a:r>
            <a:rPr lang="en-US" dirty="0" err="1"/>
            <a:t>Número</a:t>
          </a:r>
          <a:r>
            <a:rPr lang="en-US" dirty="0"/>
            <a:t> de </a:t>
          </a:r>
          <a:r>
            <a:rPr lang="en-US" dirty="0" err="1"/>
            <a:t>Registros</a:t>
          </a:r>
          <a:r>
            <a:rPr lang="en-US" dirty="0"/>
            <a:t> </a:t>
          </a:r>
          <a:r>
            <a:rPr lang="en-US" dirty="0" err="1"/>
            <a:t>inernos</a:t>
          </a:r>
          <a:endParaRPr lang="en-US" dirty="0"/>
        </a:p>
      </dgm:t>
    </dgm:pt>
    <dgm:pt modelId="{0DDB31BD-E578-40CA-B833-096F6BE995EA}" type="parTrans" cxnId="{51C615C8-3618-4AE9-AD77-E6BAFC857C8F}">
      <dgm:prSet/>
      <dgm:spPr/>
      <dgm:t>
        <a:bodyPr/>
        <a:lstStyle/>
        <a:p>
          <a:endParaRPr lang="en-US"/>
        </a:p>
      </dgm:t>
    </dgm:pt>
    <dgm:pt modelId="{192745DD-F32C-4D0F-8C2B-FED61D189387}" type="sibTrans" cxnId="{51C615C8-3618-4AE9-AD77-E6BAFC857C8F}">
      <dgm:prSet/>
      <dgm:spPr/>
      <dgm:t>
        <a:bodyPr/>
        <a:lstStyle/>
        <a:p>
          <a:endParaRPr lang="en-US"/>
        </a:p>
      </dgm:t>
    </dgm:pt>
    <dgm:pt modelId="{B071BE54-A1C5-47E0-9413-2EEBE903CA00}">
      <dgm:prSet/>
      <dgm:spPr/>
      <dgm:t>
        <a:bodyPr/>
        <a:lstStyle/>
        <a:p>
          <a:pPr>
            <a:lnSpc>
              <a:spcPct val="100000"/>
            </a:lnSpc>
            <a:defRPr cap="all"/>
          </a:pPr>
          <a:r>
            <a:rPr lang="en-US" dirty="0"/>
            <a:t>Memoria </a:t>
          </a:r>
          <a:r>
            <a:rPr lang="en-US" dirty="0" err="1"/>
            <a:t>Caché</a:t>
          </a:r>
          <a:endParaRPr lang="en-US" dirty="0"/>
        </a:p>
      </dgm:t>
    </dgm:pt>
    <dgm:pt modelId="{3A8A7BAF-4CEC-41F8-874C-2B812742215D}" type="parTrans" cxnId="{0B665DFB-F1BD-4336-9275-DC2A2A25395A}">
      <dgm:prSet/>
      <dgm:spPr/>
      <dgm:t>
        <a:bodyPr/>
        <a:lstStyle/>
        <a:p>
          <a:endParaRPr lang="en-US"/>
        </a:p>
      </dgm:t>
    </dgm:pt>
    <dgm:pt modelId="{745A31E9-3D3B-403E-9C2E-0026E6A3DF1D}" type="sibTrans" cxnId="{0B665DFB-F1BD-4336-9275-DC2A2A25395A}">
      <dgm:prSet/>
      <dgm:spPr/>
      <dgm:t>
        <a:bodyPr/>
        <a:lstStyle/>
        <a:p>
          <a:endParaRPr lang="en-US"/>
        </a:p>
      </dgm:t>
    </dgm:pt>
    <dgm:pt modelId="{F6778245-F60B-4911-BBEA-21F39BD4E9EF}">
      <dgm:prSet/>
      <dgm:spPr/>
      <dgm:t>
        <a:bodyPr/>
        <a:lstStyle/>
        <a:p>
          <a:pPr>
            <a:lnSpc>
              <a:spcPct val="100000"/>
            </a:lnSpc>
            <a:defRPr cap="all"/>
          </a:pPr>
          <a:r>
            <a:rPr lang="en-US" dirty="0" err="1"/>
            <a:t>Disipación</a:t>
          </a:r>
          <a:r>
            <a:rPr lang="en-US" dirty="0"/>
            <a:t> del </a:t>
          </a:r>
          <a:r>
            <a:rPr lang="en-US" dirty="0" err="1"/>
            <a:t>calor</a:t>
          </a:r>
          <a:endParaRPr lang="en-US" dirty="0"/>
        </a:p>
      </dgm:t>
    </dgm:pt>
    <dgm:pt modelId="{073FE3CB-4CD0-41E2-BF67-13FA042C001B}" type="parTrans" cxnId="{BFB9D4DE-DBEA-44F0-A1D1-BC1D8ECB1962}">
      <dgm:prSet/>
      <dgm:spPr/>
      <dgm:t>
        <a:bodyPr/>
        <a:lstStyle/>
        <a:p>
          <a:endParaRPr lang="en-US"/>
        </a:p>
      </dgm:t>
    </dgm:pt>
    <dgm:pt modelId="{2260463D-849E-49D3-B4F1-EFCB15D173FB}" type="sibTrans" cxnId="{BFB9D4DE-DBEA-44F0-A1D1-BC1D8ECB1962}">
      <dgm:prSet/>
      <dgm:spPr/>
      <dgm:t>
        <a:bodyPr/>
        <a:lstStyle/>
        <a:p>
          <a:endParaRPr lang="en-US"/>
        </a:p>
      </dgm:t>
    </dgm:pt>
    <dgm:pt modelId="{D2F0A40D-D1EB-4211-AA2D-90CEEBE01542}">
      <dgm:prSet/>
      <dgm:spPr/>
      <dgm:t>
        <a:bodyPr/>
        <a:lstStyle/>
        <a:p>
          <a:pPr>
            <a:lnSpc>
              <a:spcPct val="100000"/>
            </a:lnSpc>
            <a:defRPr cap="all"/>
          </a:pPr>
          <a:r>
            <a:rPr lang="en-US" dirty="0" err="1"/>
            <a:t>Tecnología</a:t>
          </a:r>
          <a:r>
            <a:rPr lang="en-US" dirty="0"/>
            <a:t> de </a:t>
          </a:r>
          <a:r>
            <a:rPr lang="en-US" dirty="0" err="1"/>
            <a:t>fabricación</a:t>
          </a:r>
          <a:endParaRPr lang="en-US" dirty="0"/>
        </a:p>
      </dgm:t>
    </dgm:pt>
    <dgm:pt modelId="{456154A2-6405-49ED-9758-0E26A8A7598D}" type="parTrans" cxnId="{DE6F3573-2FC4-4C9A-8335-F07D5FD847D8}">
      <dgm:prSet/>
      <dgm:spPr/>
      <dgm:t>
        <a:bodyPr/>
        <a:lstStyle/>
        <a:p>
          <a:endParaRPr lang="en-US"/>
        </a:p>
      </dgm:t>
    </dgm:pt>
    <dgm:pt modelId="{F1A80B71-A791-4BA3-A790-F384E1A3F642}" type="sibTrans" cxnId="{DE6F3573-2FC4-4C9A-8335-F07D5FD847D8}">
      <dgm:prSet/>
      <dgm:spPr/>
      <dgm:t>
        <a:bodyPr/>
        <a:lstStyle/>
        <a:p>
          <a:endParaRPr lang="en-US"/>
        </a:p>
      </dgm:t>
    </dgm:pt>
    <dgm:pt modelId="{48862F69-8D63-4B60-9519-91E9D979F4EE}" type="pres">
      <dgm:prSet presAssocID="{33468FE0-767B-42CC-9D9F-DF0AF0A229C5}" presName="root" presStyleCnt="0">
        <dgm:presLayoutVars>
          <dgm:dir/>
          <dgm:resizeHandles val="exact"/>
        </dgm:presLayoutVars>
      </dgm:prSet>
      <dgm:spPr/>
    </dgm:pt>
    <dgm:pt modelId="{2672D9E8-9AC3-4EE0-9B12-40674AD322F2}" type="pres">
      <dgm:prSet presAssocID="{046375F6-DEB8-460B-B62D-18F949B00E4F}" presName="compNode" presStyleCnt="0"/>
      <dgm:spPr/>
    </dgm:pt>
    <dgm:pt modelId="{02037E94-057C-41C1-BB1C-0A3DD6966BCD}" type="pres">
      <dgm:prSet presAssocID="{046375F6-DEB8-460B-B62D-18F949B00E4F}" presName="iconBgRect" presStyleLbl="bgShp" presStyleIdx="0" presStyleCnt="7"/>
      <dgm:spPr>
        <a:prstGeom prst="round2DiagRect">
          <a:avLst>
            <a:gd name="adj1" fmla="val 29727"/>
            <a:gd name="adj2" fmla="val 0"/>
          </a:avLst>
        </a:prstGeom>
      </dgm:spPr>
    </dgm:pt>
    <dgm:pt modelId="{C0BD21C7-2549-41E3-AD6C-F35841B33B3E}" type="pres">
      <dgm:prSet presAssocID="{046375F6-DEB8-460B-B62D-18F949B00E4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loj"/>
        </a:ext>
      </dgm:extLst>
    </dgm:pt>
    <dgm:pt modelId="{A179202D-5C80-4BAF-8189-609E26C4E4C4}" type="pres">
      <dgm:prSet presAssocID="{046375F6-DEB8-460B-B62D-18F949B00E4F}" presName="spaceRect" presStyleCnt="0"/>
      <dgm:spPr/>
    </dgm:pt>
    <dgm:pt modelId="{DF0B4147-7DA8-4115-91D4-08E45E77F821}" type="pres">
      <dgm:prSet presAssocID="{046375F6-DEB8-460B-B62D-18F949B00E4F}" presName="textRect" presStyleLbl="revTx" presStyleIdx="0" presStyleCnt="7">
        <dgm:presLayoutVars>
          <dgm:chMax val="1"/>
          <dgm:chPref val="1"/>
        </dgm:presLayoutVars>
      </dgm:prSet>
      <dgm:spPr/>
    </dgm:pt>
    <dgm:pt modelId="{2FD9E720-8977-48F8-A052-C5D44E3FE30C}" type="pres">
      <dgm:prSet presAssocID="{1FCAA155-03C4-407E-8551-CEBD3124C84C}" presName="sibTrans" presStyleCnt="0"/>
      <dgm:spPr/>
    </dgm:pt>
    <dgm:pt modelId="{3A4354A0-160E-4C4F-ACFA-8736D0F6E74A}" type="pres">
      <dgm:prSet presAssocID="{A93D4302-E857-404A-9D41-39F464A4F117}" presName="compNode" presStyleCnt="0"/>
      <dgm:spPr/>
    </dgm:pt>
    <dgm:pt modelId="{17F8B04C-D859-4FDC-86CE-612E08379F3D}" type="pres">
      <dgm:prSet presAssocID="{A93D4302-E857-404A-9D41-39F464A4F117}" presName="iconBgRect" presStyleLbl="bgShp" presStyleIdx="1" presStyleCnt="7"/>
      <dgm:spPr>
        <a:prstGeom prst="round2DiagRect">
          <a:avLst>
            <a:gd name="adj1" fmla="val 29727"/>
            <a:gd name="adj2" fmla="val 0"/>
          </a:avLst>
        </a:prstGeom>
      </dgm:spPr>
    </dgm:pt>
    <dgm:pt modelId="{EA66368F-D599-445F-B829-8EB7BD9B1A1E}" type="pres">
      <dgm:prSet presAssocID="{A93D4302-E857-404A-9D41-39F464A4F117}"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005615E5-1812-47F4-830A-C07AF28F8E00}" type="pres">
      <dgm:prSet presAssocID="{A93D4302-E857-404A-9D41-39F464A4F117}" presName="spaceRect" presStyleCnt="0"/>
      <dgm:spPr/>
    </dgm:pt>
    <dgm:pt modelId="{9EA33AB9-2AE2-4B1C-A891-E89F72421A7A}" type="pres">
      <dgm:prSet presAssocID="{A93D4302-E857-404A-9D41-39F464A4F117}" presName="textRect" presStyleLbl="revTx" presStyleIdx="1" presStyleCnt="7">
        <dgm:presLayoutVars>
          <dgm:chMax val="1"/>
          <dgm:chPref val="1"/>
        </dgm:presLayoutVars>
      </dgm:prSet>
      <dgm:spPr/>
    </dgm:pt>
    <dgm:pt modelId="{120A442D-711F-4268-AD02-B81A354C3526}" type="pres">
      <dgm:prSet presAssocID="{02FAFEA6-6B3D-40AC-8938-0C3AFDE3D6C9}" presName="sibTrans" presStyleCnt="0"/>
      <dgm:spPr/>
    </dgm:pt>
    <dgm:pt modelId="{9BE463A0-B43F-41A8-8ABE-5D7EF8B44CC9}" type="pres">
      <dgm:prSet presAssocID="{DD027487-A74C-4C10-9225-7405C3FE4621}" presName="compNode" presStyleCnt="0"/>
      <dgm:spPr/>
    </dgm:pt>
    <dgm:pt modelId="{7EF822F3-05BE-4F66-A270-833EA2D2D37E}" type="pres">
      <dgm:prSet presAssocID="{DD027487-A74C-4C10-9225-7405C3FE4621}" presName="iconBgRect" presStyleLbl="bgShp" presStyleIdx="2" presStyleCnt="7"/>
      <dgm:spPr>
        <a:prstGeom prst="round2DiagRect">
          <a:avLst>
            <a:gd name="adj1" fmla="val 29727"/>
            <a:gd name="adj2" fmla="val 0"/>
          </a:avLst>
        </a:prstGeom>
      </dgm:spPr>
    </dgm:pt>
    <dgm:pt modelId="{8BE3E49E-19F1-4D77-958B-779FCC2FA561}" type="pres">
      <dgm:prSet presAssocID="{DD027487-A74C-4C10-9225-7405C3FE4621}"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utobús"/>
        </a:ext>
      </dgm:extLst>
    </dgm:pt>
    <dgm:pt modelId="{192AB453-A39C-41AF-AE90-A98ED755A7B0}" type="pres">
      <dgm:prSet presAssocID="{DD027487-A74C-4C10-9225-7405C3FE4621}" presName="spaceRect" presStyleCnt="0"/>
      <dgm:spPr/>
    </dgm:pt>
    <dgm:pt modelId="{92208D5E-1B04-493D-9763-83BA6A3A91C1}" type="pres">
      <dgm:prSet presAssocID="{DD027487-A74C-4C10-9225-7405C3FE4621}" presName="textRect" presStyleLbl="revTx" presStyleIdx="2" presStyleCnt="7">
        <dgm:presLayoutVars>
          <dgm:chMax val="1"/>
          <dgm:chPref val="1"/>
        </dgm:presLayoutVars>
      </dgm:prSet>
      <dgm:spPr/>
    </dgm:pt>
    <dgm:pt modelId="{95495974-3997-4417-B5B6-7820B0537D00}" type="pres">
      <dgm:prSet presAssocID="{7091F92E-4FC3-4AB1-885A-97B9638B0470}" presName="sibTrans" presStyleCnt="0"/>
      <dgm:spPr/>
    </dgm:pt>
    <dgm:pt modelId="{0F25FB01-697F-4DC8-BD1D-B4C8ED888029}" type="pres">
      <dgm:prSet presAssocID="{DBEE444F-D05C-4ADB-A613-C51F3F00E08E}" presName="compNode" presStyleCnt="0"/>
      <dgm:spPr/>
    </dgm:pt>
    <dgm:pt modelId="{F40597A2-70D9-4BD8-A684-063246CFE38B}" type="pres">
      <dgm:prSet presAssocID="{DBEE444F-D05C-4ADB-A613-C51F3F00E08E}" presName="iconBgRect" presStyleLbl="bgShp" presStyleIdx="3" presStyleCnt="7"/>
      <dgm:spPr>
        <a:prstGeom prst="round2DiagRect">
          <a:avLst>
            <a:gd name="adj1" fmla="val 29727"/>
            <a:gd name="adj2" fmla="val 0"/>
          </a:avLst>
        </a:prstGeom>
      </dgm:spPr>
    </dgm:pt>
    <dgm:pt modelId="{3B7C3656-6E70-49B7-8A74-1697ED428028}" type="pres">
      <dgm:prSet presAssocID="{DBEE444F-D05C-4ADB-A613-C51F3F00E08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o"/>
        </a:ext>
      </dgm:extLst>
    </dgm:pt>
    <dgm:pt modelId="{BCA65B8B-8EF6-46C3-9639-735F413E573A}" type="pres">
      <dgm:prSet presAssocID="{DBEE444F-D05C-4ADB-A613-C51F3F00E08E}" presName="spaceRect" presStyleCnt="0"/>
      <dgm:spPr/>
    </dgm:pt>
    <dgm:pt modelId="{9FE7F1FD-0D67-4E2D-AE9A-546D84E72395}" type="pres">
      <dgm:prSet presAssocID="{DBEE444F-D05C-4ADB-A613-C51F3F00E08E}" presName="textRect" presStyleLbl="revTx" presStyleIdx="3" presStyleCnt="7">
        <dgm:presLayoutVars>
          <dgm:chMax val="1"/>
          <dgm:chPref val="1"/>
        </dgm:presLayoutVars>
      </dgm:prSet>
      <dgm:spPr/>
    </dgm:pt>
    <dgm:pt modelId="{5FCFBE14-EA26-4D54-8FDB-63CF4B49EE3A}" type="pres">
      <dgm:prSet presAssocID="{192745DD-F32C-4D0F-8C2B-FED61D189387}" presName="sibTrans" presStyleCnt="0"/>
      <dgm:spPr/>
    </dgm:pt>
    <dgm:pt modelId="{6710CFE4-1C41-465D-866F-71405BD24848}" type="pres">
      <dgm:prSet presAssocID="{B071BE54-A1C5-47E0-9413-2EEBE903CA00}" presName="compNode" presStyleCnt="0"/>
      <dgm:spPr/>
    </dgm:pt>
    <dgm:pt modelId="{3CA633DF-E8C9-47C5-8000-487B71237B31}" type="pres">
      <dgm:prSet presAssocID="{B071BE54-A1C5-47E0-9413-2EEBE903CA00}" presName="iconBgRect" presStyleLbl="bgShp" presStyleIdx="4" presStyleCnt="7"/>
      <dgm:spPr>
        <a:prstGeom prst="round2DiagRect">
          <a:avLst>
            <a:gd name="adj1" fmla="val 29727"/>
            <a:gd name="adj2" fmla="val 0"/>
          </a:avLst>
        </a:prstGeom>
      </dgm:spPr>
    </dgm:pt>
    <dgm:pt modelId="{0A6193D4-72DB-4C11-A6BE-8851BE1995E0}" type="pres">
      <dgm:prSet presAssocID="{B071BE54-A1C5-47E0-9413-2EEBE903CA00}"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se de datos"/>
        </a:ext>
      </dgm:extLst>
    </dgm:pt>
    <dgm:pt modelId="{C628C5CA-D006-48DA-8F53-7191D04595B6}" type="pres">
      <dgm:prSet presAssocID="{B071BE54-A1C5-47E0-9413-2EEBE903CA00}" presName="spaceRect" presStyleCnt="0"/>
      <dgm:spPr/>
    </dgm:pt>
    <dgm:pt modelId="{6C3D6CD6-2B00-4317-BDA4-8520A58048AD}" type="pres">
      <dgm:prSet presAssocID="{B071BE54-A1C5-47E0-9413-2EEBE903CA00}" presName="textRect" presStyleLbl="revTx" presStyleIdx="4" presStyleCnt="7">
        <dgm:presLayoutVars>
          <dgm:chMax val="1"/>
          <dgm:chPref val="1"/>
        </dgm:presLayoutVars>
      </dgm:prSet>
      <dgm:spPr/>
    </dgm:pt>
    <dgm:pt modelId="{CD0D043D-2762-4EBA-91F7-EF2CF4135DFA}" type="pres">
      <dgm:prSet presAssocID="{745A31E9-3D3B-403E-9C2E-0026E6A3DF1D}" presName="sibTrans" presStyleCnt="0"/>
      <dgm:spPr/>
    </dgm:pt>
    <dgm:pt modelId="{134E7123-8D5E-4A07-8053-FB7120991D91}" type="pres">
      <dgm:prSet presAssocID="{F6778245-F60B-4911-BBEA-21F39BD4E9EF}" presName="compNode" presStyleCnt="0"/>
      <dgm:spPr/>
    </dgm:pt>
    <dgm:pt modelId="{1E1304A3-1055-4CBA-9E37-989E365CFBC3}" type="pres">
      <dgm:prSet presAssocID="{F6778245-F60B-4911-BBEA-21F39BD4E9EF}" presName="iconBgRect" presStyleLbl="bgShp" presStyleIdx="5" presStyleCnt="7"/>
      <dgm:spPr>
        <a:prstGeom prst="round2DiagRect">
          <a:avLst>
            <a:gd name="adj1" fmla="val 29727"/>
            <a:gd name="adj2" fmla="val 0"/>
          </a:avLst>
        </a:prstGeom>
      </dgm:spPr>
    </dgm:pt>
    <dgm:pt modelId="{69F92354-43E5-44F3-B6BC-A1A4DC3EC327}" type="pres">
      <dgm:prSet presAssocID="{F6778245-F60B-4911-BBEA-21F39BD4E9EF}"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uego"/>
        </a:ext>
      </dgm:extLst>
    </dgm:pt>
    <dgm:pt modelId="{85532BCC-5296-44CB-8844-EDB50418339B}" type="pres">
      <dgm:prSet presAssocID="{F6778245-F60B-4911-BBEA-21F39BD4E9EF}" presName="spaceRect" presStyleCnt="0"/>
      <dgm:spPr/>
    </dgm:pt>
    <dgm:pt modelId="{BD2A0C9D-A9F1-4125-BCC1-722975EDD958}" type="pres">
      <dgm:prSet presAssocID="{F6778245-F60B-4911-BBEA-21F39BD4E9EF}" presName="textRect" presStyleLbl="revTx" presStyleIdx="5" presStyleCnt="7">
        <dgm:presLayoutVars>
          <dgm:chMax val="1"/>
          <dgm:chPref val="1"/>
        </dgm:presLayoutVars>
      </dgm:prSet>
      <dgm:spPr/>
    </dgm:pt>
    <dgm:pt modelId="{162291C5-8B77-41B6-88BD-998CA6CA6539}" type="pres">
      <dgm:prSet presAssocID="{2260463D-849E-49D3-B4F1-EFCB15D173FB}" presName="sibTrans" presStyleCnt="0"/>
      <dgm:spPr/>
    </dgm:pt>
    <dgm:pt modelId="{52E02F73-FFBC-436C-9ECC-094B6E4AC302}" type="pres">
      <dgm:prSet presAssocID="{D2F0A40D-D1EB-4211-AA2D-90CEEBE01542}" presName="compNode" presStyleCnt="0"/>
      <dgm:spPr/>
    </dgm:pt>
    <dgm:pt modelId="{02C25025-43B1-4770-82B6-585D59573DAE}" type="pres">
      <dgm:prSet presAssocID="{D2F0A40D-D1EB-4211-AA2D-90CEEBE01542}" presName="iconBgRect" presStyleLbl="bgShp" presStyleIdx="6" presStyleCnt="7"/>
      <dgm:spPr>
        <a:prstGeom prst="round2DiagRect">
          <a:avLst>
            <a:gd name="adj1" fmla="val 29727"/>
            <a:gd name="adj2" fmla="val 0"/>
          </a:avLst>
        </a:prstGeom>
      </dgm:spPr>
    </dgm:pt>
    <dgm:pt modelId="{963BE020-845E-47E3-90BA-D829698CBCEB}" type="pres">
      <dgm:prSet presAssocID="{D2F0A40D-D1EB-4211-AA2D-90CEEBE01542}"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ábrica"/>
        </a:ext>
      </dgm:extLst>
    </dgm:pt>
    <dgm:pt modelId="{8891F971-EF29-439F-9B87-739C7D623518}" type="pres">
      <dgm:prSet presAssocID="{D2F0A40D-D1EB-4211-AA2D-90CEEBE01542}" presName="spaceRect" presStyleCnt="0"/>
      <dgm:spPr/>
    </dgm:pt>
    <dgm:pt modelId="{A73B1C2C-80DD-4624-8105-CA0A1C03D721}" type="pres">
      <dgm:prSet presAssocID="{D2F0A40D-D1EB-4211-AA2D-90CEEBE01542}" presName="textRect" presStyleLbl="revTx" presStyleIdx="6" presStyleCnt="7">
        <dgm:presLayoutVars>
          <dgm:chMax val="1"/>
          <dgm:chPref val="1"/>
        </dgm:presLayoutVars>
      </dgm:prSet>
      <dgm:spPr/>
    </dgm:pt>
  </dgm:ptLst>
  <dgm:cxnLst>
    <dgm:cxn modelId="{5C267D01-F685-4D1A-A996-D82658E1E9A3}" type="presOf" srcId="{B071BE54-A1C5-47E0-9413-2EEBE903CA00}" destId="{6C3D6CD6-2B00-4317-BDA4-8520A58048AD}" srcOrd="0" destOrd="0" presId="urn:microsoft.com/office/officeart/2018/5/layout/IconLeafLabelList"/>
    <dgm:cxn modelId="{401A561B-A2C0-4829-A20E-66F3D9AE1F5C}" type="presOf" srcId="{DBEE444F-D05C-4ADB-A613-C51F3F00E08E}" destId="{9FE7F1FD-0D67-4E2D-AE9A-546D84E72395}" srcOrd="0" destOrd="0" presId="urn:microsoft.com/office/officeart/2018/5/layout/IconLeafLabelList"/>
    <dgm:cxn modelId="{413A9822-1ADA-4B29-B353-BF56F659C987}" type="presOf" srcId="{046375F6-DEB8-460B-B62D-18F949B00E4F}" destId="{DF0B4147-7DA8-4115-91D4-08E45E77F821}" srcOrd="0" destOrd="0" presId="urn:microsoft.com/office/officeart/2018/5/layout/IconLeafLabelList"/>
    <dgm:cxn modelId="{B94C552A-52DD-4EAC-8ADF-FBE288AB169C}" srcId="{33468FE0-767B-42CC-9D9F-DF0AF0A229C5}" destId="{A93D4302-E857-404A-9D41-39F464A4F117}" srcOrd="1" destOrd="0" parTransId="{32AF2539-332D-47C9-8966-99D7FA0A9EA5}" sibTransId="{02FAFEA6-6B3D-40AC-8938-0C3AFDE3D6C9}"/>
    <dgm:cxn modelId="{BB6B2636-DB91-40EA-9313-97B16506C318}" type="presOf" srcId="{A93D4302-E857-404A-9D41-39F464A4F117}" destId="{9EA33AB9-2AE2-4B1C-A891-E89F72421A7A}" srcOrd="0" destOrd="0" presId="urn:microsoft.com/office/officeart/2018/5/layout/IconLeafLabelList"/>
    <dgm:cxn modelId="{EFC89E70-D572-47DB-8D2C-5103E60FAFE1}" srcId="{33468FE0-767B-42CC-9D9F-DF0AF0A229C5}" destId="{046375F6-DEB8-460B-B62D-18F949B00E4F}" srcOrd="0" destOrd="0" parTransId="{BB38C36C-09E7-45BD-B45C-493D3E3D3F05}" sibTransId="{1FCAA155-03C4-407E-8551-CEBD3124C84C}"/>
    <dgm:cxn modelId="{DE6F3573-2FC4-4C9A-8335-F07D5FD847D8}" srcId="{33468FE0-767B-42CC-9D9F-DF0AF0A229C5}" destId="{D2F0A40D-D1EB-4211-AA2D-90CEEBE01542}" srcOrd="6" destOrd="0" parTransId="{456154A2-6405-49ED-9758-0E26A8A7598D}" sibTransId="{F1A80B71-A791-4BA3-A790-F384E1A3F642}"/>
    <dgm:cxn modelId="{52B9D1A0-ED44-4561-9A62-E9236339F776}" type="presOf" srcId="{33468FE0-767B-42CC-9D9F-DF0AF0A229C5}" destId="{48862F69-8D63-4B60-9519-91E9D979F4EE}" srcOrd="0" destOrd="0" presId="urn:microsoft.com/office/officeart/2018/5/layout/IconLeafLabelList"/>
    <dgm:cxn modelId="{6344F1C3-338B-4F07-9972-6AEC2147054D}" type="presOf" srcId="{F6778245-F60B-4911-BBEA-21F39BD4E9EF}" destId="{BD2A0C9D-A9F1-4125-BCC1-722975EDD958}" srcOrd="0" destOrd="0" presId="urn:microsoft.com/office/officeart/2018/5/layout/IconLeafLabelList"/>
    <dgm:cxn modelId="{51C615C8-3618-4AE9-AD77-E6BAFC857C8F}" srcId="{33468FE0-767B-42CC-9D9F-DF0AF0A229C5}" destId="{DBEE444F-D05C-4ADB-A613-C51F3F00E08E}" srcOrd="3" destOrd="0" parTransId="{0DDB31BD-E578-40CA-B833-096F6BE995EA}" sibTransId="{192745DD-F32C-4D0F-8C2B-FED61D189387}"/>
    <dgm:cxn modelId="{37FEAFC9-1550-4A24-BD4B-A081F05BDF94}" type="presOf" srcId="{DD027487-A74C-4C10-9225-7405C3FE4621}" destId="{92208D5E-1B04-493D-9763-83BA6A3A91C1}" srcOrd="0" destOrd="0" presId="urn:microsoft.com/office/officeart/2018/5/layout/IconLeafLabelList"/>
    <dgm:cxn modelId="{BFB9D4DE-DBEA-44F0-A1D1-BC1D8ECB1962}" srcId="{33468FE0-767B-42CC-9D9F-DF0AF0A229C5}" destId="{F6778245-F60B-4911-BBEA-21F39BD4E9EF}" srcOrd="5" destOrd="0" parTransId="{073FE3CB-4CD0-41E2-BF67-13FA042C001B}" sibTransId="{2260463D-849E-49D3-B4F1-EFCB15D173FB}"/>
    <dgm:cxn modelId="{64D16DE4-CB96-41B8-8656-C4A6E0D52A87}" srcId="{33468FE0-767B-42CC-9D9F-DF0AF0A229C5}" destId="{DD027487-A74C-4C10-9225-7405C3FE4621}" srcOrd="2" destOrd="0" parTransId="{6D8C4EEE-B4AF-4AB2-ADBF-F7F17DBA3B6B}" sibTransId="{7091F92E-4FC3-4AB1-885A-97B9638B0470}"/>
    <dgm:cxn modelId="{C04FE2F0-EE75-46AC-BAF0-FC9B7E1652F9}" type="presOf" srcId="{D2F0A40D-D1EB-4211-AA2D-90CEEBE01542}" destId="{A73B1C2C-80DD-4624-8105-CA0A1C03D721}" srcOrd="0" destOrd="0" presId="urn:microsoft.com/office/officeart/2018/5/layout/IconLeafLabelList"/>
    <dgm:cxn modelId="{0B665DFB-F1BD-4336-9275-DC2A2A25395A}" srcId="{33468FE0-767B-42CC-9D9F-DF0AF0A229C5}" destId="{B071BE54-A1C5-47E0-9413-2EEBE903CA00}" srcOrd="4" destOrd="0" parTransId="{3A8A7BAF-4CEC-41F8-874C-2B812742215D}" sibTransId="{745A31E9-3D3B-403E-9C2E-0026E6A3DF1D}"/>
    <dgm:cxn modelId="{A6CCAC58-0680-4634-AC5C-7BF42E9E6AEF}" type="presParOf" srcId="{48862F69-8D63-4B60-9519-91E9D979F4EE}" destId="{2672D9E8-9AC3-4EE0-9B12-40674AD322F2}" srcOrd="0" destOrd="0" presId="urn:microsoft.com/office/officeart/2018/5/layout/IconLeafLabelList"/>
    <dgm:cxn modelId="{1B51EA89-F882-4ECB-BEA8-C319A643F0DF}" type="presParOf" srcId="{2672D9E8-9AC3-4EE0-9B12-40674AD322F2}" destId="{02037E94-057C-41C1-BB1C-0A3DD6966BCD}" srcOrd="0" destOrd="0" presId="urn:microsoft.com/office/officeart/2018/5/layout/IconLeafLabelList"/>
    <dgm:cxn modelId="{8A4F4827-3BCE-4F61-A3C7-C7239B7A04AE}" type="presParOf" srcId="{2672D9E8-9AC3-4EE0-9B12-40674AD322F2}" destId="{C0BD21C7-2549-41E3-AD6C-F35841B33B3E}" srcOrd="1" destOrd="0" presId="urn:microsoft.com/office/officeart/2018/5/layout/IconLeafLabelList"/>
    <dgm:cxn modelId="{847E5921-149E-4E4C-BC82-577E87568E71}" type="presParOf" srcId="{2672D9E8-9AC3-4EE0-9B12-40674AD322F2}" destId="{A179202D-5C80-4BAF-8189-609E26C4E4C4}" srcOrd="2" destOrd="0" presId="urn:microsoft.com/office/officeart/2018/5/layout/IconLeafLabelList"/>
    <dgm:cxn modelId="{CCDFA12D-2C4F-4EC4-BE2C-4100D2F878D5}" type="presParOf" srcId="{2672D9E8-9AC3-4EE0-9B12-40674AD322F2}" destId="{DF0B4147-7DA8-4115-91D4-08E45E77F821}" srcOrd="3" destOrd="0" presId="urn:microsoft.com/office/officeart/2018/5/layout/IconLeafLabelList"/>
    <dgm:cxn modelId="{7F5FF088-9CF5-4E11-B471-C4B473880BBE}" type="presParOf" srcId="{48862F69-8D63-4B60-9519-91E9D979F4EE}" destId="{2FD9E720-8977-48F8-A052-C5D44E3FE30C}" srcOrd="1" destOrd="0" presId="urn:microsoft.com/office/officeart/2018/5/layout/IconLeafLabelList"/>
    <dgm:cxn modelId="{8265B7E8-DDF6-4CBE-A0AA-5554F46A15AC}" type="presParOf" srcId="{48862F69-8D63-4B60-9519-91E9D979F4EE}" destId="{3A4354A0-160E-4C4F-ACFA-8736D0F6E74A}" srcOrd="2" destOrd="0" presId="urn:microsoft.com/office/officeart/2018/5/layout/IconLeafLabelList"/>
    <dgm:cxn modelId="{26E3B884-A035-498B-978C-29B40B7B89BE}" type="presParOf" srcId="{3A4354A0-160E-4C4F-ACFA-8736D0F6E74A}" destId="{17F8B04C-D859-4FDC-86CE-612E08379F3D}" srcOrd="0" destOrd="0" presId="urn:microsoft.com/office/officeart/2018/5/layout/IconLeafLabelList"/>
    <dgm:cxn modelId="{ECCAAAB6-7517-40FB-8323-F90B89A04262}" type="presParOf" srcId="{3A4354A0-160E-4C4F-ACFA-8736D0F6E74A}" destId="{EA66368F-D599-445F-B829-8EB7BD9B1A1E}" srcOrd="1" destOrd="0" presId="urn:microsoft.com/office/officeart/2018/5/layout/IconLeafLabelList"/>
    <dgm:cxn modelId="{FAF31FBE-72D1-4F21-98CB-35A726058801}" type="presParOf" srcId="{3A4354A0-160E-4C4F-ACFA-8736D0F6E74A}" destId="{005615E5-1812-47F4-830A-C07AF28F8E00}" srcOrd="2" destOrd="0" presId="urn:microsoft.com/office/officeart/2018/5/layout/IconLeafLabelList"/>
    <dgm:cxn modelId="{558BF577-2935-41DB-9A4C-DF01F7BEC0BE}" type="presParOf" srcId="{3A4354A0-160E-4C4F-ACFA-8736D0F6E74A}" destId="{9EA33AB9-2AE2-4B1C-A891-E89F72421A7A}" srcOrd="3" destOrd="0" presId="urn:microsoft.com/office/officeart/2018/5/layout/IconLeafLabelList"/>
    <dgm:cxn modelId="{5CA284B5-8099-450B-B62A-49C238C9D079}" type="presParOf" srcId="{48862F69-8D63-4B60-9519-91E9D979F4EE}" destId="{120A442D-711F-4268-AD02-B81A354C3526}" srcOrd="3" destOrd="0" presId="urn:microsoft.com/office/officeart/2018/5/layout/IconLeafLabelList"/>
    <dgm:cxn modelId="{D4584097-DEBD-4FE3-9425-9B6178914524}" type="presParOf" srcId="{48862F69-8D63-4B60-9519-91E9D979F4EE}" destId="{9BE463A0-B43F-41A8-8ABE-5D7EF8B44CC9}" srcOrd="4" destOrd="0" presId="urn:microsoft.com/office/officeart/2018/5/layout/IconLeafLabelList"/>
    <dgm:cxn modelId="{5A6D6924-8482-48F8-8868-B73CBE362698}" type="presParOf" srcId="{9BE463A0-B43F-41A8-8ABE-5D7EF8B44CC9}" destId="{7EF822F3-05BE-4F66-A270-833EA2D2D37E}" srcOrd="0" destOrd="0" presId="urn:microsoft.com/office/officeart/2018/5/layout/IconLeafLabelList"/>
    <dgm:cxn modelId="{73C90D2B-6D8B-47E6-8F55-F7127260CCD5}" type="presParOf" srcId="{9BE463A0-B43F-41A8-8ABE-5D7EF8B44CC9}" destId="{8BE3E49E-19F1-4D77-958B-779FCC2FA561}" srcOrd="1" destOrd="0" presId="urn:microsoft.com/office/officeart/2018/5/layout/IconLeafLabelList"/>
    <dgm:cxn modelId="{5F3FC742-3D2A-441F-BD13-A4CA1A68D703}" type="presParOf" srcId="{9BE463A0-B43F-41A8-8ABE-5D7EF8B44CC9}" destId="{192AB453-A39C-41AF-AE90-A98ED755A7B0}" srcOrd="2" destOrd="0" presId="urn:microsoft.com/office/officeart/2018/5/layout/IconLeafLabelList"/>
    <dgm:cxn modelId="{705BD0E8-E2C1-42F5-8474-240FBB52765A}" type="presParOf" srcId="{9BE463A0-B43F-41A8-8ABE-5D7EF8B44CC9}" destId="{92208D5E-1B04-493D-9763-83BA6A3A91C1}" srcOrd="3" destOrd="0" presId="urn:microsoft.com/office/officeart/2018/5/layout/IconLeafLabelList"/>
    <dgm:cxn modelId="{F690955E-E2BC-46DC-B995-32A5C7BA1CA5}" type="presParOf" srcId="{48862F69-8D63-4B60-9519-91E9D979F4EE}" destId="{95495974-3997-4417-B5B6-7820B0537D00}" srcOrd="5" destOrd="0" presId="urn:microsoft.com/office/officeart/2018/5/layout/IconLeafLabelList"/>
    <dgm:cxn modelId="{A0591694-D14D-4787-B94E-D3B0AC302AD9}" type="presParOf" srcId="{48862F69-8D63-4B60-9519-91E9D979F4EE}" destId="{0F25FB01-697F-4DC8-BD1D-B4C8ED888029}" srcOrd="6" destOrd="0" presId="urn:microsoft.com/office/officeart/2018/5/layout/IconLeafLabelList"/>
    <dgm:cxn modelId="{192315AC-4BD2-4000-ACBE-0BE7F79B65CA}" type="presParOf" srcId="{0F25FB01-697F-4DC8-BD1D-B4C8ED888029}" destId="{F40597A2-70D9-4BD8-A684-063246CFE38B}" srcOrd="0" destOrd="0" presId="urn:microsoft.com/office/officeart/2018/5/layout/IconLeafLabelList"/>
    <dgm:cxn modelId="{EF3BD527-8ED1-46A6-B67D-D8560AE6FA54}" type="presParOf" srcId="{0F25FB01-697F-4DC8-BD1D-B4C8ED888029}" destId="{3B7C3656-6E70-49B7-8A74-1697ED428028}" srcOrd="1" destOrd="0" presId="urn:microsoft.com/office/officeart/2018/5/layout/IconLeafLabelList"/>
    <dgm:cxn modelId="{59F49194-9BA3-47CF-A58C-B3883D1E9B96}" type="presParOf" srcId="{0F25FB01-697F-4DC8-BD1D-B4C8ED888029}" destId="{BCA65B8B-8EF6-46C3-9639-735F413E573A}" srcOrd="2" destOrd="0" presId="urn:microsoft.com/office/officeart/2018/5/layout/IconLeafLabelList"/>
    <dgm:cxn modelId="{998F4D8A-F925-4D5B-BEC5-DBF08853BE30}" type="presParOf" srcId="{0F25FB01-697F-4DC8-BD1D-B4C8ED888029}" destId="{9FE7F1FD-0D67-4E2D-AE9A-546D84E72395}" srcOrd="3" destOrd="0" presId="urn:microsoft.com/office/officeart/2018/5/layout/IconLeafLabelList"/>
    <dgm:cxn modelId="{33E47FEC-18B3-4C5E-B673-9B131FE99236}" type="presParOf" srcId="{48862F69-8D63-4B60-9519-91E9D979F4EE}" destId="{5FCFBE14-EA26-4D54-8FDB-63CF4B49EE3A}" srcOrd="7" destOrd="0" presId="urn:microsoft.com/office/officeart/2018/5/layout/IconLeafLabelList"/>
    <dgm:cxn modelId="{1731664E-F880-4A85-B419-72E26CD43731}" type="presParOf" srcId="{48862F69-8D63-4B60-9519-91E9D979F4EE}" destId="{6710CFE4-1C41-465D-866F-71405BD24848}" srcOrd="8" destOrd="0" presId="urn:microsoft.com/office/officeart/2018/5/layout/IconLeafLabelList"/>
    <dgm:cxn modelId="{3643D2E5-9DB8-47AC-A43F-FEB28391B28A}" type="presParOf" srcId="{6710CFE4-1C41-465D-866F-71405BD24848}" destId="{3CA633DF-E8C9-47C5-8000-487B71237B31}" srcOrd="0" destOrd="0" presId="urn:microsoft.com/office/officeart/2018/5/layout/IconLeafLabelList"/>
    <dgm:cxn modelId="{742166F9-2B42-4707-9527-DA709647E878}" type="presParOf" srcId="{6710CFE4-1C41-465D-866F-71405BD24848}" destId="{0A6193D4-72DB-4C11-A6BE-8851BE1995E0}" srcOrd="1" destOrd="0" presId="urn:microsoft.com/office/officeart/2018/5/layout/IconLeafLabelList"/>
    <dgm:cxn modelId="{DDA889BF-4A78-4615-BD67-8D512CB0255C}" type="presParOf" srcId="{6710CFE4-1C41-465D-866F-71405BD24848}" destId="{C628C5CA-D006-48DA-8F53-7191D04595B6}" srcOrd="2" destOrd="0" presId="urn:microsoft.com/office/officeart/2018/5/layout/IconLeafLabelList"/>
    <dgm:cxn modelId="{28FA96E5-8D56-431F-9E16-DB1E9E2E5021}" type="presParOf" srcId="{6710CFE4-1C41-465D-866F-71405BD24848}" destId="{6C3D6CD6-2B00-4317-BDA4-8520A58048AD}" srcOrd="3" destOrd="0" presId="urn:microsoft.com/office/officeart/2018/5/layout/IconLeafLabelList"/>
    <dgm:cxn modelId="{F3393AE4-3B49-49B3-BC44-CD4C29070658}" type="presParOf" srcId="{48862F69-8D63-4B60-9519-91E9D979F4EE}" destId="{CD0D043D-2762-4EBA-91F7-EF2CF4135DFA}" srcOrd="9" destOrd="0" presId="urn:microsoft.com/office/officeart/2018/5/layout/IconLeafLabelList"/>
    <dgm:cxn modelId="{2478EE9A-0755-45F2-94C1-129D10C743D5}" type="presParOf" srcId="{48862F69-8D63-4B60-9519-91E9D979F4EE}" destId="{134E7123-8D5E-4A07-8053-FB7120991D91}" srcOrd="10" destOrd="0" presId="urn:microsoft.com/office/officeart/2018/5/layout/IconLeafLabelList"/>
    <dgm:cxn modelId="{B089728B-B833-4B00-9840-C7DC4181B8F7}" type="presParOf" srcId="{134E7123-8D5E-4A07-8053-FB7120991D91}" destId="{1E1304A3-1055-4CBA-9E37-989E365CFBC3}" srcOrd="0" destOrd="0" presId="urn:microsoft.com/office/officeart/2018/5/layout/IconLeafLabelList"/>
    <dgm:cxn modelId="{2BBC90A4-5A57-48FB-A0BF-E54BBEC36071}" type="presParOf" srcId="{134E7123-8D5E-4A07-8053-FB7120991D91}" destId="{69F92354-43E5-44F3-B6BC-A1A4DC3EC327}" srcOrd="1" destOrd="0" presId="urn:microsoft.com/office/officeart/2018/5/layout/IconLeafLabelList"/>
    <dgm:cxn modelId="{39B8CCCE-C77B-4794-BD66-9EF0119076FC}" type="presParOf" srcId="{134E7123-8D5E-4A07-8053-FB7120991D91}" destId="{85532BCC-5296-44CB-8844-EDB50418339B}" srcOrd="2" destOrd="0" presId="urn:microsoft.com/office/officeart/2018/5/layout/IconLeafLabelList"/>
    <dgm:cxn modelId="{BACE1A21-20E8-4C4D-B832-470A3A0DF6D9}" type="presParOf" srcId="{134E7123-8D5E-4A07-8053-FB7120991D91}" destId="{BD2A0C9D-A9F1-4125-BCC1-722975EDD958}" srcOrd="3" destOrd="0" presId="urn:microsoft.com/office/officeart/2018/5/layout/IconLeafLabelList"/>
    <dgm:cxn modelId="{88D81057-5330-4BB2-8232-8DEF7AB5878B}" type="presParOf" srcId="{48862F69-8D63-4B60-9519-91E9D979F4EE}" destId="{162291C5-8B77-41B6-88BD-998CA6CA6539}" srcOrd="11" destOrd="0" presId="urn:microsoft.com/office/officeart/2018/5/layout/IconLeafLabelList"/>
    <dgm:cxn modelId="{E368C452-ABFC-4833-896F-4FE0CFA0DF87}" type="presParOf" srcId="{48862F69-8D63-4B60-9519-91E9D979F4EE}" destId="{52E02F73-FFBC-436C-9ECC-094B6E4AC302}" srcOrd="12" destOrd="0" presId="urn:microsoft.com/office/officeart/2018/5/layout/IconLeafLabelList"/>
    <dgm:cxn modelId="{FA1FF858-2432-4F85-9AD3-DB05EDAE3AC7}" type="presParOf" srcId="{52E02F73-FFBC-436C-9ECC-094B6E4AC302}" destId="{02C25025-43B1-4770-82B6-585D59573DAE}" srcOrd="0" destOrd="0" presId="urn:microsoft.com/office/officeart/2018/5/layout/IconLeafLabelList"/>
    <dgm:cxn modelId="{93C9A006-865F-42BF-8FD9-0D5E82AD6DA5}" type="presParOf" srcId="{52E02F73-FFBC-436C-9ECC-094B6E4AC302}" destId="{963BE020-845E-47E3-90BA-D829698CBCEB}" srcOrd="1" destOrd="0" presId="urn:microsoft.com/office/officeart/2018/5/layout/IconLeafLabelList"/>
    <dgm:cxn modelId="{54B874EE-F360-4A16-9DD2-0E015071946B}" type="presParOf" srcId="{52E02F73-FFBC-436C-9ECC-094B6E4AC302}" destId="{8891F971-EF29-439F-9B87-739C7D623518}" srcOrd="2" destOrd="0" presId="urn:microsoft.com/office/officeart/2018/5/layout/IconLeafLabelList"/>
    <dgm:cxn modelId="{0BA90599-F688-436A-8B12-8122D156625B}" type="presParOf" srcId="{52E02F73-FFBC-436C-9ECC-094B6E4AC302}" destId="{A73B1C2C-80DD-4624-8105-CA0A1C03D72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36F56B-4691-4B40-919C-AE2B30538BD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2A60116-268D-4289-8115-FCD73EC5FC8D}">
      <dgm:prSet/>
      <dgm:spPr/>
      <dgm:t>
        <a:bodyPr/>
        <a:lstStyle/>
        <a:p>
          <a:r>
            <a:rPr lang="es-ES"/>
            <a:t>El bus de direcciones nos permite acceder a la memoria, a una posición (dirección) concreta para extraer una información (dato o instrucción). A mayor bus de direcciones, mayor será el número de direcciones de memoria de que disponemos.</a:t>
          </a:r>
          <a:endParaRPr lang="en-US"/>
        </a:p>
      </dgm:t>
    </dgm:pt>
    <dgm:pt modelId="{D77B8FCE-E6BD-466C-844E-333483DABCF6}" type="parTrans" cxnId="{A55E0322-E90F-4F15-9E9F-F7F12FB86F94}">
      <dgm:prSet/>
      <dgm:spPr/>
      <dgm:t>
        <a:bodyPr/>
        <a:lstStyle/>
        <a:p>
          <a:endParaRPr lang="en-US"/>
        </a:p>
      </dgm:t>
    </dgm:pt>
    <dgm:pt modelId="{B566BFD5-144B-482E-8142-07E8DC81A0A5}" type="sibTrans" cxnId="{A55E0322-E90F-4F15-9E9F-F7F12FB86F94}">
      <dgm:prSet/>
      <dgm:spPr/>
      <dgm:t>
        <a:bodyPr/>
        <a:lstStyle/>
        <a:p>
          <a:endParaRPr lang="en-US"/>
        </a:p>
      </dgm:t>
    </dgm:pt>
    <dgm:pt modelId="{42034D0A-F764-440C-AD95-8E9F4720D12E}">
      <dgm:prSet/>
      <dgm:spPr/>
      <dgm:t>
        <a:bodyPr/>
        <a:lstStyle/>
        <a:p>
          <a:r>
            <a:rPr lang="es-ES"/>
            <a:t>A mayor número de bits, mayor número de direcciones, mayor espacio de memoria direccionable</a:t>
          </a:r>
          <a:endParaRPr lang="en-US"/>
        </a:p>
      </dgm:t>
    </dgm:pt>
    <dgm:pt modelId="{C9B408D4-05DA-4C09-A8D2-E9A0DCF07C40}" type="parTrans" cxnId="{5C2D3931-274E-4D24-8CA7-6D88675DFF07}">
      <dgm:prSet/>
      <dgm:spPr/>
      <dgm:t>
        <a:bodyPr/>
        <a:lstStyle/>
        <a:p>
          <a:endParaRPr lang="en-US"/>
        </a:p>
      </dgm:t>
    </dgm:pt>
    <dgm:pt modelId="{BED99220-D8AD-4268-BC29-3A3351255CAC}" type="sibTrans" cxnId="{5C2D3931-274E-4D24-8CA7-6D88675DFF07}">
      <dgm:prSet/>
      <dgm:spPr/>
      <dgm:t>
        <a:bodyPr/>
        <a:lstStyle/>
        <a:p>
          <a:endParaRPr lang="en-US"/>
        </a:p>
      </dgm:t>
    </dgm:pt>
    <dgm:pt modelId="{D3BDA0ED-1D6C-433A-AFB0-CE00197950FA}" type="pres">
      <dgm:prSet presAssocID="{3336F56B-4691-4B40-919C-AE2B30538BD5}" presName="root" presStyleCnt="0">
        <dgm:presLayoutVars>
          <dgm:dir/>
          <dgm:resizeHandles val="exact"/>
        </dgm:presLayoutVars>
      </dgm:prSet>
      <dgm:spPr/>
    </dgm:pt>
    <dgm:pt modelId="{4011526A-7C90-4389-936B-64064E049D91}" type="pres">
      <dgm:prSet presAssocID="{52A60116-268D-4289-8115-FCD73EC5FC8D}" presName="compNode" presStyleCnt="0"/>
      <dgm:spPr/>
    </dgm:pt>
    <dgm:pt modelId="{20939058-0BCB-4094-82D8-A08B1F59590A}" type="pres">
      <dgm:prSet presAssocID="{52A60116-268D-4289-8115-FCD73EC5FC8D}" presName="bgRect" presStyleLbl="bgShp" presStyleIdx="0" presStyleCnt="2"/>
      <dgm:spPr/>
    </dgm:pt>
    <dgm:pt modelId="{9BC30B09-CBFB-4287-B4B0-B3E75C5E5ED5}" type="pres">
      <dgm:prSet presAssocID="{52A60116-268D-4289-8115-FCD73EC5FC8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utobús"/>
        </a:ext>
      </dgm:extLst>
    </dgm:pt>
    <dgm:pt modelId="{1FDC9B41-4EE5-4EB2-B981-309CDAB5333D}" type="pres">
      <dgm:prSet presAssocID="{52A60116-268D-4289-8115-FCD73EC5FC8D}" presName="spaceRect" presStyleCnt="0"/>
      <dgm:spPr/>
    </dgm:pt>
    <dgm:pt modelId="{1CD0E940-D005-4E30-BD52-965A9B1667EC}" type="pres">
      <dgm:prSet presAssocID="{52A60116-268D-4289-8115-FCD73EC5FC8D}" presName="parTx" presStyleLbl="revTx" presStyleIdx="0" presStyleCnt="2">
        <dgm:presLayoutVars>
          <dgm:chMax val="0"/>
          <dgm:chPref val="0"/>
        </dgm:presLayoutVars>
      </dgm:prSet>
      <dgm:spPr/>
    </dgm:pt>
    <dgm:pt modelId="{51BAC375-EEA4-4045-893A-CC38D5A00716}" type="pres">
      <dgm:prSet presAssocID="{B566BFD5-144B-482E-8142-07E8DC81A0A5}" presName="sibTrans" presStyleCnt="0"/>
      <dgm:spPr/>
    </dgm:pt>
    <dgm:pt modelId="{4980B287-E9B9-42C8-B0F1-04314FC6A8A4}" type="pres">
      <dgm:prSet presAssocID="{42034D0A-F764-440C-AD95-8E9F4720D12E}" presName="compNode" presStyleCnt="0"/>
      <dgm:spPr/>
    </dgm:pt>
    <dgm:pt modelId="{8FF0346A-19C1-4C9B-8085-5FA458405FEE}" type="pres">
      <dgm:prSet presAssocID="{42034D0A-F764-440C-AD95-8E9F4720D12E}" presName="bgRect" presStyleLbl="bgShp" presStyleIdx="1" presStyleCnt="2"/>
      <dgm:spPr/>
    </dgm:pt>
    <dgm:pt modelId="{C11518B1-EC86-40DD-B72A-5C10CA2A0C34}" type="pres">
      <dgm:prSet presAssocID="{42034D0A-F764-440C-AD95-8E9F4720D12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ador"/>
        </a:ext>
      </dgm:extLst>
    </dgm:pt>
    <dgm:pt modelId="{DF129450-ACF9-461C-A15D-A89BB3CA9235}" type="pres">
      <dgm:prSet presAssocID="{42034D0A-F764-440C-AD95-8E9F4720D12E}" presName="spaceRect" presStyleCnt="0"/>
      <dgm:spPr/>
    </dgm:pt>
    <dgm:pt modelId="{C8128CD1-B8A7-4E3E-A012-F33DDFB87877}" type="pres">
      <dgm:prSet presAssocID="{42034D0A-F764-440C-AD95-8E9F4720D12E}" presName="parTx" presStyleLbl="revTx" presStyleIdx="1" presStyleCnt="2">
        <dgm:presLayoutVars>
          <dgm:chMax val="0"/>
          <dgm:chPref val="0"/>
        </dgm:presLayoutVars>
      </dgm:prSet>
      <dgm:spPr/>
    </dgm:pt>
  </dgm:ptLst>
  <dgm:cxnLst>
    <dgm:cxn modelId="{42A2ED02-30C1-48CE-9AA2-A0676E3456CB}" type="presOf" srcId="{52A60116-268D-4289-8115-FCD73EC5FC8D}" destId="{1CD0E940-D005-4E30-BD52-965A9B1667EC}" srcOrd="0" destOrd="0" presId="urn:microsoft.com/office/officeart/2018/2/layout/IconVerticalSolidList"/>
    <dgm:cxn modelId="{A55E0322-E90F-4F15-9E9F-F7F12FB86F94}" srcId="{3336F56B-4691-4B40-919C-AE2B30538BD5}" destId="{52A60116-268D-4289-8115-FCD73EC5FC8D}" srcOrd="0" destOrd="0" parTransId="{D77B8FCE-E6BD-466C-844E-333483DABCF6}" sibTransId="{B566BFD5-144B-482E-8142-07E8DC81A0A5}"/>
    <dgm:cxn modelId="{70CC4C23-67CD-45E3-B550-3AFCACAAF25A}" type="presOf" srcId="{3336F56B-4691-4B40-919C-AE2B30538BD5}" destId="{D3BDA0ED-1D6C-433A-AFB0-CE00197950FA}" srcOrd="0" destOrd="0" presId="urn:microsoft.com/office/officeart/2018/2/layout/IconVerticalSolidList"/>
    <dgm:cxn modelId="{5C2D3931-274E-4D24-8CA7-6D88675DFF07}" srcId="{3336F56B-4691-4B40-919C-AE2B30538BD5}" destId="{42034D0A-F764-440C-AD95-8E9F4720D12E}" srcOrd="1" destOrd="0" parTransId="{C9B408D4-05DA-4C09-A8D2-E9A0DCF07C40}" sibTransId="{BED99220-D8AD-4268-BC29-3A3351255CAC}"/>
    <dgm:cxn modelId="{59643953-55EC-4846-B485-358AA300401B}" type="presOf" srcId="{42034D0A-F764-440C-AD95-8E9F4720D12E}" destId="{C8128CD1-B8A7-4E3E-A012-F33DDFB87877}" srcOrd="0" destOrd="0" presId="urn:microsoft.com/office/officeart/2018/2/layout/IconVerticalSolidList"/>
    <dgm:cxn modelId="{D1771AFB-11EC-4D2F-BA0C-1FA46A84E7B8}" type="presParOf" srcId="{D3BDA0ED-1D6C-433A-AFB0-CE00197950FA}" destId="{4011526A-7C90-4389-936B-64064E049D91}" srcOrd="0" destOrd="0" presId="urn:microsoft.com/office/officeart/2018/2/layout/IconVerticalSolidList"/>
    <dgm:cxn modelId="{9C6A22A3-4DCB-487E-AEC2-694F842C3ECB}" type="presParOf" srcId="{4011526A-7C90-4389-936B-64064E049D91}" destId="{20939058-0BCB-4094-82D8-A08B1F59590A}" srcOrd="0" destOrd="0" presId="urn:microsoft.com/office/officeart/2018/2/layout/IconVerticalSolidList"/>
    <dgm:cxn modelId="{B59A4D2B-D895-41B9-A33C-FE256C3EB5DC}" type="presParOf" srcId="{4011526A-7C90-4389-936B-64064E049D91}" destId="{9BC30B09-CBFB-4287-B4B0-B3E75C5E5ED5}" srcOrd="1" destOrd="0" presId="urn:microsoft.com/office/officeart/2018/2/layout/IconVerticalSolidList"/>
    <dgm:cxn modelId="{F6863777-B0DF-4614-BD05-A6617C1AC98D}" type="presParOf" srcId="{4011526A-7C90-4389-936B-64064E049D91}" destId="{1FDC9B41-4EE5-4EB2-B981-309CDAB5333D}" srcOrd="2" destOrd="0" presId="urn:microsoft.com/office/officeart/2018/2/layout/IconVerticalSolidList"/>
    <dgm:cxn modelId="{AB5F8D69-4BAE-499D-A685-38C28020CA09}" type="presParOf" srcId="{4011526A-7C90-4389-936B-64064E049D91}" destId="{1CD0E940-D005-4E30-BD52-965A9B1667EC}" srcOrd="3" destOrd="0" presId="urn:microsoft.com/office/officeart/2018/2/layout/IconVerticalSolidList"/>
    <dgm:cxn modelId="{1B4A91A9-71A3-400C-855E-911033047A90}" type="presParOf" srcId="{D3BDA0ED-1D6C-433A-AFB0-CE00197950FA}" destId="{51BAC375-EEA4-4045-893A-CC38D5A00716}" srcOrd="1" destOrd="0" presId="urn:microsoft.com/office/officeart/2018/2/layout/IconVerticalSolidList"/>
    <dgm:cxn modelId="{B39795C1-8BFA-4590-ADDD-DE7F8D9AD761}" type="presParOf" srcId="{D3BDA0ED-1D6C-433A-AFB0-CE00197950FA}" destId="{4980B287-E9B9-42C8-B0F1-04314FC6A8A4}" srcOrd="2" destOrd="0" presId="urn:microsoft.com/office/officeart/2018/2/layout/IconVerticalSolidList"/>
    <dgm:cxn modelId="{991E83CE-0E33-464D-908F-7BFCC5C8BCF6}" type="presParOf" srcId="{4980B287-E9B9-42C8-B0F1-04314FC6A8A4}" destId="{8FF0346A-19C1-4C9B-8085-5FA458405FEE}" srcOrd="0" destOrd="0" presId="urn:microsoft.com/office/officeart/2018/2/layout/IconVerticalSolidList"/>
    <dgm:cxn modelId="{E23A991C-7F5C-440C-9F06-26BC6EE0CEEF}" type="presParOf" srcId="{4980B287-E9B9-42C8-B0F1-04314FC6A8A4}" destId="{C11518B1-EC86-40DD-B72A-5C10CA2A0C34}" srcOrd="1" destOrd="0" presId="urn:microsoft.com/office/officeart/2018/2/layout/IconVerticalSolidList"/>
    <dgm:cxn modelId="{00398192-125E-4F57-A07B-6F71B6934641}" type="presParOf" srcId="{4980B287-E9B9-42C8-B0F1-04314FC6A8A4}" destId="{DF129450-ACF9-461C-A15D-A89BB3CA9235}" srcOrd="2" destOrd="0" presId="urn:microsoft.com/office/officeart/2018/2/layout/IconVerticalSolidList"/>
    <dgm:cxn modelId="{85E845D4-18FF-438D-B889-310C219A25CB}" type="presParOf" srcId="{4980B287-E9B9-42C8-B0F1-04314FC6A8A4}" destId="{C8128CD1-B8A7-4E3E-A012-F33DDFB8787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FFBAF99-97C1-4B71-9ED3-F4406128B8B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4751E5D-7364-4775-B84E-533B5604973A}">
      <dgm:prSet/>
      <dgm:spPr/>
      <dgm:t>
        <a:bodyPr/>
        <a:lstStyle/>
        <a:p>
          <a:pPr rtl="0"/>
          <a:r>
            <a:rPr lang="es-ES" dirty="0"/>
            <a:t>Intel </a:t>
          </a:r>
          <a:r>
            <a:rPr lang="es-ES" u="sng" dirty="0">
              <a:latin typeface="Calibri Light" panose="020F0302020204030204"/>
            </a:rPr>
            <a:t>Xeon</a:t>
          </a:r>
          <a:r>
            <a:rPr lang="es-ES" u="none" dirty="0">
              <a:latin typeface="Calibri Light" panose="020F0302020204030204"/>
            </a:rPr>
            <a:t> </a:t>
          </a:r>
          <a:r>
            <a:rPr lang="es-ES" dirty="0"/>
            <a:t> nombre en código "Tulsa" (2006) cuenta con 16 MB de caché L3 en el chip compartidos entre dos núcleos de procesador.</a:t>
          </a:r>
          <a:endParaRPr lang="en-US" dirty="0"/>
        </a:p>
      </dgm:t>
    </dgm:pt>
    <dgm:pt modelId="{4EA4909E-3CDE-403E-989A-1817203326E8}" type="parTrans" cxnId="{EE0EE18E-CDFD-4CBF-A05D-1DB41FBEEB46}">
      <dgm:prSet/>
      <dgm:spPr/>
      <dgm:t>
        <a:bodyPr/>
        <a:lstStyle/>
        <a:p>
          <a:endParaRPr lang="en-US"/>
        </a:p>
      </dgm:t>
    </dgm:pt>
    <dgm:pt modelId="{CACCDF99-D05A-4435-83AD-0CB5134DD82E}" type="sibTrans" cxnId="{EE0EE18E-CDFD-4CBF-A05D-1DB41FBEEB46}">
      <dgm:prSet/>
      <dgm:spPr/>
      <dgm:t>
        <a:bodyPr/>
        <a:lstStyle/>
        <a:p>
          <a:endParaRPr lang="en-US"/>
        </a:p>
      </dgm:t>
    </dgm:pt>
    <dgm:pt modelId="{5910E0F5-FA19-40F0-8B67-B6BC458593AD}">
      <dgm:prSet/>
      <dgm:spPr/>
      <dgm:t>
        <a:bodyPr/>
        <a:lstStyle/>
        <a:p>
          <a:r>
            <a:rPr lang="es-ES" dirty="0"/>
            <a:t>AMD </a:t>
          </a:r>
          <a:r>
            <a:rPr lang="es-ES" u="sng" dirty="0" err="1"/>
            <a:t>Phenom</a:t>
          </a:r>
          <a:r>
            <a:rPr lang="es-ES" u="sng" dirty="0"/>
            <a:t> II</a:t>
          </a:r>
          <a:r>
            <a:rPr lang="es-ES" dirty="0"/>
            <a:t> (2008) tiene hasta 6 MB de caché L3-die unificado.</a:t>
          </a:r>
          <a:endParaRPr lang="en-US" dirty="0"/>
        </a:p>
      </dgm:t>
    </dgm:pt>
    <dgm:pt modelId="{A83D2EDB-8E09-4B3E-B12B-B18EB0C21266}" type="parTrans" cxnId="{4FACEFE2-6E34-48F3-A588-B4AF9F759764}">
      <dgm:prSet/>
      <dgm:spPr/>
      <dgm:t>
        <a:bodyPr/>
        <a:lstStyle/>
        <a:p>
          <a:endParaRPr lang="en-US"/>
        </a:p>
      </dgm:t>
    </dgm:pt>
    <dgm:pt modelId="{7060F5D0-84D1-4888-9B93-CA360BE5A054}" type="sibTrans" cxnId="{4FACEFE2-6E34-48F3-A588-B4AF9F759764}">
      <dgm:prSet/>
      <dgm:spPr/>
      <dgm:t>
        <a:bodyPr/>
        <a:lstStyle/>
        <a:p>
          <a:endParaRPr lang="en-US"/>
        </a:p>
      </dgm:t>
    </dgm:pt>
    <dgm:pt modelId="{479620A6-649E-4EEF-A50F-C96B5614AC6D}">
      <dgm:prSet/>
      <dgm:spPr/>
      <dgm:t>
        <a:bodyPr/>
        <a:lstStyle/>
        <a:p>
          <a:r>
            <a:rPr lang="es-ES" u="sng" dirty="0"/>
            <a:t>Intel Core i7</a:t>
          </a:r>
          <a:r>
            <a:rPr lang="es-ES" dirty="0"/>
            <a:t> (2008) tiene hasta 8 MB en el chip caché L3 unificada que es inclusivo, compartido por todos los núcleos.</a:t>
          </a:r>
          <a:endParaRPr lang="en-US" dirty="0"/>
        </a:p>
      </dgm:t>
    </dgm:pt>
    <dgm:pt modelId="{DB14FB09-3AB2-4C1D-9F9E-F9C483C0BB81}" type="parTrans" cxnId="{CA3CBDBC-3DB4-403A-BB49-8EE9A04687E1}">
      <dgm:prSet/>
      <dgm:spPr/>
      <dgm:t>
        <a:bodyPr/>
        <a:lstStyle/>
        <a:p>
          <a:endParaRPr lang="en-US"/>
        </a:p>
      </dgm:t>
    </dgm:pt>
    <dgm:pt modelId="{D1077A7E-18F5-4DEC-86FA-71869943DD0A}" type="sibTrans" cxnId="{CA3CBDBC-3DB4-403A-BB49-8EE9A04687E1}">
      <dgm:prSet/>
      <dgm:spPr/>
      <dgm:t>
        <a:bodyPr/>
        <a:lstStyle/>
        <a:p>
          <a:endParaRPr lang="en-US"/>
        </a:p>
      </dgm:t>
    </dgm:pt>
    <dgm:pt modelId="{33517E2A-EF29-402F-B086-9040BDFAF61A}">
      <dgm:prSet/>
      <dgm:spPr/>
      <dgm:t>
        <a:bodyPr/>
        <a:lstStyle/>
        <a:p>
          <a:r>
            <a:rPr lang="es-ES" dirty="0"/>
            <a:t>Intel </a:t>
          </a:r>
          <a:r>
            <a:rPr lang="es-ES" u="sng" dirty="0" err="1"/>
            <a:t>Haswell</a:t>
          </a:r>
          <a:r>
            <a:rPr lang="es-ES" dirty="0"/>
            <a:t> CPU con integrados </a:t>
          </a:r>
          <a:r>
            <a:rPr lang="es-ES" u="sng" dirty="0"/>
            <a:t>Pro Intel </a:t>
          </a:r>
          <a:r>
            <a:rPr lang="es-ES" u="sng" dirty="0" err="1"/>
            <a:t>Graphics</a:t>
          </a:r>
          <a:r>
            <a:rPr lang="es-ES" u="sng" dirty="0"/>
            <a:t> Iris</a:t>
          </a:r>
          <a:r>
            <a:rPr lang="es-ES" dirty="0"/>
            <a:t> tienen 128 MB de </a:t>
          </a:r>
          <a:r>
            <a:rPr lang="es-ES" dirty="0" err="1"/>
            <a:t>eDRAM</a:t>
          </a:r>
          <a:r>
            <a:rPr lang="es-ES" dirty="0"/>
            <a:t> que actúa esencialmente como una caché L4.</a:t>
          </a:r>
          <a:endParaRPr lang="en-US" dirty="0"/>
        </a:p>
      </dgm:t>
    </dgm:pt>
    <dgm:pt modelId="{AD8FDDDA-4105-49BC-B6CC-7857FF6B64D2}" type="parTrans" cxnId="{D2F24B08-D67F-462D-9CFA-8BD949126D43}">
      <dgm:prSet/>
      <dgm:spPr/>
      <dgm:t>
        <a:bodyPr/>
        <a:lstStyle/>
        <a:p>
          <a:endParaRPr lang="en-US"/>
        </a:p>
      </dgm:t>
    </dgm:pt>
    <dgm:pt modelId="{0411C89F-30BC-4905-9DAC-C1D5D38C3708}" type="sibTrans" cxnId="{D2F24B08-D67F-462D-9CFA-8BD949126D43}">
      <dgm:prSet/>
      <dgm:spPr/>
      <dgm:t>
        <a:bodyPr/>
        <a:lstStyle/>
        <a:p>
          <a:endParaRPr lang="en-US"/>
        </a:p>
      </dgm:t>
    </dgm:pt>
    <dgm:pt modelId="{3E454BC8-EA6A-4C0E-9572-8148B74F9881}" type="pres">
      <dgm:prSet presAssocID="{FFFBAF99-97C1-4B71-9ED3-F4406128B8BB}" presName="linear" presStyleCnt="0">
        <dgm:presLayoutVars>
          <dgm:animLvl val="lvl"/>
          <dgm:resizeHandles val="exact"/>
        </dgm:presLayoutVars>
      </dgm:prSet>
      <dgm:spPr/>
    </dgm:pt>
    <dgm:pt modelId="{6EEC98C9-5A8F-4EDE-A219-1A5C173363A8}" type="pres">
      <dgm:prSet presAssocID="{F4751E5D-7364-4775-B84E-533B5604973A}" presName="parentText" presStyleLbl="node1" presStyleIdx="0" presStyleCnt="4">
        <dgm:presLayoutVars>
          <dgm:chMax val="0"/>
          <dgm:bulletEnabled val="1"/>
        </dgm:presLayoutVars>
      </dgm:prSet>
      <dgm:spPr/>
    </dgm:pt>
    <dgm:pt modelId="{6296DF86-B976-4F1A-B1C7-430C1A400FDF}" type="pres">
      <dgm:prSet presAssocID="{CACCDF99-D05A-4435-83AD-0CB5134DD82E}" presName="spacer" presStyleCnt="0"/>
      <dgm:spPr/>
    </dgm:pt>
    <dgm:pt modelId="{3E099E74-9210-48F3-A281-6506FE1949E0}" type="pres">
      <dgm:prSet presAssocID="{5910E0F5-FA19-40F0-8B67-B6BC458593AD}" presName="parentText" presStyleLbl="node1" presStyleIdx="1" presStyleCnt="4">
        <dgm:presLayoutVars>
          <dgm:chMax val="0"/>
          <dgm:bulletEnabled val="1"/>
        </dgm:presLayoutVars>
      </dgm:prSet>
      <dgm:spPr/>
    </dgm:pt>
    <dgm:pt modelId="{15E18DB8-842F-459B-A44C-219871635C06}" type="pres">
      <dgm:prSet presAssocID="{7060F5D0-84D1-4888-9B93-CA360BE5A054}" presName="spacer" presStyleCnt="0"/>
      <dgm:spPr/>
    </dgm:pt>
    <dgm:pt modelId="{4C190251-4FAB-41DA-AACB-66731685D65F}" type="pres">
      <dgm:prSet presAssocID="{479620A6-649E-4EEF-A50F-C96B5614AC6D}" presName="parentText" presStyleLbl="node1" presStyleIdx="2" presStyleCnt="4">
        <dgm:presLayoutVars>
          <dgm:chMax val="0"/>
          <dgm:bulletEnabled val="1"/>
        </dgm:presLayoutVars>
      </dgm:prSet>
      <dgm:spPr/>
    </dgm:pt>
    <dgm:pt modelId="{59A45B8D-F0B5-4BB6-99C5-D7FDCDEE14E7}" type="pres">
      <dgm:prSet presAssocID="{D1077A7E-18F5-4DEC-86FA-71869943DD0A}" presName="spacer" presStyleCnt="0"/>
      <dgm:spPr/>
    </dgm:pt>
    <dgm:pt modelId="{054F71F2-9FFB-47CB-B0AF-4489DC780116}" type="pres">
      <dgm:prSet presAssocID="{33517E2A-EF29-402F-B086-9040BDFAF61A}" presName="parentText" presStyleLbl="node1" presStyleIdx="3" presStyleCnt="4">
        <dgm:presLayoutVars>
          <dgm:chMax val="0"/>
          <dgm:bulletEnabled val="1"/>
        </dgm:presLayoutVars>
      </dgm:prSet>
      <dgm:spPr/>
    </dgm:pt>
  </dgm:ptLst>
  <dgm:cxnLst>
    <dgm:cxn modelId="{D2F24B08-D67F-462D-9CFA-8BD949126D43}" srcId="{FFFBAF99-97C1-4B71-9ED3-F4406128B8BB}" destId="{33517E2A-EF29-402F-B086-9040BDFAF61A}" srcOrd="3" destOrd="0" parTransId="{AD8FDDDA-4105-49BC-B6CC-7857FF6B64D2}" sibTransId="{0411C89F-30BC-4905-9DAC-C1D5D38C3708}"/>
    <dgm:cxn modelId="{4AE7C15E-664A-4E82-9F89-DC5211BD9871}" type="presOf" srcId="{33517E2A-EF29-402F-B086-9040BDFAF61A}" destId="{054F71F2-9FFB-47CB-B0AF-4489DC780116}" srcOrd="0" destOrd="0" presId="urn:microsoft.com/office/officeart/2005/8/layout/vList2"/>
    <dgm:cxn modelId="{58E1D145-E8DA-409A-AC9A-D3056F7BEF83}" type="presOf" srcId="{5910E0F5-FA19-40F0-8B67-B6BC458593AD}" destId="{3E099E74-9210-48F3-A281-6506FE1949E0}" srcOrd="0" destOrd="0" presId="urn:microsoft.com/office/officeart/2005/8/layout/vList2"/>
    <dgm:cxn modelId="{922C9C4E-DF39-451B-91B3-78CB8AB5604C}" type="presOf" srcId="{F4751E5D-7364-4775-B84E-533B5604973A}" destId="{6EEC98C9-5A8F-4EDE-A219-1A5C173363A8}" srcOrd="0" destOrd="0" presId="urn:microsoft.com/office/officeart/2005/8/layout/vList2"/>
    <dgm:cxn modelId="{37576E76-86DF-4E1D-8F83-D468405912F0}" type="presOf" srcId="{479620A6-649E-4EEF-A50F-C96B5614AC6D}" destId="{4C190251-4FAB-41DA-AACB-66731685D65F}" srcOrd="0" destOrd="0" presId="urn:microsoft.com/office/officeart/2005/8/layout/vList2"/>
    <dgm:cxn modelId="{EE0EE18E-CDFD-4CBF-A05D-1DB41FBEEB46}" srcId="{FFFBAF99-97C1-4B71-9ED3-F4406128B8BB}" destId="{F4751E5D-7364-4775-B84E-533B5604973A}" srcOrd="0" destOrd="0" parTransId="{4EA4909E-3CDE-403E-989A-1817203326E8}" sibTransId="{CACCDF99-D05A-4435-83AD-0CB5134DD82E}"/>
    <dgm:cxn modelId="{CA3CBDBC-3DB4-403A-BB49-8EE9A04687E1}" srcId="{FFFBAF99-97C1-4B71-9ED3-F4406128B8BB}" destId="{479620A6-649E-4EEF-A50F-C96B5614AC6D}" srcOrd="2" destOrd="0" parTransId="{DB14FB09-3AB2-4C1D-9F9E-F9C483C0BB81}" sibTransId="{D1077A7E-18F5-4DEC-86FA-71869943DD0A}"/>
    <dgm:cxn modelId="{4FACEFE2-6E34-48F3-A588-B4AF9F759764}" srcId="{FFFBAF99-97C1-4B71-9ED3-F4406128B8BB}" destId="{5910E0F5-FA19-40F0-8B67-B6BC458593AD}" srcOrd="1" destOrd="0" parTransId="{A83D2EDB-8E09-4B3E-B12B-B18EB0C21266}" sibTransId="{7060F5D0-84D1-4888-9B93-CA360BE5A054}"/>
    <dgm:cxn modelId="{F864DEEE-230D-4003-8E23-49C2C8C9C5F2}" type="presOf" srcId="{FFFBAF99-97C1-4B71-9ED3-F4406128B8BB}" destId="{3E454BC8-EA6A-4C0E-9572-8148B74F9881}" srcOrd="0" destOrd="0" presId="urn:microsoft.com/office/officeart/2005/8/layout/vList2"/>
    <dgm:cxn modelId="{46292C52-82C1-47A0-9F8B-68A43B2C5601}" type="presParOf" srcId="{3E454BC8-EA6A-4C0E-9572-8148B74F9881}" destId="{6EEC98C9-5A8F-4EDE-A219-1A5C173363A8}" srcOrd="0" destOrd="0" presId="urn:microsoft.com/office/officeart/2005/8/layout/vList2"/>
    <dgm:cxn modelId="{F3914E6F-03BC-4F0F-9E41-8DC6B6A606E3}" type="presParOf" srcId="{3E454BC8-EA6A-4C0E-9572-8148B74F9881}" destId="{6296DF86-B976-4F1A-B1C7-430C1A400FDF}" srcOrd="1" destOrd="0" presId="urn:microsoft.com/office/officeart/2005/8/layout/vList2"/>
    <dgm:cxn modelId="{42061701-1833-41FD-B44E-89B0BDA07524}" type="presParOf" srcId="{3E454BC8-EA6A-4C0E-9572-8148B74F9881}" destId="{3E099E74-9210-48F3-A281-6506FE1949E0}" srcOrd="2" destOrd="0" presId="urn:microsoft.com/office/officeart/2005/8/layout/vList2"/>
    <dgm:cxn modelId="{9CC62BCC-B837-4CAB-84DB-C782B183F037}" type="presParOf" srcId="{3E454BC8-EA6A-4C0E-9572-8148B74F9881}" destId="{15E18DB8-842F-459B-A44C-219871635C06}" srcOrd="3" destOrd="0" presId="urn:microsoft.com/office/officeart/2005/8/layout/vList2"/>
    <dgm:cxn modelId="{EAA8FD65-6937-4BC8-94DB-A48579D2F71D}" type="presParOf" srcId="{3E454BC8-EA6A-4C0E-9572-8148B74F9881}" destId="{4C190251-4FAB-41DA-AACB-66731685D65F}" srcOrd="4" destOrd="0" presId="urn:microsoft.com/office/officeart/2005/8/layout/vList2"/>
    <dgm:cxn modelId="{90B3A704-D235-4189-8966-0E62EA71D2A4}" type="presParOf" srcId="{3E454BC8-EA6A-4C0E-9572-8148B74F9881}" destId="{59A45B8D-F0B5-4BB6-99C5-D7FDCDEE14E7}" srcOrd="5" destOrd="0" presId="urn:microsoft.com/office/officeart/2005/8/layout/vList2"/>
    <dgm:cxn modelId="{4C143BC3-DFBD-427E-A4D0-8C8C2DB7FE3C}" type="presParOf" srcId="{3E454BC8-EA6A-4C0E-9572-8148B74F9881}" destId="{054F71F2-9FFB-47CB-B0AF-4489DC78011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33229B6-A0D3-4163-8F23-30EE7D52AE0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62FB2A1-C2A7-4B24-9B31-01E4C66E66B8}">
      <dgm:prSet/>
      <dgm:spPr/>
      <dgm:t>
        <a:bodyPr/>
        <a:lstStyle/>
        <a:p>
          <a:pPr>
            <a:lnSpc>
              <a:spcPct val="100000"/>
            </a:lnSpc>
          </a:pPr>
          <a:r>
            <a:rPr lang="es-ES" b="1" dirty="0"/>
            <a:t>Memoria caché</a:t>
          </a:r>
          <a:r>
            <a:rPr lang="es-ES" dirty="0"/>
            <a:t>: Fundamental hoy día en la arquitectura de cualquier sistema informático. Mejora el rendimiento ya que almacena datos que son usados con mucha frecuencia, de forma que el procesador accede a ella en su busca antes que a la memoria RAM, y la caché es más rápida que la RAM ya que usan tecnologías diferentes.</a:t>
          </a:r>
          <a:endParaRPr lang="en-US" dirty="0"/>
        </a:p>
      </dgm:t>
    </dgm:pt>
    <dgm:pt modelId="{6BAAEB7A-E03B-4422-AC7B-036E509C166A}" type="parTrans" cxnId="{EE664793-3C68-4478-8D5F-8DD539DFFA87}">
      <dgm:prSet/>
      <dgm:spPr/>
      <dgm:t>
        <a:bodyPr/>
        <a:lstStyle/>
        <a:p>
          <a:endParaRPr lang="en-US"/>
        </a:p>
      </dgm:t>
    </dgm:pt>
    <dgm:pt modelId="{042EF5B8-423B-41EE-A55E-2836421850C1}" type="sibTrans" cxnId="{EE664793-3C68-4478-8D5F-8DD539DFFA87}">
      <dgm:prSet/>
      <dgm:spPr/>
      <dgm:t>
        <a:bodyPr/>
        <a:lstStyle/>
        <a:p>
          <a:pPr>
            <a:lnSpc>
              <a:spcPct val="100000"/>
            </a:lnSpc>
          </a:pPr>
          <a:endParaRPr lang="en-US"/>
        </a:p>
      </dgm:t>
    </dgm:pt>
    <dgm:pt modelId="{2DA937BE-C14F-44A2-91BE-E70FAD8C368F}">
      <dgm:prSet/>
      <dgm:spPr/>
      <dgm:t>
        <a:bodyPr/>
        <a:lstStyle/>
        <a:p>
          <a:pPr>
            <a:lnSpc>
              <a:spcPct val="100000"/>
            </a:lnSpc>
          </a:pPr>
          <a:r>
            <a:rPr lang="es-ES" b="1" dirty="0"/>
            <a:t>Coprocesador matemático (FPU)</a:t>
          </a:r>
          <a:r>
            <a:rPr lang="es-ES" dirty="0"/>
            <a:t>: La CPU delega en esta unidad la realización de cálculos matemáticos de alta precisión. Anteriormente, se encontraba ubicada en el exterior, no el propio microprocesador.</a:t>
          </a:r>
          <a:endParaRPr lang="en-US" dirty="0"/>
        </a:p>
      </dgm:t>
    </dgm:pt>
    <dgm:pt modelId="{7F92EA5B-361F-4A13-A06E-D882B62CAB8E}" type="parTrans" cxnId="{E2038B7B-1DFA-4630-A037-AE7B8054100D}">
      <dgm:prSet/>
      <dgm:spPr/>
      <dgm:t>
        <a:bodyPr/>
        <a:lstStyle/>
        <a:p>
          <a:endParaRPr lang="en-US"/>
        </a:p>
      </dgm:t>
    </dgm:pt>
    <dgm:pt modelId="{D10DB5FC-C4AD-48A7-9B7F-D08AD3B53851}" type="sibTrans" cxnId="{E2038B7B-1DFA-4630-A037-AE7B8054100D}">
      <dgm:prSet/>
      <dgm:spPr/>
      <dgm:t>
        <a:bodyPr/>
        <a:lstStyle/>
        <a:p>
          <a:pPr>
            <a:lnSpc>
              <a:spcPct val="100000"/>
            </a:lnSpc>
          </a:pPr>
          <a:endParaRPr lang="en-US"/>
        </a:p>
      </dgm:t>
    </dgm:pt>
    <dgm:pt modelId="{B321C200-7937-4F0B-8C40-69317EE335A4}">
      <dgm:prSet/>
      <dgm:spPr/>
      <dgm:t>
        <a:bodyPr/>
        <a:lstStyle/>
        <a:p>
          <a:pPr rtl="0">
            <a:lnSpc>
              <a:spcPct val="100000"/>
            </a:lnSpc>
          </a:pPr>
          <a:r>
            <a:rPr lang="es-ES" b="1" dirty="0"/>
            <a:t>Unidad de gestión de memoria (MMU)</a:t>
          </a:r>
          <a:r>
            <a:rPr lang="es-ES" dirty="0"/>
            <a:t>: Podemos decir que es la unidad encargada de traducir las direcciones virtuales a direcciones físicas reales de la memoria. Para entender esta unidad pondremos un ejemplo. Imaginemos que instalamos un software y ejecutamos este. El sistema operativo ubica cada instrucción a ejecutar en direcciones virtuales. Estas direcciones no son en las que se almacenan físicamente en memoria RAM (para no ocupar aquí demasiado espacio). Si vamos a buscar cada instrucción, veremos que el proceso es ver dirección virtual y observar la dirección real que le corresponde, a partir de ahí empezamos la ejecución. El elemento que se encarga de traducir o averiguar qué dirección física corresponde a cada dirección virtual es la unidad de gestión de memoria MMU.</a:t>
          </a:r>
          <a:endParaRPr lang="es-ES" b="0" dirty="0">
            <a:latin typeface="Calibri Light" panose="020F0302020204030204"/>
          </a:endParaRPr>
        </a:p>
      </dgm:t>
    </dgm:pt>
    <dgm:pt modelId="{EC3A3587-8F43-45A6-9BAC-CBF57D335072}" type="parTrans" cxnId="{B1208214-A7C1-42CB-A3CD-2CA8863D612F}">
      <dgm:prSet/>
      <dgm:spPr/>
      <dgm:t>
        <a:bodyPr/>
        <a:lstStyle/>
        <a:p>
          <a:endParaRPr lang="en-US"/>
        </a:p>
      </dgm:t>
    </dgm:pt>
    <dgm:pt modelId="{DBC439CF-7ED2-42D2-941F-1B39F8FFAF9A}" type="sibTrans" cxnId="{B1208214-A7C1-42CB-A3CD-2CA8863D612F}">
      <dgm:prSet/>
      <dgm:spPr/>
      <dgm:t>
        <a:bodyPr/>
        <a:lstStyle/>
        <a:p>
          <a:pPr>
            <a:lnSpc>
              <a:spcPct val="100000"/>
            </a:lnSpc>
          </a:pPr>
          <a:endParaRPr lang="en-US"/>
        </a:p>
      </dgm:t>
    </dgm:pt>
    <dgm:pt modelId="{07EA8712-BC11-483D-B14C-33056D70114A}">
      <dgm:prSet/>
      <dgm:spPr/>
      <dgm:t>
        <a:bodyPr/>
        <a:lstStyle/>
        <a:p>
          <a:pPr>
            <a:lnSpc>
              <a:spcPct val="100000"/>
            </a:lnSpc>
          </a:pPr>
          <a:r>
            <a:rPr lang="es-ES" b="1" dirty="0"/>
            <a:t>Unidad </a:t>
          </a:r>
          <a:r>
            <a:rPr lang="es-ES" b="1" dirty="0" err="1"/>
            <a:t>MultiMedia</a:t>
          </a:r>
          <a:r>
            <a:rPr lang="es-ES" b="1" dirty="0"/>
            <a:t> </a:t>
          </a:r>
          <a:r>
            <a:rPr lang="es-ES" b="1" dirty="0" err="1"/>
            <a:t>eXtensions</a:t>
          </a:r>
          <a:r>
            <a:rPr lang="es-ES" b="1" dirty="0"/>
            <a:t> (MMX)</a:t>
          </a:r>
          <a:r>
            <a:rPr lang="es-ES" dirty="0"/>
            <a:t>: Unidad funcional incorporada por Intel en el año 1997 en su Pentium MMX. Con la aparición de la multimedia, Intel incluye un componente con instrucciones para el manejo de este nuevo concepto.</a:t>
          </a:r>
          <a:endParaRPr lang="en-US" dirty="0"/>
        </a:p>
      </dgm:t>
    </dgm:pt>
    <dgm:pt modelId="{D032977F-58B1-4D08-932A-6A8C5B5DD218}" type="parTrans" cxnId="{35CE9A51-E3B3-4F43-8EF8-3969C6217E31}">
      <dgm:prSet/>
      <dgm:spPr/>
      <dgm:t>
        <a:bodyPr/>
        <a:lstStyle/>
        <a:p>
          <a:endParaRPr lang="en-US"/>
        </a:p>
      </dgm:t>
    </dgm:pt>
    <dgm:pt modelId="{B2E8365C-2AA2-4685-9655-D20D95751BCC}" type="sibTrans" cxnId="{35CE9A51-E3B3-4F43-8EF8-3969C6217E31}">
      <dgm:prSet/>
      <dgm:spPr/>
      <dgm:t>
        <a:bodyPr/>
        <a:lstStyle/>
        <a:p>
          <a:endParaRPr lang="en-US"/>
        </a:p>
      </dgm:t>
    </dgm:pt>
    <dgm:pt modelId="{9E31EB51-E66A-49BD-A08C-91F4532FF5FC}" type="pres">
      <dgm:prSet presAssocID="{733229B6-A0D3-4163-8F23-30EE7D52AE00}" presName="root" presStyleCnt="0">
        <dgm:presLayoutVars>
          <dgm:dir/>
          <dgm:resizeHandles val="exact"/>
        </dgm:presLayoutVars>
      </dgm:prSet>
      <dgm:spPr/>
    </dgm:pt>
    <dgm:pt modelId="{5F65924D-C165-4EB8-917C-FD37F768744C}" type="pres">
      <dgm:prSet presAssocID="{733229B6-A0D3-4163-8F23-30EE7D52AE00}" presName="container" presStyleCnt="0">
        <dgm:presLayoutVars>
          <dgm:dir/>
          <dgm:resizeHandles val="exact"/>
        </dgm:presLayoutVars>
      </dgm:prSet>
      <dgm:spPr/>
    </dgm:pt>
    <dgm:pt modelId="{B1D49E9A-B425-45B8-B113-A5CBC8D085BF}" type="pres">
      <dgm:prSet presAssocID="{162FB2A1-C2A7-4B24-9B31-01E4C66E66B8}" presName="compNode" presStyleCnt="0"/>
      <dgm:spPr/>
    </dgm:pt>
    <dgm:pt modelId="{8C9975EB-96AA-40CD-B325-20DCC6CB1C8B}" type="pres">
      <dgm:prSet presAssocID="{162FB2A1-C2A7-4B24-9B31-01E4C66E66B8}" presName="iconBgRect" presStyleLbl="bgShp" presStyleIdx="0" presStyleCnt="4"/>
      <dgm:spPr/>
    </dgm:pt>
    <dgm:pt modelId="{C12833D8-2463-4B63-964D-A721AC333131}" type="pres">
      <dgm:prSet presAssocID="{162FB2A1-C2A7-4B24-9B31-01E4C66E66B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2E57992B-9618-4C44-89F2-9DA5E01DFA2F}" type="pres">
      <dgm:prSet presAssocID="{162FB2A1-C2A7-4B24-9B31-01E4C66E66B8}" presName="spaceRect" presStyleCnt="0"/>
      <dgm:spPr/>
    </dgm:pt>
    <dgm:pt modelId="{A5FCCC05-8C3A-4223-8C07-FA5EB7C7C20B}" type="pres">
      <dgm:prSet presAssocID="{162FB2A1-C2A7-4B24-9B31-01E4C66E66B8}" presName="textRect" presStyleLbl="revTx" presStyleIdx="0" presStyleCnt="4">
        <dgm:presLayoutVars>
          <dgm:chMax val="1"/>
          <dgm:chPref val="1"/>
        </dgm:presLayoutVars>
      </dgm:prSet>
      <dgm:spPr/>
    </dgm:pt>
    <dgm:pt modelId="{62D4A960-4CD2-4735-BA4F-F0DA2D74997D}" type="pres">
      <dgm:prSet presAssocID="{042EF5B8-423B-41EE-A55E-2836421850C1}" presName="sibTrans" presStyleLbl="sibTrans2D1" presStyleIdx="0" presStyleCnt="0"/>
      <dgm:spPr/>
    </dgm:pt>
    <dgm:pt modelId="{8AF413CC-9AE4-42B0-8DCC-2FCE3847A43F}" type="pres">
      <dgm:prSet presAssocID="{2DA937BE-C14F-44A2-91BE-E70FAD8C368F}" presName="compNode" presStyleCnt="0"/>
      <dgm:spPr/>
    </dgm:pt>
    <dgm:pt modelId="{2EEA2518-DC6E-42D2-B1DA-DE54B32302F5}" type="pres">
      <dgm:prSet presAssocID="{2DA937BE-C14F-44A2-91BE-E70FAD8C368F}" presName="iconBgRect" presStyleLbl="bgShp" presStyleIdx="1" presStyleCnt="4"/>
      <dgm:spPr/>
    </dgm:pt>
    <dgm:pt modelId="{419147AF-512C-4F58-95DF-D195E7853283}" type="pres">
      <dgm:prSet presAssocID="{2DA937BE-C14F-44A2-91BE-E70FAD8C368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temáticas"/>
        </a:ext>
      </dgm:extLst>
    </dgm:pt>
    <dgm:pt modelId="{40DC9F29-AEFA-4AF0-8493-0E52312A0E1C}" type="pres">
      <dgm:prSet presAssocID="{2DA937BE-C14F-44A2-91BE-E70FAD8C368F}" presName="spaceRect" presStyleCnt="0"/>
      <dgm:spPr/>
    </dgm:pt>
    <dgm:pt modelId="{89408D13-29C4-43B6-9524-924DD83A401A}" type="pres">
      <dgm:prSet presAssocID="{2DA937BE-C14F-44A2-91BE-E70FAD8C368F}" presName="textRect" presStyleLbl="revTx" presStyleIdx="1" presStyleCnt="4">
        <dgm:presLayoutVars>
          <dgm:chMax val="1"/>
          <dgm:chPref val="1"/>
        </dgm:presLayoutVars>
      </dgm:prSet>
      <dgm:spPr/>
    </dgm:pt>
    <dgm:pt modelId="{E1355696-3053-485E-A0E1-2AF229FF8A1C}" type="pres">
      <dgm:prSet presAssocID="{D10DB5FC-C4AD-48A7-9B7F-D08AD3B53851}" presName="sibTrans" presStyleLbl="sibTrans2D1" presStyleIdx="0" presStyleCnt="0"/>
      <dgm:spPr/>
    </dgm:pt>
    <dgm:pt modelId="{B8E3C812-825B-4A39-8458-19613C61D958}" type="pres">
      <dgm:prSet presAssocID="{B321C200-7937-4F0B-8C40-69317EE335A4}" presName="compNode" presStyleCnt="0"/>
      <dgm:spPr/>
    </dgm:pt>
    <dgm:pt modelId="{94D782DB-C8EB-4CD1-A047-C4760610A350}" type="pres">
      <dgm:prSet presAssocID="{B321C200-7937-4F0B-8C40-69317EE335A4}" presName="iconBgRect" presStyleLbl="bgShp" presStyleIdx="2" presStyleCnt="4"/>
      <dgm:spPr/>
    </dgm:pt>
    <dgm:pt modelId="{5E4DF4F2-E7DC-4D9A-8B4C-9B6E925816E3}" type="pres">
      <dgm:prSet presAssocID="{B321C200-7937-4F0B-8C40-69317EE335A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1FD3E67F-3729-4113-9F71-6DAC75E58C78}" type="pres">
      <dgm:prSet presAssocID="{B321C200-7937-4F0B-8C40-69317EE335A4}" presName="spaceRect" presStyleCnt="0"/>
      <dgm:spPr/>
    </dgm:pt>
    <dgm:pt modelId="{AAB53B4C-E0F5-4FE1-B9EC-2741C0DE2B16}" type="pres">
      <dgm:prSet presAssocID="{B321C200-7937-4F0B-8C40-69317EE335A4}" presName="textRect" presStyleLbl="revTx" presStyleIdx="2" presStyleCnt="4">
        <dgm:presLayoutVars>
          <dgm:chMax val="1"/>
          <dgm:chPref val="1"/>
        </dgm:presLayoutVars>
      </dgm:prSet>
      <dgm:spPr/>
    </dgm:pt>
    <dgm:pt modelId="{DFB2855F-30BC-4EDF-ABE4-9CD309661259}" type="pres">
      <dgm:prSet presAssocID="{DBC439CF-7ED2-42D2-941F-1B39F8FFAF9A}" presName="sibTrans" presStyleLbl="sibTrans2D1" presStyleIdx="0" presStyleCnt="0"/>
      <dgm:spPr/>
    </dgm:pt>
    <dgm:pt modelId="{6746EDC1-D803-428B-A3A9-052381945BD7}" type="pres">
      <dgm:prSet presAssocID="{07EA8712-BC11-483D-B14C-33056D70114A}" presName="compNode" presStyleCnt="0"/>
      <dgm:spPr/>
    </dgm:pt>
    <dgm:pt modelId="{B7E22E92-2330-4528-AA61-8F063394D34A}" type="pres">
      <dgm:prSet presAssocID="{07EA8712-BC11-483D-B14C-33056D70114A}" presName="iconBgRect" presStyleLbl="bgShp" presStyleIdx="3" presStyleCnt="4"/>
      <dgm:spPr/>
    </dgm:pt>
    <dgm:pt modelId="{691D7CCE-42E3-450B-B173-40031D394B2F}" type="pres">
      <dgm:prSet presAssocID="{07EA8712-BC11-483D-B14C-33056D70114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rdenador"/>
        </a:ext>
      </dgm:extLst>
    </dgm:pt>
    <dgm:pt modelId="{F1A5D735-0DE8-482C-BAEA-B2417292EFDE}" type="pres">
      <dgm:prSet presAssocID="{07EA8712-BC11-483D-B14C-33056D70114A}" presName="spaceRect" presStyleCnt="0"/>
      <dgm:spPr/>
    </dgm:pt>
    <dgm:pt modelId="{60A45523-DC05-4B65-A33C-B2BE885D4A9A}" type="pres">
      <dgm:prSet presAssocID="{07EA8712-BC11-483D-B14C-33056D70114A}" presName="textRect" presStyleLbl="revTx" presStyleIdx="3" presStyleCnt="4">
        <dgm:presLayoutVars>
          <dgm:chMax val="1"/>
          <dgm:chPref val="1"/>
        </dgm:presLayoutVars>
      </dgm:prSet>
      <dgm:spPr/>
    </dgm:pt>
  </dgm:ptLst>
  <dgm:cxnLst>
    <dgm:cxn modelId="{B1208214-A7C1-42CB-A3CD-2CA8863D612F}" srcId="{733229B6-A0D3-4163-8F23-30EE7D52AE00}" destId="{B321C200-7937-4F0B-8C40-69317EE335A4}" srcOrd="2" destOrd="0" parTransId="{EC3A3587-8F43-45A6-9BAC-CBF57D335072}" sibTransId="{DBC439CF-7ED2-42D2-941F-1B39F8FFAF9A}"/>
    <dgm:cxn modelId="{35CE9A51-E3B3-4F43-8EF8-3969C6217E31}" srcId="{733229B6-A0D3-4163-8F23-30EE7D52AE00}" destId="{07EA8712-BC11-483D-B14C-33056D70114A}" srcOrd="3" destOrd="0" parTransId="{D032977F-58B1-4D08-932A-6A8C5B5DD218}" sibTransId="{B2E8365C-2AA2-4685-9655-D20D95751BCC}"/>
    <dgm:cxn modelId="{E2038B7B-1DFA-4630-A037-AE7B8054100D}" srcId="{733229B6-A0D3-4163-8F23-30EE7D52AE00}" destId="{2DA937BE-C14F-44A2-91BE-E70FAD8C368F}" srcOrd="1" destOrd="0" parTransId="{7F92EA5B-361F-4A13-A06E-D882B62CAB8E}" sibTransId="{D10DB5FC-C4AD-48A7-9B7F-D08AD3B53851}"/>
    <dgm:cxn modelId="{9A359890-3B3F-45C7-99CF-BD6DE4E43B39}" type="presOf" srcId="{733229B6-A0D3-4163-8F23-30EE7D52AE00}" destId="{9E31EB51-E66A-49BD-A08C-91F4532FF5FC}" srcOrd="0" destOrd="0" presId="urn:microsoft.com/office/officeart/2018/2/layout/IconCircleList"/>
    <dgm:cxn modelId="{EE664793-3C68-4478-8D5F-8DD539DFFA87}" srcId="{733229B6-A0D3-4163-8F23-30EE7D52AE00}" destId="{162FB2A1-C2A7-4B24-9B31-01E4C66E66B8}" srcOrd="0" destOrd="0" parTransId="{6BAAEB7A-E03B-4422-AC7B-036E509C166A}" sibTransId="{042EF5B8-423B-41EE-A55E-2836421850C1}"/>
    <dgm:cxn modelId="{1528D695-9BC3-4073-BDEE-4CB60F8176B8}" type="presOf" srcId="{DBC439CF-7ED2-42D2-941F-1B39F8FFAF9A}" destId="{DFB2855F-30BC-4EDF-ABE4-9CD309661259}" srcOrd="0" destOrd="0" presId="urn:microsoft.com/office/officeart/2018/2/layout/IconCircleList"/>
    <dgm:cxn modelId="{4C7FDB97-D214-4A0F-98AC-76E400953F1D}" type="presOf" srcId="{D10DB5FC-C4AD-48A7-9B7F-D08AD3B53851}" destId="{E1355696-3053-485E-A0E1-2AF229FF8A1C}" srcOrd="0" destOrd="0" presId="urn:microsoft.com/office/officeart/2018/2/layout/IconCircleList"/>
    <dgm:cxn modelId="{AD690C9A-B442-41F3-A26B-A8567D714D1E}" type="presOf" srcId="{162FB2A1-C2A7-4B24-9B31-01E4C66E66B8}" destId="{A5FCCC05-8C3A-4223-8C07-FA5EB7C7C20B}" srcOrd="0" destOrd="0" presId="urn:microsoft.com/office/officeart/2018/2/layout/IconCircleList"/>
    <dgm:cxn modelId="{7CD75D9D-4B34-41EE-A31C-4A87ACCBBF6C}" type="presOf" srcId="{07EA8712-BC11-483D-B14C-33056D70114A}" destId="{60A45523-DC05-4B65-A33C-B2BE885D4A9A}" srcOrd="0" destOrd="0" presId="urn:microsoft.com/office/officeart/2018/2/layout/IconCircleList"/>
    <dgm:cxn modelId="{B7A392A6-BDC1-4105-9DE4-D2BDF358E5C3}" type="presOf" srcId="{2DA937BE-C14F-44A2-91BE-E70FAD8C368F}" destId="{89408D13-29C4-43B6-9524-924DD83A401A}" srcOrd="0" destOrd="0" presId="urn:microsoft.com/office/officeart/2018/2/layout/IconCircleList"/>
    <dgm:cxn modelId="{7F62D4C1-EE8F-478B-B235-3F28CC8357BD}" type="presOf" srcId="{B321C200-7937-4F0B-8C40-69317EE335A4}" destId="{AAB53B4C-E0F5-4FE1-B9EC-2741C0DE2B16}" srcOrd="0" destOrd="0" presId="urn:microsoft.com/office/officeart/2018/2/layout/IconCircleList"/>
    <dgm:cxn modelId="{0E0269F5-E48D-43C7-94B4-E8782E7B8DEF}" type="presOf" srcId="{042EF5B8-423B-41EE-A55E-2836421850C1}" destId="{62D4A960-4CD2-4735-BA4F-F0DA2D74997D}" srcOrd="0" destOrd="0" presId="urn:microsoft.com/office/officeart/2018/2/layout/IconCircleList"/>
    <dgm:cxn modelId="{716E56D1-5604-424C-BCF4-64F28F124A0A}" type="presParOf" srcId="{9E31EB51-E66A-49BD-A08C-91F4532FF5FC}" destId="{5F65924D-C165-4EB8-917C-FD37F768744C}" srcOrd="0" destOrd="0" presId="urn:microsoft.com/office/officeart/2018/2/layout/IconCircleList"/>
    <dgm:cxn modelId="{2336097F-918C-496C-92D3-3AF3A13AFCCE}" type="presParOf" srcId="{5F65924D-C165-4EB8-917C-FD37F768744C}" destId="{B1D49E9A-B425-45B8-B113-A5CBC8D085BF}" srcOrd="0" destOrd="0" presId="urn:microsoft.com/office/officeart/2018/2/layout/IconCircleList"/>
    <dgm:cxn modelId="{25930734-460F-4151-8839-3E67F078E16D}" type="presParOf" srcId="{B1D49E9A-B425-45B8-B113-A5CBC8D085BF}" destId="{8C9975EB-96AA-40CD-B325-20DCC6CB1C8B}" srcOrd="0" destOrd="0" presId="urn:microsoft.com/office/officeart/2018/2/layout/IconCircleList"/>
    <dgm:cxn modelId="{9DAF0628-1029-4857-BE6B-3881AFE33A04}" type="presParOf" srcId="{B1D49E9A-B425-45B8-B113-A5CBC8D085BF}" destId="{C12833D8-2463-4B63-964D-A721AC333131}" srcOrd="1" destOrd="0" presId="urn:microsoft.com/office/officeart/2018/2/layout/IconCircleList"/>
    <dgm:cxn modelId="{1A289951-5CE0-4BF2-A64E-A39A9573CECF}" type="presParOf" srcId="{B1D49E9A-B425-45B8-B113-A5CBC8D085BF}" destId="{2E57992B-9618-4C44-89F2-9DA5E01DFA2F}" srcOrd="2" destOrd="0" presId="urn:microsoft.com/office/officeart/2018/2/layout/IconCircleList"/>
    <dgm:cxn modelId="{CA546CCC-8F53-4714-BBA1-FB6B795D578C}" type="presParOf" srcId="{B1D49E9A-B425-45B8-B113-A5CBC8D085BF}" destId="{A5FCCC05-8C3A-4223-8C07-FA5EB7C7C20B}" srcOrd="3" destOrd="0" presId="urn:microsoft.com/office/officeart/2018/2/layout/IconCircleList"/>
    <dgm:cxn modelId="{A478C5AB-91EF-4B55-9410-464E17DB90AB}" type="presParOf" srcId="{5F65924D-C165-4EB8-917C-FD37F768744C}" destId="{62D4A960-4CD2-4735-BA4F-F0DA2D74997D}" srcOrd="1" destOrd="0" presId="urn:microsoft.com/office/officeart/2018/2/layout/IconCircleList"/>
    <dgm:cxn modelId="{D74AD8B0-DB84-4BBA-8A75-857FD2DE1451}" type="presParOf" srcId="{5F65924D-C165-4EB8-917C-FD37F768744C}" destId="{8AF413CC-9AE4-42B0-8DCC-2FCE3847A43F}" srcOrd="2" destOrd="0" presId="urn:microsoft.com/office/officeart/2018/2/layout/IconCircleList"/>
    <dgm:cxn modelId="{A7FEB5EB-868A-459C-874E-1AE3CBB3EE59}" type="presParOf" srcId="{8AF413CC-9AE4-42B0-8DCC-2FCE3847A43F}" destId="{2EEA2518-DC6E-42D2-B1DA-DE54B32302F5}" srcOrd="0" destOrd="0" presId="urn:microsoft.com/office/officeart/2018/2/layout/IconCircleList"/>
    <dgm:cxn modelId="{0450AA41-6690-4021-B199-B540E94B7E9B}" type="presParOf" srcId="{8AF413CC-9AE4-42B0-8DCC-2FCE3847A43F}" destId="{419147AF-512C-4F58-95DF-D195E7853283}" srcOrd="1" destOrd="0" presId="urn:microsoft.com/office/officeart/2018/2/layout/IconCircleList"/>
    <dgm:cxn modelId="{C6B58308-64B9-4457-9E59-879A49BA2199}" type="presParOf" srcId="{8AF413CC-9AE4-42B0-8DCC-2FCE3847A43F}" destId="{40DC9F29-AEFA-4AF0-8493-0E52312A0E1C}" srcOrd="2" destOrd="0" presId="urn:microsoft.com/office/officeart/2018/2/layout/IconCircleList"/>
    <dgm:cxn modelId="{05189758-F35C-459C-8EF8-055B2E7E9DBE}" type="presParOf" srcId="{8AF413CC-9AE4-42B0-8DCC-2FCE3847A43F}" destId="{89408D13-29C4-43B6-9524-924DD83A401A}" srcOrd="3" destOrd="0" presId="urn:microsoft.com/office/officeart/2018/2/layout/IconCircleList"/>
    <dgm:cxn modelId="{75866969-E789-4414-87C9-B83A1F419E3A}" type="presParOf" srcId="{5F65924D-C165-4EB8-917C-FD37F768744C}" destId="{E1355696-3053-485E-A0E1-2AF229FF8A1C}" srcOrd="3" destOrd="0" presId="urn:microsoft.com/office/officeart/2018/2/layout/IconCircleList"/>
    <dgm:cxn modelId="{59A08671-5F59-4311-9730-5F4773EB4CD5}" type="presParOf" srcId="{5F65924D-C165-4EB8-917C-FD37F768744C}" destId="{B8E3C812-825B-4A39-8458-19613C61D958}" srcOrd="4" destOrd="0" presId="urn:microsoft.com/office/officeart/2018/2/layout/IconCircleList"/>
    <dgm:cxn modelId="{C4BF8BE5-F25F-4E48-8ABD-94F0B3E73C10}" type="presParOf" srcId="{B8E3C812-825B-4A39-8458-19613C61D958}" destId="{94D782DB-C8EB-4CD1-A047-C4760610A350}" srcOrd="0" destOrd="0" presId="urn:microsoft.com/office/officeart/2018/2/layout/IconCircleList"/>
    <dgm:cxn modelId="{292F961F-E384-4801-A825-A789295B8A37}" type="presParOf" srcId="{B8E3C812-825B-4A39-8458-19613C61D958}" destId="{5E4DF4F2-E7DC-4D9A-8B4C-9B6E925816E3}" srcOrd="1" destOrd="0" presId="urn:microsoft.com/office/officeart/2018/2/layout/IconCircleList"/>
    <dgm:cxn modelId="{E561F159-8950-41AE-95AD-019B84A80220}" type="presParOf" srcId="{B8E3C812-825B-4A39-8458-19613C61D958}" destId="{1FD3E67F-3729-4113-9F71-6DAC75E58C78}" srcOrd="2" destOrd="0" presId="urn:microsoft.com/office/officeart/2018/2/layout/IconCircleList"/>
    <dgm:cxn modelId="{91B6A59A-0278-407B-AC63-F5DD93F74DB0}" type="presParOf" srcId="{B8E3C812-825B-4A39-8458-19613C61D958}" destId="{AAB53B4C-E0F5-4FE1-B9EC-2741C0DE2B16}" srcOrd="3" destOrd="0" presId="urn:microsoft.com/office/officeart/2018/2/layout/IconCircleList"/>
    <dgm:cxn modelId="{14A4B141-AA88-4C7C-A769-C95FF10FDB90}" type="presParOf" srcId="{5F65924D-C165-4EB8-917C-FD37F768744C}" destId="{DFB2855F-30BC-4EDF-ABE4-9CD309661259}" srcOrd="5" destOrd="0" presId="urn:microsoft.com/office/officeart/2018/2/layout/IconCircleList"/>
    <dgm:cxn modelId="{90E1CDF1-5736-4CAB-9CAC-3F046A3511B4}" type="presParOf" srcId="{5F65924D-C165-4EB8-917C-FD37F768744C}" destId="{6746EDC1-D803-428B-A3A9-052381945BD7}" srcOrd="6" destOrd="0" presId="urn:microsoft.com/office/officeart/2018/2/layout/IconCircleList"/>
    <dgm:cxn modelId="{9CFC3F4A-4D7D-4ED6-9FF5-6FAF69FDDCC4}" type="presParOf" srcId="{6746EDC1-D803-428B-A3A9-052381945BD7}" destId="{B7E22E92-2330-4528-AA61-8F063394D34A}" srcOrd="0" destOrd="0" presId="urn:microsoft.com/office/officeart/2018/2/layout/IconCircleList"/>
    <dgm:cxn modelId="{131BF1E2-41FB-4601-8537-5C94B21E15A6}" type="presParOf" srcId="{6746EDC1-D803-428B-A3A9-052381945BD7}" destId="{691D7CCE-42E3-450B-B173-40031D394B2F}" srcOrd="1" destOrd="0" presId="urn:microsoft.com/office/officeart/2018/2/layout/IconCircleList"/>
    <dgm:cxn modelId="{0474F96D-3EC5-4D46-9AB1-291E50EE9A8C}" type="presParOf" srcId="{6746EDC1-D803-428B-A3A9-052381945BD7}" destId="{F1A5D735-0DE8-482C-BAEA-B2417292EFDE}" srcOrd="2" destOrd="0" presId="urn:microsoft.com/office/officeart/2018/2/layout/IconCircleList"/>
    <dgm:cxn modelId="{4D27CBDB-06FA-45D2-A1BB-C23EF568E147}" type="presParOf" srcId="{6746EDC1-D803-428B-A3A9-052381945BD7}" destId="{60A45523-DC05-4B65-A33C-B2BE885D4A9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8397A1-4682-4E43-8959-48A0F750FAB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7FF4B5C-65BD-48CB-AF1F-1904E64F033E}">
      <dgm:prSet/>
      <dgm:spPr/>
      <dgm:t>
        <a:bodyPr/>
        <a:lstStyle/>
        <a:p>
          <a:r>
            <a:rPr lang="es-ES"/>
            <a:t>Podemos decir que las memorias basadas en biestables, usadas en memoria caché, son también denominadas </a:t>
          </a:r>
          <a:r>
            <a:rPr lang="es-ES" b="1"/>
            <a:t>SRAM </a:t>
          </a:r>
          <a:r>
            <a:rPr lang="es-ES"/>
            <a:t>(Static Random Access Memory), memoria estática de acceso aleatorio).</a:t>
          </a:r>
          <a:endParaRPr lang="en-US"/>
        </a:p>
      </dgm:t>
    </dgm:pt>
    <dgm:pt modelId="{B6EE1A64-73DD-418E-A018-A618F49269B8}" type="parTrans" cxnId="{180D9A2F-1659-479C-97DF-73A53F587472}">
      <dgm:prSet/>
      <dgm:spPr/>
      <dgm:t>
        <a:bodyPr/>
        <a:lstStyle/>
        <a:p>
          <a:endParaRPr lang="en-US"/>
        </a:p>
      </dgm:t>
    </dgm:pt>
    <dgm:pt modelId="{983A9CD7-D0B9-4EAC-A3B4-AEFE2CCD6F93}" type="sibTrans" cxnId="{180D9A2F-1659-479C-97DF-73A53F587472}">
      <dgm:prSet/>
      <dgm:spPr/>
      <dgm:t>
        <a:bodyPr/>
        <a:lstStyle/>
        <a:p>
          <a:endParaRPr lang="en-US"/>
        </a:p>
      </dgm:t>
    </dgm:pt>
    <dgm:pt modelId="{BFD5D873-BFB1-4188-B400-53C79C8020DA}">
      <dgm:prSet/>
      <dgm:spPr/>
      <dgm:t>
        <a:bodyPr/>
        <a:lstStyle/>
        <a:p>
          <a:r>
            <a:rPr lang="es-ES"/>
            <a:t>Las memorias basadas en condensadores son, sin embargo, llamadas </a:t>
          </a:r>
          <a:r>
            <a:rPr lang="es-ES" b="1"/>
            <a:t>DRAM</a:t>
          </a:r>
          <a:r>
            <a:rPr lang="es-ES"/>
            <a:t>, usadas en memoria principal. Estas siglas provienen de Dynamic Random Access Memory, memoria dinámica de acceso aleatorio.</a:t>
          </a:r>
          <a:endParaRPr lang="en-US"/>
        </a:p>
      </dgm:t>
    </dgm:pt>
    <dgm:pt modelId="{B80ACBEF-4465-45C1-8912-E5EF28EAB427}" type="parTrans" cxnId="{1C66CB6C-13FD-4D0C-A446-E731A05E94DE}">
      <dgm:prSet/>
      <dgm:spPr/>
      <dgm:t>
        <a:bodyPr/>
        <a:lstStyle/>
        <a:p>
          <a:endParaRPr lang="en-US"/>
        </a:p>
      </dgm:t>
    </dgm:pt>
    <dgm:pt modelId="{B231E975-ABD9-4345-9C4E-9111B133D1B8}" type="sibTrans" cxnId="{1C66CB6C-13FD-4D0C-A446-E731A05E94DE}">
      <dgm:prSet/>
      <dgm:spPr/>
      <dgm:t>
        <a:bodyPr/>
        <a:lstStyle/>
        <a:p>
          <a:endParaRPr lang="en-US"/>
        </a:p>
      </dgm:t>
    </dgm:pt>
    <dgm:pt modelId="{74B088CD-2CDC-4C17-83C1-FA2C67453D03}" type="pres">
      <dgm:prSet presAssocID="{BB8397A1-4682-4E43-8959-48A0F750FAB8}" presName="root" presStyleCnt="0">
        <dgm:presLayoutVars>
          <dgm:dir/>
          <dgm:resizeHandles val="exact"/>
        </dgm:presLayoutVars>
      </dgm:prSet>
      <dgm:spPr/>
    </dgm:pt>
    <dgm:pt modelId="{FD6B4DAF-2D8C-4CB7-B0FC-F8776A30FDD6}" type="pres">
      <dgm:prSet presAssocID="{B7FF4B5C-65BD-48CB-AF1F-1904E64F033E}" presName="compNode" presStyleCnt="0"/>
      <dgm:spPr/>
    </dgm:pt>
    <dgm:pt modelId="{54140282-0194-4690-8DF8-46BD637995C5}" type="pres">
      <dgm:prSet presAssocID="{B7FF4B5C-65BD-48CB-AF1F-1904E64F033E}" presName="bgRect" presStyleLbl="bgShp" presStyleIdx="0" presStyleCnt="2"/>
      <dgm:spPr/>
    </dgm:pt>
    <dgm:pt modelId="{D1F69641-CC4B-4027-A703-E28E95FC24BA}" type="pres">
      <dgm:prSet presAssocID="{B7FF4B5C-65BD-48CB-AF1F-1904E64F033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57887257-9792-46FD-9579-D57AFE9CD995}" type="pres">
      <dgm:prSet presAssocID="{B7FF4B5C-65BD-48CB-AF1F-1904E64F033E}" presName="spaceRect" presStyleCnt="0"/>
      <dgm:spPr/>
    </dgm:pt>
    <dgm:pt modelId="{A9FA2B90-38D9-49D8-923A-1DF675EBEF33}" type="pres">
      <dgm:prSet presAssocID="{B7FF4B5C-65BD-48CB-AF1F-1904E64F033E}" presName="parTx" presStyleLbl="revTx" presStyleIdx="0" presStyleCnt="2">
        <dgm:presLayoutVars>
          <dgm:chMax val="0"/>
          <dgm:chPref val="0"/>
        </dgm:presLayoutVars>
      </dgm:prSet>
      <dgm:spPr/>
    </dgm:pt>
    <dgm:pt modelId="{F3AF4C38-44F9-4F54-A951-CBEA87DB6259}" type="pres">
      <dgm:prSet presAssocID="{983A9CD7-D0B9-4EAC-A3B4-AEFE2CCD6F93}" presName="sibTrans" presStyleCnt="0"/>
      <dgm:spPr/>
    </dgm:pt>
    <dgm:pt modelId="{C0AFF6A6-A490-45D6-8E6E-92F74D5F5D48}" type="pres">
      <dgm:prSet presAssocID="{BFD5D873-BFB1-4188-B400-53C79C8020DA}" presName="compNode" presStyleCnt="0"/>
      <dgm:spPr/>
    </dgm:pt>
    <dgm:pt modelId="{32BE1216-F643-4641-8D65-47D7787B65E2}" type="pres">
      <dgm:prSet presAssocID="{BFD5D873-BFB1-4188-B400-53C79C8020DA}" presName="bgRect" presStyleLbl="bgShp" presStyleIdx="1" presStyleCnt="2"/>
      <dgm:spPr/>
    </dgm:pt>
    <dgm:pt modelId="{64AA4342-AE02-482B-A8BE-DCE0DC64E4DE}" type="pres">
      <dgm:prSet presAssocID="{BFD5D873-BFB1-4188-B400-53C79C8020D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sconectado"/>
        </a:ext>
      </dgm:extLst>
    </dgm:pt>
    <dgm:pt modelId="{717D94B4-51A1-4119-97BF-97592EB2F95E}" type="pres">
      <dgm:prSet presAssocID="{BFD5D873-BFB1-4188-B400-53C79C8020DA}" presName="spaceRect" presStyleCnt="0"/>
      <dgm:spPr/>
    </dgm:pt>
    <dgm:pt modelId="{6E927EE7-32C6-49F9-882B-3376E22CD8F5}" type="pres">
      <dgm:prSet presAssocID="{BFD5D873-BFB1-4188-B400-53C79C8020DA}" presName="parTx" presStyleLbl="revTx" presStyleIdx="1" presStyleCnt="2">
        <dgm:presLayoutVars>
          <dgm:chMax val="0"/>
          <dgm:chPref val="0"/>
        </dgm:presLayoutVars>
      </dgm:prSet>
      <dgm:spPr/>
    </dgm:pt>
  </dgm:ptLst>
  <dgm:cxnLst>
    <dgm:cxn modelId="{0FA4031E-21B2-47DD-8C82-9B46EA700DFB}" type="presOf" srcId="{BB8397A1-4682-4E43-8959-48A0F750FAB8}" destId="{74B088CD-2CDC-4C17-83C1-FA2C67453D03}" srcOrd="0" destOrd="0" presId="urn:microsoft.com/office/officeart/2018/2/layout/IconVerticalSolidList"/>
    <dgm:cxn modelId="{180D9A2F-1659-479C-97DF-73A53F587472}" srcId="{BB8397A1-4682-4E43-8959-48A0F750FAB8}" destId="{B7FF4B5C-65BD-48CB-AF1F-1904E64F033E}" srcOrd="0" destOrd="0" parTransId="{B6EE1A64-73DD-418E-A018-A618F49269B8}" sibTransId="{983A9CD7-D0B9-4EAC-A3B4-AEFE2CCD6F93}"/>
    <dgm:cxn modelId="{1C66CB6C-13FD-4D0C-A446-E731A05E94DE}" srcId="{BB8397A1-4682-4E43-8959-48A0F750FAB8}" destId="{BFD5D873-BFB1-4188-B400-53C79C8020DA}" srcOrd="1" destOrd="0" parTransId="{B80ACBEF-4465-45C1-8912-E5EF28EAB427}" sibTransId="{B231E975-ABD9-4345-9C4E-9111B133D1B8}"/>
    <dgm:cxn modelId="{5CA81975-F460-4BE2-8F56-0DC3AAC480B5}" type="presOf" srcId="{BFD5D873-BFB1-4188-B400-53C79C8020DA}" destId="{6E927EE7-32C6-49F9-882B-3376E22CD8F5}" srcOrd="0" destOrd="0" presId="urn:microsoft.com/office/officeart/2018/2/layout/IconVerticalSolidList"/>
    <dgm:cxn modelId="{2F70D6F8-0F02-44ED-98C2-5B9F56DA8F1E}" type="presOf" srcId="{B7FF4B5C-65BD-48CB-AF1F-1904E64F033E}" destId="{A9FA2B90-38D9-49D8-923A-1DF675EBEF33}" srcOrd="0" destOrd="0" presId="urn:microsoft.com/office/officeart/2018/2/layout/IconVerticalSolidList"/>
    <dgm:cxn modelId="{282621B4-8972-4E04-909C-C6254FD2A25B}" type="presParOf" srcId="{74B088CD-2CDC-4C17-83C1-FA2C67453D03}" destId="{FD6B4DAF-2D8C-4CB7-B0FC-F8776A30FDD6}" srcOrd="0" destOrd="0" presId="urn:microsoft.com/office/officeart/2018/2/layout/IconVerticalSolidList"/>
    <dgm:cxn modelId="{FFE2AC12-6F5A-43E0-8C6C-496D2D4C0F0C}" type="presParOf" srcId="{FD6B4DAF-2D8C-4CB7-B0FC-F8776A30FDD6}" destId="{54140282-0194-4690-8DF8-46BD637995C5}" srcOrd="0" destOrd="0" presId="urn:microsoft.com/office/officeart/2018/2/layout/IconVerticalSolidList"/>
    <dgm:cxn modelId="{B03C9AF0-5D91-436E-B27A-45716167C5A2}" type="presParOf" srcId="{FD6B4DAF-2D8C-4CB7-B0FC-F8776A30FDD6}" destId="{D1F69641-CC4B-4027-A703-E28E95FC24BA}" srcOrd="1" destOrd="0" presId="urn:microsoft.com/office/officeart/2018/2/layout/IconVerticalSolidList"/>
    <dgm:cxn modelId="{6E5B93DD-4990-4099-8602-A7B5B5D1C217}" type="presParOf" srcId="{FD6B4DAF-2D8C-4CB7-B0FC-F8776A30FDD6}" destId="{57887257-9792-46FD-9579-D57AFE9CD995}" srcOrd="2" destOrd="0" presId="urn:microsoft.com/office/officeart/2018/2/layout/IconVerticalSolidList"/>
    <dgm:cxn modelId="{7E9E7BDE-665F-4A29-8B75-1532D262D3E3}" type="presParOf" srcId="{FD6B4DAF-2D8C-4CB7-B0FC-F8776A30FDD6}" destId="{A9FA2B90-38D9-49D8-923A-1DF675EBEF33}" srcOrd="3" destOrd="0" presId="urn:microsoft.com/office/officeart/2018/2/layout/IconVerticalSolidList"/>
    <dgm:cxn modelId="{A26CBA8C-1096-4FDA-88F1-36FE56E06A74}" type="presParOf" srcId="{74B088CD-2CDC-4C17-83C1-FA2C67453D03}" destId="{F3AF4C38-44F9-4F54-A951-CBEA87DB6259}" srcOrd="1" destOrd="0" presId="urn:microsoft.com/office/officeart/2018/2/layout/IconVerticalSolidList"/>
    <dgm:cxn modelId="{12163366-32A7-4428-9909-0772A8E927EC}" type="presParOf" srcId="{74B088CD-2CDC-4C17-83C1-FA2C67453D03}" destId="{C0AFF6A6-A490-45D6-8E6E-92F74D5F5D48}" srcOrd="2" destOrd="0" presId="urn:microsoft.com/office/officeart/2018/2/layout/IconVerticalSolidList"/>
    <dgm:cxn modelId="{2DF8CD57-1603-452F-8C89-DB1127362BD3}" type="presParOf" srcId="{C0AFF6A6-A490-45D6-8E6E-92F74D5F5D48}" destId="{32BE1216-F643-4641-8D65-47D7787B65E2}" srcOrd="0" destOrd="0" presId="urn:microsoft.com/office/officeart/2018/2/layout/IconVerticalSolidList"/>
    <dgm:cxn modelId="{D9DF2E56-9721-4254-A0AB-1C44EBE5FF85}" type="presParOf" srcId="{C0AFF6A6-A490-45D6-8E6E-92F74D5F5D48}" destId="{64AA4342-AE02-482B-A8BE-DCE0DC64E4DE}" srcOrd="1" destOrd="0" presId="urn:microsoft.com/office/officeart/2018/2/layout/IconVerticalSolidList"/>
    <dgm:cxn modelId="{B737BE63-2CFA-4A36-B243-83C146320F1F}" type="presParOf" srcId="{C0AFF6A6-A490-45D6-8E6E-92F74D5F5D48}" destId="{717D94B4-51A1-4119-97BF-97592EB2F95E}" srcOrd="2" destOrd="0" presId="urn:microsoft.com/office/officeart/2018/2/layout/IconVerticalSolidList"/>
    <dgm:cxn modelId="{0A3573AE-FF47-4FFE-B0C5-A6EE0187E9B0}" type="presParOf" srcId="{C0AFF6A6-A490-45D6-8E6E-92F74D5F5D48}" destId="{6E927EE7-32C6-49F9-882B-3376E22CD8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B8397A1-4682-4E43-8959-48A0F750FAB8}" type="doc">
      <dgm:prSet loTypeId="urn:microsoft.com/office/officeart/2018/2/layout/IconCircleList" loCatId="icon" qsTypeId="urn:microsoft.com/office/officeart/2005/8/quickstyle/simple1" qsCatId="simple" csTypeId="urn:microsoft.com/office/officeart/2018/5/colors/Iconchunking_neutralicon_colorful2" csCatId="colorful" phldr="1"/>
      <dgm:spPr/>
      <dgm:t>
        <a:bodyPr/>
        <a:lstStyle/>
        <a:p>
          <a:endParaRPr lang="en-US"/>
        </a:p>
      </dgm:t>
    </dgm:pt>
    <dgm:pt modelId="{BFD5D873-BFB1-4188-B400-53C79C8020DA}">
      <dgm:prSet phldr="0"/>
      <dgm:spPr/>
      <dgm:t>
        <a:bodyPr/>
        <a:lstStyle/>
        <a:p>
          <a:r>
            <a:rPr lang="es-ES" b="1">
              <a:latin typeface="Arial"/>
              <a:cs typeface="Arial"/>
            </a:rPr>
            <a:t>Ciclo de reloj </a:t>
          </a:r>
          <a:r>
            <a:rPr lang="es-ES"/>
            <a:t>o </a:t>
          </a:r>
          <a:r>
            <a:rPr lang="es-ES" b="1">
              <a:latin typeface="Arial"/>
              <a:cs typeface="Arial"/>
            </a:rPr>
            <a:t>velocidad de bus</a:t>
          </a:r>
          <a:r>
            <a:rPr lang="es-ES"/>
            <a:t>: Esta característica tiene sentido en memorias síncronas, que realizan las funciones de lectura y escritura en función de los ciclos de reloj del microprocesador.</a:t>
          </a:r>
        </a:p>
      </dgm:t>
    </dgm:pt>
    <dgm:pt modelId="{B80ACBEF-4465-45C1-8912-E5EF28EAB427}" type="parTrans" cxnId="{1C66CB6C-13FD-4D0C-A446-E731A05E94DE}">
      <dgm:prSet/>
      <dgm:spPr/>
      <dgm:t>
        <a:bodyPr/>
        <a:lstStyle/>
        <a:p>
          <a:endParaRPr lang="en-US"/>
        </a:p>
      </dgm:t>
    </dgm:pt>
    <dgm:pt modelId="{B231E975-ABD9-4345-9C4E-9111B133D1B8}" type="sibTrans" cxnId="{1C66CB6C-13FD-4D0C-A446-E731A05E94DE}">
      <dgm:prSet/>
      <dgm:spPr/>
      <dgm:t>
        <a:bodyPr/>
        <a:lstStyle/>
        <a:p>
          <a:endParaRPr lang="en-US"/>
        </a:p>
      </dgm:t>
    </dgm:pt>
    <dgm:pt modelId="{8E9394C1-D346-4D42-B884-97FC0A39FBDE}">
      <dgm:prSet phldr="0"/>
      <dgm:spPr/>
      <dgm:t>
        <a:bodyPr/>
        <a:lstStyle/>
        <a:p>
          <a:r>
            <a:rPr lang="es-ES" b="1">
              <a:latin typeface="Arial"/>
              <a:cs typeface="Arial"/>
            </a:rPr>
            <a:t>Velocidad efectiva o MHz efectivos</a:t>
          </a:r>
          <a:r>
            <a:rPr lang="es-ES"/>
            <a:t>: Los ciclos de reloj que marcan los tiempos para la ejecución de operaciones se dividen en flancos, de subida y bajada. La siguiente imagen lo muestra claramente.</a:t>
          </a:r>
          <a:endParaRPr lang="es-ES">
            <a:latin typeface="Calibri Light" panose="020F0302020204030204"/>
          </a:endParaRPr>
        </a:p>
      </dgm:t>
    </dgm:pt>
    <dgm:pt modelId="{C387CF03-2A58-4D3C-A074-3FF6CDC2C7B6}" type="parTrans" cxnId="{751CA304-8C9C-4F33-960C-03290184412D}">
      <dgm:prSet/>
      <dgm:spPr/>
    </dgm:pt>
    <dgm:pt modelId="{C4B9D269-2F46-44C6-BE71-136FA92D2D87}" type="sibTrans" cxnId="{751CA304-8C9C-4F33-960C-03290184412D}">
      <dgm:prSet/>
      <dgm:spPr/>
      <dgm:t>
        <a:bodyPr/>
        <a:lstStyle/>
        <a:p>
          <a:endParaRPr lang="en-US"/>
        </a:p>
      </dgm:t>
    </dgm:pt>
    <dgm:pt modelId="{0D323417-0737-4DA3-AD1A-78686D60B1A9}">
      <dgm:prSet phldr="0"/>
      <dgm:spPr/>
      <dgm:t>
        <a:bodyPr/>
        <a:lstStyle/>
        <a:p>
          <a:r>
            <a:rPr lang="es-ES" b="1">
              <a:latin typeface="Arial"/>
              <a:cs typeface="Arial"/>
            </a:rPr>
            <a:t>Ancho de banda</a:t>
          </a:r>
          <a:r>
            <a:rPr lang="es-ES"/>
            <a:t>: Esta característica hace referencia al número de palabras transferidas entre la memoria principal y la CPU en una unidad de tiempo, normalmente se mide en MB/s.</a:t>
          </a:r>
          <a:endParaRPr lang="es-ES">
            <a:latin typeface="Calibri Light" panose="020F0302020204030204"/>
          </a:endParaRPr>
        </a:p>
      </dgm:t>
    </dgm:pt>
    <dgm:pt modelId="{B5C67794-0E94-49D5-8619-337B682FC0C8}" type="parTrans" cxnId="{196FB604-CCD5-4D8D-B33A-8EA4544AA47B}">
      <dgm:prSet/>
      <dgm:spPr/>
    </dgm:pt>
    <dgm:pt modelId="{3303926F-825D-4418-B0CF-47DE66C17537}" type="sibTrans" cxnId="{196FB604-CCD5-4D8D-B33A-8EA4544AA47B}">
      <dgm:prSet/>
      <dgm:spPr/>
      <dgm:t>
        <a:bodyPr/>
        <a:lstStyle/>
        <a:p>
          <a:endParaRPr lang="en-US"/>
        </a:p>
      </dgm:t>
    </dgm:pt>
    <dgm:pt modelId="{95FB6856-C86C-4048-BA54-02BA9AD5AB7E}">
      <dgm:prSet phldr="0"/>
      <dgm:spPr/>
      <dgm:t>
        <a:bodyPr/>
        <a:lstStyle/>
        <a:p>
          <a:r>
            <a:rPr lang="es-ES" b="1">
              <a:latin typeface="Arial"/>
              <a:cs typeface="Arial"/>
            </a:rPr>
            <a:t>Capacidad</a:t>
          </a:r>
          <a:r>
            <a:rPr lang="es-ES"/>
            <a:t>: Cantidad de información que es capaz de almacenar. Usa el byte y sus equivalentes como unidad de medida. Hoy día, los módulos de memoria tienen capacidades del orden de GB.</a:t>
          </a:r>
        </a:p>
      </dgm:t>
    </dgm:pt>
    <dgm:pt modelId="{9BAAE441-D310-4B97-A12F-E41973E8E7A3}" type="parTrans" cxnId="{661C03E0-DDDD-4D7B-A895-0590AE67928B}">
      <dgm:prSet/>
      <dgm:spPr/>
    </dgm:pt>
    <dgm:pt modelId="{1995DC12-E234-4897-B792-76EC4CAD388D}" type="sibTrans" cxnId="{661C03E0-DDDD-4D7B-A895-0590AE67928B}">
      <dgm:prSet/>
      <dgm:spPr/>
      <dgm:t>
        <a:bodyPr/>
        <a:lstStyle/>
        <a:p>
          <a:endParaRPr lang="en-US"/>
        </a:p>
      </dgm:t>
    </dgm:pt>
    <dgm:pt modelId="{1B40AD29-6A37-4500-AB95-BB2B6CF9941F}">
      <dgm:prSet phldr="0"/>
      <dgm:spPr/>
      <dgm:t>
        <a:bodyPr/>
        <a:lstStyle/>
        <a:p>
          <a:r>
            <a:rPr lang="es-ES" b="1">
              <a:latin typeface="Arial"/>
              <a:cs typeface="Arial"/>
            </a:rPr>
            <a:t>Tiempo de acceso</a:t>
          </a:r>
          <a:r>
            <a:rPr lang="es-ES"/>
            <a:t>: Hablamos de tiempo de acceso de lectura y tiempos de acceso de escritura. Representan el tiempo máximo que se tarda en leer una posición de memoria o escribir en ella. Cuanto menor tiempo de acceso tenga la memoria más rápida será. Por ejemplo, una memoria DDR3-1600 puede tener una velocidad de acceso de 5 nanosegundos.</a:t>
          </a:r>
        </a:p>
      </dgm:t>
    </dgm:pt>
    <dgm:pt modelId="{BC9CF35C-02E7-4A0C-8586-7F81A5456DCD}" type="parTrans" cxnId="{86069807-3BBE-41A9-ACF5-CD20D9C4D8F2}">
      <dgm:prSet/>
      <dgm:spPr/>
    </dgm:pt>
    <dgm:pt modelId="{D96150D2-4302-469B-8528-E8083E710D26}" type="sibTrans" cxnId="{86069807-3BBE-41A9-ACF5-CD20D9C4D8F2}">
      <dgm:prSet/>
      <dgm:spPr/>
      <dgm:t>
        <a:bodyPr/>
        <a:lstStyle/>
        <a:p>
          <a:endParaRPr lang="en-US"/>
        </a:p>
      </dgm:t>
    </dgm:pt>
    <dgm:pt modelId="{C72BFDDC-12F4-444B-AECA-CA5875A7DA8C}">
      <dgm:prSet phldr="0"/>
      <dgm:spPr/>
      <dgm:t>
        <a:bodyPr/>
        <a:lstStyle/>
        <a:p>
          <a:r>
            <a:rPr lang="es-ES" b="1">
              <a:latin typeface="Arial"/>
              <a:cs typeface="Arial"/>
            </a:rPr>
            <a:t>Latencia CAS</a:t>
          </a:r>
          <a:r>
            <a:rPr lang="es-ES"/>
            <a:t>: tiempo transcurrido desde que se solicita un dato hasta que el primer bit de éste es transferido. Este dato es bastante importante ya que puede ser determinante. En ocasiones, memorias rápidas con latencias elevadas son “más lentas” que otras de menor número de MHz.</a:t>
          </a:r>
        </a:p>
      </dgm:t>
    </dgm:pt>
    <dgm:pt modelId="{6B4D8C61-74A7-498C-9C1A-9FED35FC66A8}" type="parTrans" cxnId="{23F116FB-A918-4D86-9048-791CADF0C206}">
      <dgm:prSet/>
      <dgm:spPr/>
    </dgm:pt>
    <dgm:pt modelId="{15BC15C9-6402-4D8C-8737-74328AB80311}" type="sibTrans" cxnId="{23F116FB-A918-4D86-9048-791CADF0C206}">
      <dgm:prSet/>
      <dgm:spPr/>
      <dgm:t>
        <a:bodyPr/>
        <a:lstStyle/>
        <a:p>
          <a:endParaRPr lang="en-US"/>
        </a:p>
      </dgm:t>
    </dgm:pt>
    <dgm:pt modelId="{535728CC-3C3F-4392-8C0E-3C2B86DCE944}">
      <dgm:prSet phldr="0"/>
      <dgm:spPr/>
      <dgm:t>
        <a:bodyPr/>
        <a:lstStyle/>
        <a:p>
          <a:r>
            <a:rPr lang="es-ES" b="1">
              <a:latin typeface="Arial"/>
              <a:cs typeface="Arial"/>
            </a:rPr>
            <a:t>Voltaje</a:t>
          </a:r>
          <a:r>
            <a:rPr lang="es-ES"/>
            <a:t>: todo módulo de memoria necesitará un voltaje para poder funcionar, cuanto mayor sea éste, mayor consumo y más calor, sin embargo, mejor será el rendimiento del dispositivo. Las memorias DDR3 reducen el consumo eléctrico en un 30% debido a que el voltaje que necesitan es mucho menor (1,5 V) frente a las memorias DDR2 (1,8 V) o DDR (2,5 V).</a:t>
          </a:r>
        </a:p>
      </dgm:t>
    </dgm:pt>
    <dgm:pt modelId="{3128B1AF-EFBD-4F87-8819-83997AD468C8}" type="parTrans" cxnId="{F31C764F-F781-4BFD-A1AE-CADF7EC831EE}">
      <dgm:prSet/>
      <dgm:spPr/>
    </dgm:pt>
    <dgm:pt modelId="{0E8E2301-E046-44B6-8984-6BA30E08E069}" type="sibTrans" cxnId="{F31C764F-F781-4BFD-A1AE-CADF7EC831EE}">
      <dgm:prSet/>
      <dgm:spPr/>
      <dgm:t>
        <a:bodyPr/>
        <a:lstStyle/>
        <a:p>
          <a:endParaRPr lang="en-US"/>
        </a:p>
      </dgm:t>
    </dgm:pt>
    <dgm:pt modelId="{27F231D6-E2AA-4D4F-A9E1-69BE803BF4F3}" type="pres">
      <dgm:prSet presAssocID="{BB8397A1-4682-4E43-8959-48A0F750FAB8}" presName="root" presStyleCnt="0">
        <dgm:presLayoutVars>
          <dgm:dir/>
          <dgm:resizeHandles val="exact"/>
        </dgm:presLayoutVars>
      </dgm:prSet>
      <dgm:spPr/>
    </dgm:pt>
    <dgm:pt modelId="{4D972C32-586E-41B2-8B52-74654734F697}" type="pres">
      <dgm:prSet presAssocID="{BB8397A1-4682-4E43-8959-48A0F750FAB8}" presName="container" presStyleCnt="0">
        <dgm:presLayoutVars>
          <dgm:dir/>
          <dgm:resizeHandles val="exact"/>
        </dgm:presLayoutVars>
      </dgm:prSet>
      <dgm:spPr/>
    </dgm:pt>
    <dgm:pt modelId="{3F0BC36F-9043-43BE-BD8E-F73A364F551F}" type="pres">
      <dgm:prSet presAssocID="{BFD5D873-BFB1-4188-B400-53C79C8020DA}" presName="compNode" presStyleCnt="0"/>
      <dgm:spPr/>
    </dgm:pt>
    <dgm:pt modelId="{EEC50B34-5D9D-4B33-ACD4-37B90A1E5CA3}" type="pres">
      <dgm:prSet presAssocID="{BFD5D873-BFB1-4188-B400-53C79C8020DA}" presName="iconBgRect" presStyleLbl="bgShp" presStyleIdx="0" presStyleCnt="7"/>
      <dgm:spPr/>
    </dgm:pt>
    <dgm:pt modelId="{EE1BEE44-ECE7-4747-9590-FF9F0C0BE901}" type="pres">
      <dgm:prSet presAssocID="{BFD5D873-BFB1-4188-B400-53C79C8020D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onómetro"/>
        </a:ext>
      </dgm:extLst>
    </dgm:pt>
    <dgm:pt modelId="{0B0AD8BD-27F4-4A24-A380-E3CDDFD4951B}" type="pres">
      <dgm:prSet presAssocID="{BFD5D873-BFB1-4188-B400-53C79C8020DA}" presName="spaceRect" presStyleCnt="0"/>
      <dgm:spPr/>
    </dgm:pt>
    <dgm:pt modelId="{4FE5BA8D-0478-4C51-A4A1-1C9992E0803E}" type="pres">
      <dgm:prSet presAssocID="{BFD5D873-BFB1-4188-B400-53C79C8020DA}" presName="textRect" presStyleLbl="revTx" presStyleIdx="0" presStyleCnt="7">
        <dgm:presLayoutVars>
          <dgm:chMax val="1"/>
          <dgm:chPref val="1"/>
        </dgm:presLayoutVars>
      </dgm:prSet>
      <dgm:spPr/>
    </dgm:pt>
    <dgm:pt modelId="{C48F9D45-84AD-402D-B9E8-2254A3102DC9}" type="pres">
      <dgm:prSet presAssocID="{B231E975-ABD9-4345-9C4E-9111B133D1B8}" presName="sibTrans" presStyleLbl="sibTrans2D1" presStyleIdx="0" presStyleCnt="0"/>
      <dgm:spPr/>
    </dgm:pt>
    <dgm:pt modelId="{D75C6856-5DF4-40CC-9DB4-1C128F9936E6}" type="pres">
      <dgm:prSet presAssocID="{8E9394C1-D346-4D42-B884-97FC0A39FBDE}" presName="compNode" presStyleCnt="0"/>
      <dgm:spPr/>
    </dgm:pt>
    <dgm:pt modelId="{8C9C9384-2D22-4D43-8472-E2254D22D68A}" type="pres">
      <dgm:prSet presAssocID="{8E9394C1-D346-4D42-B884-97FC0A39FBDE}" presName="iconBgRect" presStyleLbl="bgShp" presStyleIdx="1" presStyleCnt="7"/>
      <dgm:spPr/>
    </dgm:pt>
    <dgm:pt modelId="{444B93A8-1FE4-4AEF-B70A-666C1528E7D5}" type="pres">
      <dgm:prSet presAssocID="{8E9394C1-D346-4D42-B884-97FC0A39FBD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dicador"/>
        </a:ext>
      </dgm:extLst>
    </dgm:pt>
    <dgm:pt modelId="{495AE030-AFEA-4FDA-A037-7CF6102DD8CF}" type="pres">
      <dgm:prSet presAssocID="{8E9394C1-D346-4D42-B884-97FC0A39FBDE}" presName="spaceRect" presStyleCnt="0"/>
      <dgm:spPr/>
    </dgm:pt>
    <dgm:pt modelId="{4E05A9D0-37B9-44D0-AF72-0246A6F05E36}" type="pres">
      <dgm:prSet presAssocID="{8E9394C1-D346-4D42-B884-97FC0A39FBDE}" presName="textRect" presStyleLbl="revTx" presStyleIdx="1" presStyleCnt="7">
        <dgm:presLayoutVars>
          <dgm:chMax val="1"/>
          <dgm:chPref val="1"/>
        </dgm:presLayoutVars>
      </dgm:prSet>
      <dgm:spPr/>
    </dgm:pt>
    <dgm:pt modelId="{39297BB5-86A2-440F-AFE2-E911E9DB42D8}" type="pres">
      <dgm:prSet presAssocID="{C4B9D269-2F46-44C6-BE71-136FA92D2D87}" presName="sibTrans" presStyleLbl="sibTrans2D1" presStyleIdx="0" presStyleCnt="0"/>
      <dgm:spPr/>
    </dgm:pt>
    <dgm:pt modelId="{1F4FD976-8F77-4EDD-AB3D-227241C633CB}" type="pres">
      <dgm:prSet presAssocID="{0D323417-0737-4DA3-AD1A-78686D60B1A9}" presName="compNode" presStyleCnt="0"/>
      <dgm:spPr/>
    </dgm:pt>
    <dgm:pt modelId="{0C2605BD-9F89-4675-8D5E-DBF96211BF75}" type="pres">
      <dgm:prSet presAssocID="{0D323417-0737-4DA3-AD1A-78686D60B1A9}" presName="iconBgRect" presStyleLbl="bgShp" presStyleIdx="2" presStyleCnt="7"/>
      <dgm:spPr/>
    </dgm:pt>
    <dgm:pt modelId="{01E94501-8114-42BC-B171-C4FA40FDD91D}" type="pres">
      <dgm:prSet presAssocID="{0D323417-0737-4DA3-AD1A-78686D60B1A9}"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illas"/>
        </a:ext>
      </dgm:extLst>
    </dgm:pt>
    <dgm:pt modelId="{F4ECD318-AC43-43F3-A734-0B0FEA6B0982}" type="pres">
      <dgm:prSet presAssocID="{0D323417-0737-4DA3-AD1A-78686D60B1A9}" presName="spaceRect" presStyleCnt="0"/>
      <dgm:spPr/>
    </dgm:pt>
    <dgm:pt modelId="{3FAC4D0E-7E34-4B30-9018-FB2B4B08358A}" type="pres">
      <dgm:prSet presAssocID="{0D323417-0737-4DA3-AD1A-78686D60B1A9}" presName="textRect" presStyleLbl="revTx" presStyleIdx="2" presStyleCnt="7">
        <dgm:presLayoutVars>
          <dgm:chMax val="1"/>
          <dgm:chPref val="1"/>
        </dgm:presLayoutVars>
      </dgm:prSet>
      <dgm:spPr/>
    </dgm:pt>
    <dgm:pt modelId="{A34A6549-8142-4240-947E-2F3B5A6E21FF}" type="pres">
      <dgm:prSet presAssocID="{3303926F-825D-4418-B0CF-47DE66C17537}" presName="sibTrans" presStyleLbl="sibTrans2D1" presStyleIdx="0" presStyleCnt="0"/>
      <dgm:spPr/>
    </dgm:pt>
    <dgm:pt modelId="{A3D594A2-D3D2-49E5-B746-E8A60090757D}" type="pres">
      <dgm:prSet presAssocID="{95FB6856-C86C-4048-BA54-02BA9AD5AB7E}" presName="compNode" presStyleCnt="0"/>
      <dgm:spPr/>
    </dgm:pt>
    <dgm:pt modelId="{1C77AB33-D9D1-4C26-AB02-02B32A747903}" type="pres">
      <dgm:prSet presAssocID="{95FB6856-C86C-4048-BA54-02BA9AD5AB7E}" presName="iconBgRect" presStyleLbl="bgShp" presStyleIdx="3" presStyleCnt="7"/>
      <dgm:spPr/>
    </dgm:pt>
    <dgm:pt modelId="{786CBB2A-0171-45EB-956D-E0A67302FA35}" type="pres">
      <dgm:prSet presAssocID="{95FB6856-C86C-4048-BA54-02BA9AD5AB7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ador"/>
        </a:ext>
      </dgm:extLst>
    </dgm:pt>
    <dgm:pt modelId="{EE2537B5-87F6-4304-BD1A-857FF80AB56D}" type="pres">
      <dgm:prSet presAssocID="{95FB6856-C86C-4048-BA54-02BA9AD5AB7E}" presName="spaceRect" presStyleCnt="0"/>
      <dgm:spPr/>
    </dgm:pt>
    <dgm:pt modelId="{BC1DD905-CAAA-44E3-B77C-44B6A49D0AAA}" type="pres">
      <dgm:prSet presAssocID="{95FB6856-C86C-4048-BA54-02BA9AD5AB7E}" presName="textRect" presStyleLbl="revTx" presStyleIdx="3" presStyleCnt="7">
        <dgm:presLayoutVars>
          <dgm:chMax val="1"/>
          <dgm:chPref val="1"/>
        </dgm:presLayoutVars>
      </dgm:prSet>
      <dgm:spPr/>
    </dgm:pt>
    <dgm:pt modelId="{A0CD57AA-8588-4310-AC31-CCC198346220}" type="pres">
      <dgm:prSet presAssocID="{1995DC12-E234-4897-B792-76EC4CAD388D}" presName="sibTrans" presStyleLbl="sibTrans2D1" presStyleIdx="0" presStyleCnt="0"/>
      <dgm:spPr/>
    </dgm:pt>
    <dgm:pt modelId="{7CF1DBDB-2DAE-419E-852C-BA6D13BF089D}" type="pres">
      <dgm:prSet presAssocID="{1B40AD29-6A37-4500-AB95-BB2B6CF9941F}" presName="compNode" presStyleCnt="0"/>
      <dgm:spPr/>
    </dgm:pt>
    <dgm:pt modelId="{D95B14CB-379D-436F-BA5E-FAB1A07F1374}" type="pres">
      <dgm:prSet presAssocID="{1B40AD29-6A37-4500-AB95-BB2B6CF9941F}" presName="iconBgRect" presStyleLbl="bgShp" presStyleIdx="4" presStyleCnt="7"/>
      <dgm:spPr/>
    </dgm:pt>
    <dgm:pt modelId="{432B37C1-E817-4A12-9094-065B02DCB8ED}" type="pres">
      <dgm:prSet presAssocID="{1B40AD29-6A37-4500-AB95-BB2B6CF9941F}"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bros"/>
        </a:ext>
      </dgm:extLst>
    </dgm:pt>
    <dgm:pt modelId="{17F2A5F9-06D8-40A9-8C8D-FE0C51839383}" type="pres">
      <dgm:prSet presAssocID="{1B40AD29-6A37-4500-AB95-BB2B6CF9941F}" presName="spaceRect" presStyleCnt="0"/>
      <dgm:spPr/>
    </dgm:pt>
    <dgm:pt modelId="{9F8A488E-85E7-4C09-8B3F-E3E69F940BF9}" type="pres">
      <dgm:prSet presAssocID="{1B40AD29-6A37-4500-AB95-BB2B6CF9941F}" presName="textRect" presStyleLbl="revTx" presStyleIdx="4" presStyleCnt="7">
        <dgm:presLayoutVars>
          <dgm:chMax val="1"/>
          <dgm:chPref val="1"/>
        </dgm:presLayoutVars>
      </dgm:prSet>
      <dgm:spPr/>
    </dgm:pt>
    <dgm:pt modelId="{A53B1303-84B2-4325-A2B7-9A6C606D53B7}" type="pres">
      <dgm:prSet presAssocID="{D96150D2-4302-469B-8528-E8083E710D26}" presName="sibTrans" presStyleLbl="sibTrans2D1" presStyleIdx="0" presStyleCnt="0"/>
      <dgm:spPr/>
    </dgm:pt>
    <dgm:pt modelId="{2F64981D-06A9-4237-B3AC-722CF0621A41}" type="pres">
      <dgm:prSet presAssocID="{C72BFDDC-12F4-444B-AECA-CA5875A7DA8C}" presName="compNode" presStyleCnt="0"/>
      <dgm:spPr/>
    </dgm:pt>
    <dgm:pt modelId="{1084F5D0-9044-4EBE-8561-28B3170A6C57}" type="pres">
      <dgm:prSet presAssocID="{C72BFDDC-12F4-444B-AECA-CA5875A7DA8C}" presName="iconBgRect" presStyleLbl="bgShp" presStyleIdx="5" presStyleCnt="7"/>
      <dgm:spPr/>
    </dgm:pt>
    <dgm:pt modelId="{9A03187E-3E7D-436B-A5A9-83E0D811218E}" type="pres">
      <dgm:prSet presAssocID="{C72BFDDC-12F4-444B-AECA-CA5875A7DA8C}"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Nube"/>
        </a:ext>
      </dgm:extLst>
    </dgm:pt>
    <dgm:pt modelId="{B6C8F8CC-809E-449C-9C4A-C781079E722C}" type="pres">
      <dgm:prSet presAssocID="{C72BFDDC-12F4-444B-AECA-CA5875A7DA8C}" presName="spaceRect" presStyleCnt="0"/>
      <dgm:spPr/>
    </dgm:pt>
    <dgm:pt modelId="{B6340045-B94E-4175-9713-1FA215231232}" type="pres">
      <dgm:prSet presAssocID="{C72BFDDC-12F4-444B-AECA-CA5875A7DA8C}" presName="textRect" presStyleLbl="revTx" presStyleIdx="5" presStyleCnt="7">
        <dgm:presLayoutVars>
          <dgm:chMax val="1"/>
          <dgm:chPref val="1"/>
        </dgm:presLayoutVars>
      </dgm:prSet>
      <dgm:spPr/>
    </dgm:pt>
    <dgm:pt modelId="{66A8CB1C-6220-44F2-B2CE-22F10AAEC60D}" type="pres">
      <dgm:prSet presAssocID="{15BC15C9-6402-4D8C-8737-74328AB80311}" presName="sibTrans" presStyleLbl="sibTrans2D1" presStyleIdx="0" presStyleCnt="0"/>
      <dgm:spPr/>
    </dgm:pt>
    <dgm:pt modelId="{27C3FF74-2145-4EAB-8C5D-A9EE92F5F74A}" type="pres">
      <dgm:prSet presAssocID="{535728CC-3C3F-4392-8C0E-3C2B86DCE944}" presName="compNode" presStyleCnt="0"/>
      <dgm:spPr/>
    </dgm:pt>
    <dgm:pt modelId="{1FDB1732-3406-4AD7-BE14-9403FDC7EB34}" type="pres">
      <dgm:prSet presAssocID="{535728CC-3C3F-4392-8C0E-3C2B86DCE944}" presName="iconBgRect" presStyleLbl="bgShp" presStyleIdx="6" presStyleCnt="7"/>
      <dgm:spPr/>
    </dgm:pt>
    <dgm:pt modelId="{1716B99E-C7FE-45F5-BD72-4ECD29A0402F}" type="pres">
      <dgm:prSet presAssocID="{535728CC-3C3F-4392-8C0E-3C2B86DCE944}"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High Voltage"/>
        </a:ext>
      </dgm:extLst>
    </dgm:pt>
    <dgm:pt modelId="{808ECB23-D7C6-428D-8203-3A5ADD2AEDB3}" type="pres">
      <dgm:prSet presAssocID="{535728CC-3C3F-4392-8C0E-3C2B86DCE944}" presName="spaceRect" presStyleCnt="0"/>
      <dgm:spPr/>
    </dgm:pt>
    <dgm:pt modelId="{CEAFE396-9132-4C1D-B2DB-1ADCE7F2A035}" type="pres">
      <dgm:prSet presAssocID="{535728CC-3C3F-4392-8C0E-3C2B86DCE944}" presName="textRect" presStyleLbl="revTx" presStyleIdx="6" presStyleCnt="7">
        <dgm:presLayoutVars>
          <dgm:chMax val="1"/>
          <dgm:chPref val="1"/>
        </dgm:presLayoutVars>
      </dgm:prSet>
      <dgm:spPr/>
    </dgm:pt>
  </dgm:ptLst>
  <dgm:cxnLst>
    <dgm:cxn modelId="{751CA304-8C9C-4F33-960C-03290184412D}" srcId="{BB8397A1-4682-4E43-8959-48A0F750FAB8}" destId="{8E9394C1-D346-4D42-B884-97FC0A39FBDE}" srcOrd="1" destOrd="0" parTransId="{C387CF03-2A58-4D3C-A074-3FF6CDC2C7B6}" sibTransId="{C4B9D269-2F46-44C6-BE71-136FA92D2D87}"/>
    <dgm:cxn modelId="{196FB604-CCD5-4D8D-B33A-8EA4544AA47B}" srcId="{BB8397A1-4682-4E43-8959-48A0F750FAB8}" destId="{0D323417-0737-4DA3-AD1A-78686D60B1A9}" srcOrd="2" destOrd="0" parTransId="{B5C67794-0E94-49D5-8619-337B682FC0C8}" sibTransId="{3303926F-825D-4418-B0CF-47DE66C17537}"/>
    <dgm:cxn modelId="{86069807-3BBE-41A9-ACF5-CD20D9C4D8F2}" srcId="{BB8397A1-4682-4E43-8959-48A0F750FAB8}" destId="{1B40AD29-6A37-4500-AB95-BB2B6CF9941F}" srcOrd="4" destOrd="0" parTransId="{BC9CF35C-02E7-4A0C-8586-7F81A5456DCD}" sibTransId="{D96150D2-4302-469B-8528-E8083E710D26}"/>
    <dgm:cxn modelId="{BDADC70D-5739-4D06-9BA0-A417EE8659F4}" type="presOf" srcId="{95FB6856-C86C-4048-BA54-02BA9AD5AB7E}" destId="{BC1DD905-CAAA-44E3-B77C-44B6A49D0AAA}" srcOrd="0" destOrd="0" presId="urn:microsoft.com/office/officeart/2018/2/layout/IconCircleList"/>
    <dgm:cxn modelId="{83FB0F1A-60A1-477A-8E9F-A51CB08BA637}" type="presOf" srcId="{3303926F-825D-4418-B0CF-47DE66C17537}" destId="{A34A6549-8142-4240-947E-2F3B5A6E21FF}" srcOrd="0" destOrd="0" presId="urn:microsoft.com/office/officeart/2018/2/layout/IconCircleList"/>
    <dgm:cxn modelId="{EE351339-94B7-4856-B098-C34C364FB9FB}" type="presOf" srcId="{15BC15C9-6402-4D8C-8737-74328AB80311}" destId="{66A8CB1C-6220-44F2-B2CE-22F10AAEC60D}" srcOrd="0" destOrd="0" presId="urn:microsoft.com/office/officeart/2018/2/layout/IconCircleList"/>
    <dgm:cxn modelId="{84CE0F45-0FFC-4EA3-BC96-D3485460F9F5}" type="presOf" srcId="{C72BFDDC-12F4-444B-AECA-CA5875A7DA8C}" destId="{B6340045-B94E-4175-9713-1FA215231232}" srcOrd="0" destOrd="0" presId="urn:microsoft.com/office/officeart/2018/2/layout/IconCircleList"/>
    <dgm:cxn modelId="{1C66CB6C-13FD-4D0C-A446-E731A05E94DE}" srcId="{BB8397A1-4682-4E43-8959-48A0F750FAB8}" destId="{BFD5D873-BFB1-4188-B400-53C79C8020DA}" srcOrd="0" destOrd="0" parTransId="{B80ACBEF-4465-45C1-8912-E5EF28EAB427}" sibTransId="{B231E975-ABD9-4345-9C4E-9111B133D1B8}"/>
    <dgm:cxn modelId="{F31C764F-F781-4BFD-A1AE-CADF7EC831EE}" srcId="{BB8397A1-4682-4E43-8959-48A0F750FAB8}" destId="{535728CC-3C3F-4392-8C0E-3C2B86DCE944}" srcOrd="6" destOrd="0" parTransId="{3128B1AF-EFBD-4F87-8819-83997AD468C8}" sibTransId="{0E8E2301-E046-44B6-8984-6BA30E08E069}"/>
    <dgm:cxn modelId="{2BECCF7E-9D3F-44BA-801D-4F63F2FD5177}" type="presOf" srcId="{8E9394C1-D346-4D42-B884-97FC0A39FBDE}" destId="{4E05A9D0-37B9-44D0-AF72-0246A6F05E36}" srcOrd="0" destOrd="0" presId="urn:microsoft.com/office/officeart/2018/2/layout/IconCircleList"/>
    <dgm:cxn modelId="{E2F71783-DFB1-4128-9CB4-CDA6B0A97D67}" type="presOf" srcId="{BB8397A1-4682-4E43-8959-48A0F750FAB8}" destId="{27F231D6-E2AA-4D4F-A9E1-69BE803BF4F3}" srcOrd="0" destOrd="0" presId="urn:microsoft.com/office/officeart/2018/2/layout/IconCircleList"/>
    <dgm:cxn modelId="{D0F9FD8B-DC3F-41AE-89D1-54D0EDAFD595}" type="presOf" srcId="{D96150D2-4302-469B-8528-E8083E710D26}" destId="{A53B1303-84B2-4325-A2B7-9A6C606D53B7}" srcOrd="0" destOrd="0" presId="urn:microsoft.com/office/officeart/2018/2/layout/IconCircleList"/>
    <dgm:cxn modelId="{5522ACA5-07D3-4202-8D15-D2EB98023278}" type="presOf" srcId="{1B40AD29-6A37-4500-AB95-BB2B6CF9941F}" destId="{9F8A488E-85E7-4C09-8B3F-E3E69F940BF9}" srcOrd="0" destOrd="0" presId="urn:microsoft.com/office/officeart/2018/2/layout/IconCircleList"/>
    <dgm:cxn modelId="{EF9F61B0-0988-479D-97F7-E7E62A6958AD}" type="presOf" srcId="{C4B9D269-2F46-44C6-BE71-136FA92D2D87}" destId="{39297BB5-86A2-440F-AFE2-E911E9DB42D8}" srcOrd="0" destOrd="0" presId="urn:microsoft.com/office/officeart/2018/2/layout/IconCircleList"/>
    <dgm:cxn modelId="{729B2AB1-5425-48E3-97B2-D49679C32E2A}" type="presOf" srcId="{BFD5D873-BFB1-4188-B400-53C79C8020DA}" destId="{4FE5BA8D-0478-4C51-A4A1-1C9992E0803E}" srcOrd="0" destOrd="0" presId="urn:microsoft.com/office/officeart/2018/2/layout/IconCircleList"/>
    <dgm:cxn modelId="{2BB175C2-8E45-41F6-9E50-E9D3CE4C9118}" type="presOf" srcId="{B231E975-ABD9-4345-9C4E-9111B133D1B8}" destId="{C48F9D45-84AD-402D-B9E8-2254A3102DC9}" srcOrd="0" destOrd="0" presId="urn:microsoft.com/office/officeart/2018/2/layout/IconCircleList"/>
    <dgm:cxn modelId="{EBB214C4-27B0-46B9-8E4A-319CE8306DBE}" type="presOf" srcId="{1995DC12-E234-4897-B792-76EC4CAD388D}" destId="{A0CD57AA-8588-4310-AC31-CCC198346220}" srcOrd="0" destOrd="0" presId="urn:microsoft.com/office/officeart/2018/2/layout/IconCircleList"/>
    <dgm:cxn modelId="{C7D426CB-5962-4832-8C94-DC924751105B}" type="presOf" srcId="{535728CC-3C3F-4392-8C0E-3C2B86DCE944}" destId="{CEAFE396-9132-4C1D-B2DB-1ADCE7F2A035}" srcOrd="0" destOrd="0" presId="urn:microsoft.com/office/officeart/2018/2/layout/IconCircleList"/>
    <dgm:cxn modelId="{F80329D2-2044-47C3-B1AD-9AC196367C6F}" type="presOf" srcId="{0D323417-0737-4DA3-AD1A-78686D60B1A9}" destId="{3FAC4D0E-7E34-4B30-9018-FB2B4B08358A}" srcOrd="0" destOrd="0" presId="urn:microsoft.com/office/officeart/2018/2/layout/IconCircleList"/>
    <dgm:cxn modelId="{661C03E0-DDDD-4D7B-A895-0590AE67928B}" srcId="{BB8397A1-4682-4E43-8959-48A0F750FAB8}" destId="{95FB6856-C86C-4048-BA54-02BA9AD5AB7E}" srcOrd="3" destOrd="0" parTransId="{9BAAE441-D310-4B97-A12F-E41973E8E7A3}" sibTransId="{1995DC12-E234-4897-B792-76EC4CAD388D}"/>
    <dgm:cxn modelId="{23F116FB-A918-4D86-9048-791CADF0C206}" srcId="{BB8397A1-4682-4E43-8959-48A0F750FAB8}" destId="{C72BFDDC-12F4-444B-AECA-CA5875A7DA8C}" srcOrd="5" destOrd="0" parTransId="{6B4D8C61-74A7-498C-9C1A-9FED35FC66A8}" sibTransId="{15BC15C9-6402-4D8C-8737-74328AB80311}"/>
    <dgm:cxn modelId="{BA2D8BD7-AC25-454B-90A0-D0CB30732118}" type="presParOf" srcId="{27F231D6-E2AA-4D4F-A9E1-69BE803BF4F3}" destId="{4D972C32-586E-41B2-8B52-74654734F697}" srcOrd="0" destOrd="0" presId="urn:microsoft.com/office/officeart/2018/2/layout/IconCircleList"/>
    <dgm:cxn modelId="{8BDC89C2-5C29-47F4-8742-07E43327F4BA}" type="presParOf" srcId="{4D972C32-586E-41B2-8B52-74654734F697}" destId="{3F0BC36F-9043-43BE-BD8E-F73A364F551F}" srcOrd="0" destOrd="0" presId="urn:microsoft.com/office/officeart/2018/2/layout/IconCircleList"/>
    <dgm:cxn modelId="{1C6BD4A3-6AB5-42EF-AA8C-222F80583B39}" type="presParOf" srcId="{3F0BC36F-9043-43BE-BD8E-F73A364F551F}" destId="{EEC50B34-5D9D-4B33-ACD4-37B90A1E5CA3}" srcOrd="0" destOrd="0" presId="urn:microsoft.com/office/officeart/2018/2/layout/IconCircleList"/>
    <dgm:cxn modelId="{C47ECB48-BCD6-4D34-ABF7-8E9485AEE1D5}" type="presParOf" srcId="{3F0BC36F-9043-43BE-BD8E-F73A364F551F}" destId="{EE1BEE44-ECE7-4747-9590-FF9F0C0BE901}" srcOrd="1" destOrd="0" presId="urn:microsoft.com/office/officeart/2018/2/layout/IconCircleList"/>
    <dgm:cxn modelId="{0A93BE75-54A7-4CAD-942F-EC95E1F41B72}" type="presParOf" srcId="{3F0BC36F-9043-43BE-BD8E-F73A364F551F}" destId="{0B0AD8BD-27F4-4A24-A380-E3CDDFD4951B}" srcOrd="2" destOrd="0" presId="urn:microsoft.com/office/officeart/2018/2/layout/IconCircleList"/>
    <dgm:cxn modelId="{D76A51D6-F260-4946-A514-8BC04C5EAB61}" type="presParOf" srcId="{3F0BC36F-9043-43BE-BD8E-F73A364F551F}" destId="{4FE5BA8D-0478-4C51-A4A1-1C9992E0803E}" srcOrd="3" destOrd="0" presId="urn:microsoft.com/office/officeart/2018/2/layout/IconCircleList"/>
    <dgm:cxn modelId="{9F6378B9-E67B-4843-B720-E4A9C68DAB06}" type="presParOf" srcId="{4D972C32-586E-41B2-8B52-74654734F697}" destId="{C48F9D45-84AD-402D-B9E8-2254A3102DC9}" srcOrd="1" destOrd="0" presId="urn:microsoft.com/office/officeart/2018/2/layout/IconCircleList"/>
    <dgm:cxn modelId="{F029E176-A104-443C-985C-6D283F656391}" type="presParOf" srcId="{4D972C32-586E-41B2-8B52-74654734F697}" destId="{D75C6856-5DF4-40CC-9DB4-1C128F9936E6}" srcOrd="2" destOrd="0" presId="urn:microsoft.com/office/officeart/2018/2/layout/IconCircleList"/>
    <dgm:cxn modelId="{C85588F5-8D04-4F9B-8BE5-ADB44393BF3D}" type="presParOf" srcId="{D75C6856-5DF4-40CC-9DB4-1C128F9936E6}" destId="{8C9C9384-2D22-4D43-8472-E2254D22D68A}" srcOrd="0" destOrd="0" presId="urn:microsoft.com/office/officeart/2018/2/layout/IconCircleList"/>
    <dgm:cxn modelId="{707A1032-F186-4B03-B600-5056E6496CF5}" type="presParOf" srcId="{D75C6856-5DF4-40CC-9DB4-1C128F9936E6}" destId="{444B93A8-1FE4-4AEF-B70A-666C1528E7D5}" srcOrd="1" destOrd="0" presId="urn:microsoft.com/office/officeart/2018/2/layout/IconCircleList"/>
    <dgm:cxn modelId="{706652CF-CB0E-438F-9D74-597BD0413AE4}" type="presParOf" srcId="{D75C6856-5DF4-40CC-9DB4-1C128F9936E6}" destId="{495AE030-AFEA-4FDA-A037-7CF6102DD8CF}" srcOrd="2" destOrd="0" presId="urn:microsoft.com/office/officeart/2018/2/layout/IconCircleList"/>
    <dgm:cxn modelId="{0285F562-0FC7-4DBB-A854-A38760BF3559}" type="presParOf" srcId="{D75C6856-5DF4-40CC-9DB4-1C128F9936E6}" destId="{4E05A9D0-37B9-44D0-AF72-0246A6F05E36}" srcOrd="3" destOrd="0" presId="urn:microsoft.com/office/officeart/2018/2/layout/IconCircleList"/>
    <dgm:cxn modelId="{87212C65-ADE6-419B-9B41-9FF894AA9EE1}" type="presParOf" srcId="{4D972C32-586E-41B2-8B52-74654734F697}" destId="{39297BB5-86A2-440F-AFE2-E911E9DB42D8}" srcOrd="3" destOrd="0" presId="urn:microsoft.com/office/officeart/2018/2/layout/IconCircleList"/>
    <dgm:cxn modelId="{8076753A-099C-40D1-9ECF-D0B85B9AB23E}" type="presParOf" srcId="{4D972C32-586E-41B2-8B52-74654734F697}" destId="{1F4FD976-8F77-4EDD-AB3D-227241C633CB}" srcOrd="4" destOrd="0" presId="urn:microsoft.com/office/officeart/2018/2/layout/IconCircleList"/>
    <dgm:cxn modelId="{BB729F23-589F-402D-99A7-45B8D2E41DB1}" type="presParOf" srcId="{1F4FD976-8F77-4EDD-AB3D-227241C633CB}" destId="{0C2605BD-9F89-4675-8D5E-DBF96211BF75}" srcOrd="0" destOrd="0" presId="urn:microsoft.com/office/officeart/2018/2/layout/IconCircleList"/>
    <dgm:cxn modelId="{BF35075E-FDE8-42C8-BBCF-BD507EA33A27}" type="presParOf" srcId="{1F4FD976-8F77-4EDD-AB3D-227241C633CB}" destId="{01E94501-8114-42BC-B171-C4FA40FDD91D}" srcOrd="1" destOrd="0" presId="urn:microsoft.com/office/officeart/2018/2/layout/IconCircleList"/>
    <dgm:cxn modelId="{C22B4BC7-2679-4837-9229-78FC4765C40B}" type="presParOf" srcId="{1F4FD976-8F77-4EDD-AB3D-227241C633CB}" destId="{F4ECD318-AC43-43F3-A734-0B0FEA6B0982}" srcOrd="2" destOrd="0" presId="urn:microsoft.com/office/officeart/2018/2/layout/IconCircleList"/>
    <dgm:cxn modelId="{A2FBC575-7540-45EC-ADF5-40CB3575281B}" type="presParOf" srcId="{1F4FD976-8F77-4EDD-AB3D-227241C633CB}" destId="{3FAC4D0E-7E34-4B30-9018-FB2B4B08358A}" srcOrd="3" destOrd="0" presId="urn:microsoft.com/office/officeart/2018/2/layout/IconCircleList"/>
    <dgm:cxn modelId="{DD82F873-D009-457D-AB32-6936C65AD7CC}" type="presParOf" srcId="{4D972C32-586E-41B2-8B52-74654734F697}" destId="{A34A6549-8142-4240-947E-2F3B5A6E21FF}" srcOrd="5" destOrd="0" presId="urn:microsoft.com/office/officeart/2018/2/layout/IconCircleList"/>
    <dgm:cxn modelId="{5B4E2FC2-CC0F-4F2B-B912-38D3BA35E93E}" type="presParOf" srcId="{4D972C32-586E-41B2-8B52-74654734F697}" destId="{A3D594A2-D3D2-49E5-B746-E8A60090757D}" srcOrd="6" destOrd="0" presId="urn:microsoft.com/office/officeart/2018/2/layout/IconCircleList"/>
    <dgm:cxn modelId="{F17875BD-834D-4696-A8EB-03AABDCE9F4E}" type="presParOf" srcId="{A3D594A2-D3D2-49E5-B746-E8A60090757D}" destId="{1C77AB33-D9D1-4C26-AB02-02B32A747903}" srcOrd="0" destOrd="0" presId="urn:microsoft.com/office/officeart/2018/2/layout/IconCircleList"/>
    <dgm:cxn modelId="{F624AF46-AAF5-4514-93F7-D4C913653140}" type="presParOf" srcId="{A3D594A2-D3D2-49E5-B746-E8A60090757D}" destId="{786CBB2A-0171-45EB-956D-E0A67302FA35}" srcOrd="1" destOrd="0" presId="urn:microsoft.com/office/officeart/2018/2/layout/IconCircleList"/>
    <dgm:cxn modelId="{6F13F883-26B7-448A-ABB4-D0B4F75F67A8}" type="presParOf" srcId="{A3D594A2-D3D2-49E5-B746-E8A60090757D}" destId="{EE2537B5-87F6-4304-BD1A-857FF80AB56D}" srcOrd="2" destOrd="0" presId="urn:microsoft.com/office/officeart/2018/2/layout/IconCircleList"/>
    <dgm:cxn modelId="{A78320EF-4780-4EC3-97EB-0AB31B2D75A8}" type="presParOf" srcId="{A3D594A2-D3D2-49E5-B746-E8A60090757D}" destId="{BC1DD905-CAAA-44E3-B77C-44B6A49D0AAA}" srcOrd="3" destOrd="0" presId="urn:microsoft.com/office/officeart/2018/2/layout/IconCircleList"/>
    <dgm:cxn modelId="{DF5CAE8F-345E-4B9C-989A-0EA36CEC4F32}" type="presParOf" srcId="{4D972C32-586E-41B2-8B52-74654734F697}" destId="{A0CD57AA-8588-4310-AC31-CCC198346220}" srcOrd="7" destOrd="0" presId="urn:microsoft.com/office/officeart/2018/2/layout/IconCircleList"/>
    <dgm:cxn modelId="{3F10536B-3533-48BE-85C1-C0133D1F9EAC}" type="presParOf" srcId="{4D972C32-586E-41B2-8B52-74654734F697}" destId="{7CF1DBDB-2DAE-419E-852C-BA6D13BF089D}" srcOrd="8" destOrd="0" presId="urn:microsoft.com/office/officeart/2018/2/layout/IconCircleList"/>
    <dgm:cxn modelId="{B75700D2-6D66-4F91-BFAB-AC418C88625C}" type="presParOf" srcId="{7CF1DBDB-2DAE-419E-852C-BA6D13BF089D}" destId="{D95B14CB-379D-436F-BA5E-FAB1A07F1374}" srcOrd="0" destOrd="0" presId="urn:microsoft.com/office/officeart/2018/2/layout/IconCircleList"/>
    <dgm:cxn modelId="{A2CF6726-CC22-4792-A25A-61EEE5D23DFA}" type="presParOf" srcId="{7CF1DBDB-2DAE-419E-852C-BA6D13BF089D}" destId="{432B37C1-E817-4A12-9094-065B02DCB8ED}" srcOrd="1" destOrd="0" presId="urn:microsoft.com/office/officeart/2018/2/layout/IconCircleList"/>
    <dgm:cxn modelId="{93EC00C1-A2DA-4395-8228-F1FCEE787421}" type="presParOf" srcId="{7CF1DBDB-2DAE-419E-852C-BA6D13BF089D}" destId="{17F2A5F9-06D8-40A9-8C8D-FE0C51839383}" srcOrd="2" destOrd="0" presId="urn:microsoft.com/office/officeart/2018/2/layout/IconCircleList"/>
    <dgm:cxn modelId="{2945AD10-60BB-443E-8D04-D94C16BEE0C8}" type="presParOf" srcId="{7CF1DBDB-2DAE-419E-852C-BA6D13BF089D}" destId="{9F8A488E-85E7-4C09-8B3F-E3E69F940BF9}" srcOrd="3" destOrd="0" presId="urn:microsoft.com/office/officeart/2018/2/layout/IconCircleList"/>
    <dgm:cxn modelId="{96857695-AA90-4110-AA12-EDA9617C6044}" type="presParOf" srcId="{4D972C32-586E-41B2-8B52-74654734F697}" destId="{A53B1303-84B2-4325-A2B7-9A6C606D53B7}" srcOrd="9" destOrd="0" presId="urn:microsoft.com/office/officeart/2018/2/layout/IconCircleList"/>
    <dgm:cxn modelId="{4EE21587-F29E-44DC-9E9E-C9038EE8C7B4}" type="presParOf" srcId="{4D972C32-586E-41B2-8B52-74654734F697}" destId="{2F64981D-06A9-4237-B3AC-722CF0621A41}" srcOrd="10" destOrd="0" presId="urn:microsoft.com/office/officeart/2018/2/layout/IconCircleList"/>
    <dgm:cxn modelId="{0042F551-0894-4BFE-8021-84DF7B309F42}" type="presParOf" srcId="{2F64981D-06A9-4237-B3AC-722CF0621A41}" destId="{1084F5D0-9044-4EBE-8561-28B3170A6C57}" srcOrd="0" destOrd="0" presId="urn:microsoft.com/office/officeart/2018/2/layout/IconCircleList"/>
    <dgm:cxn modelId="{0ABFE274-1B41-4FB0-BB60-BAE6AD02CCDB}" type="presParOf" srcId="{2F64981D-06A9-4237-B3AC-722CF0621A41}" destId="{9A03187E-3E7D-436B-A5A9-83E0D811218E}" srcOrd="1" destOrd="0" presId="urn:microsoft.com/office/officeart/2018/2/layout/IconCircleList"/>
    <dgm:cxn modelId="{4915261C-6205-43F9-B50A-3EC48406C404}" type="presParOf" srcId="{2F64981D-06A9-4237-B3AC-722CF0621A41}" destId="{B6C8F8CC-809E-449C-9C4A-C781079E722C}" srcOrd="2" destOrd="0" presId="urn:microsoft.com/office/officeart/2018/2/layout/IconCircleList"/>
    <dgm:cxn modelId="{9000F2AE-C227-4C43-BF93-0F75FA1DA974}" type="presParOf" srcId="{2F64981D-06A9-4237-B3AC-722CF0621A41}" destId="{B6340045-B94E-4175-9713-1FA215231232}" srcOrd="3" destOrd="0" presId="urn:microsoft.com/office/officeart/2018/2/layout/IconCircleList"/>
    <dgm:cxn modelId="{EAC1B587-E758-443A-8D07-DBC4FC167D1F}" type="presParOf" srcId="{4D972C32-586E-41B2-8B52-74654734F697}" destId="{66A8CB1C-6220-44F2-B2CE-22F10AAEC60D}" srcOrd="11" destOrd="0" presId="urn:microsoft.com/office/officeart/2018/2/layout/IconCircleList"/>
    <dgm:cxn modelId="{A1DFE50D-09E6-4CDA-BE30-CB4189B1559A}" type="presParOf" srcId="{4D972C32-586E-41B2-8B52-74654734F697}" destId="{27C3FF74-2145-4EAB-8C5D-A9EE92F5F74A}" srcOrd="12" destOrd="0" presId="urn:microsoft.com/office/officeart/2018/2/layout/IconCircleList"/>
    <dgm:cxn modelId="{A0CA8216-2343-4EFC-80C7-6672A9A1D20B}" type="presParOf" srcId="{27C3FF74-2145-4EAB-8C5D-A9EE92F5F74A}" destId="{1FDB1732-3406-4AD7-BE14-9403FDC7EB34}" srcOrd="0" destOrd="0" presId="urn:microsoft.com/office/officeart/2018/2/layout/IconCircleList"/>
    <dgm:cxn modelId="{4DB28F87-A9BA-48F1-B5D7-FABB70FC82C7}" type="presParOf" srcId="{27C3FF74-2145-4EAB-8C5D-A9EE92F5F74A}" destId="{1716B99E-C7FE-45F5-BD72-4ECD29A0402F}" srcOrd="1" destOrd="0" presId="urn:microsoft.com/office/officeart/2018/2/layout/IconCircleList"/>
    <dgm:cxn modelId="{42F49524-DED6-4DD6-AC26-31A5F8D205B2}" type="presParOf" srcId="{27C3FF74-2145-4EAB-8C5D-A9EE92F5F74A}" destId="{808ECB23-D7C6-428D-8203-3A5ADD2AEDB3}" srcOrd="2" destOrd="0" presId="urn:microsoft.com/office/officeart/2018/2/layout/IconCircleList"/>
    <dgm:cxn modelId="{477D4643-6753-4B12-A9E8-5A191DFC0861}" type="presParOf" srcId="{27C3FF74-2145-4EAB-8C5D-A9EE92F5F74A}" destId="{CEAFE396-9132-4C1D-B2DB-1ADCE7F2A03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198B7FE-7D32-4EF8-B1AA-21CA39F5596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233B6C0-80E4-40C2-AD1A-EDF6C84C4CEE}">
      <dgm:prSet/>
      <dgm:spPr/>
      <dgm:t>
        <a:bodyPr/>
        <a:lstStyle/>
        <a:p>
          <a:r>
            <a:rPr lang="es-ES" b="1"/>
            <a:t>Bus PCI. </a:t>
          </a:r>
          <a:r>
            <a:rPr lang="es-ES"/>
            <a:t>El bus PCI o </a:t>
          </a:r>
          <a:r>
            <a:rPr lang="es-ES" i="1"/>
            <a:t>Peripheral Component Interconnect </a:t>
          </a:r>
          <a:r>
            <a:rPr lang="es-ES"/>
            <a:t>(interconexión de componentes periféricos) fue creado en 1993 por Intel y transmite datos en paralelo. Reemplazó a buses antiguos como ISA y los VESA. Tras varias versiones, el estándar final es el PCI 3.0. Este tipo de bus está desaparecido dando paso al PCI-Express.</a:t>
          </a:r>
          <a:endParaRPr lang="en-US"/>
        </a:p>
      </dgm:t>
    </dgm:pt>
    <dgm:pt modelId="{06C52CED-9413-41FF-B9A5-F8794D7CDAA4}" type="parTrans" cxnId="{7AA298FC-C42F-40E3-AC06-4836F17AF0BE}">
      <dgm:prSet/>
      <dgm:spPr/>
      <dgm:t>
        <a:bodyPr/>
        <a:lstStyle/>
        <a:p>
          <a:endParaRPr lang="en-US"/>
        </a:p>
      </dgm:t>
    </dgm:pt>
    <dgm:pt modelId="{525020CA-2E1F-40E8-8F43-9C7124653C08}" type="sibTrans" cxnId="{7AA298FC-C42F-40E3-AC06-4836F17AF0BE}">
      <dgm:prSet/>
      <dgm:spPr/>
      <dgm:t>
        <a:bodyPr/>
        <a:lstStyle/>
        <a:p>
          <a:endParaRPr lang="en-US"/>
        </a:p>
      </dgm:t>
    </dgm:pt>
    <dgm:pt modelId="{AC3E4283-2332-4C19-BE2A-BAD0B22D9E44}">
      <dgm:prSet/>
      <dgm:spPr/>
      <dgm:t>
        <a:bodyPr/>
        <a:lstStyle/>
        <a:p>
          <a:r>
            <a:rPr lang="es-ES" b="1"/>
            <a:t>Bus AGP</a:t>
          </a:r>
          <a:r>
            <a:rPr lang="es-ES"/>
            <a:t>. Esta ranura sólo está dedicada a conectar tarjetas de video AGP (Accelerated Graphics Port). Es una evolución de la especificación PCI 2.1 desarrollada por Intel provocada por las necesidades en el aspecto gráfico. Suele  ser de color marrón, mientras que los PCI normales suelen ser de color blanco. Las tarjetas AGP se encuentran más lejos del borde de la placa y más cerca del micro que las PCI.</a:t>
          </a:r>
          <a:br>
            <a:rPr lang="es-ES"/>
          </a:br>
          <a:r>
            <a:rPr lang="es-ES"/>
            <a:t>A partir de 2006 con la salida del puerto PCI-Express con más prestaciones en cuanto a frecuencia y ancho de banda, el puerto AGP ha pasado a un segundo plano tendiendo a desaparecer de las placas actuales.</a:t>
          </a:r>
          <a:endParaRPr lang="en-US"/>
        </a:p>
      </dgm:t>
    </dgm:pt>
    <dgm:pt modelId="{242AE408-F3BF-4385-96D9-FB092D7B714D}" type="parTrans" cxnId="{77F1F4E1-472B-403E-9630-06CE75421640}">
      <dgm:prSet/>
      <dgm:spPr/>
      <dgm:t>
        <a:bodyPr/>
        <a:lstStyle/>
        <a:p>
          <a:endParaRPr lang="en-US"/>
        </a:p>
      </dgm:t>
    </dgm:pt>
    <dgm:pt modelId="{179AE0B2-0F9D-450C-AB83-06A5A50B712E}" type="sibTrans" cxnId="{77F1F4E1-472B-403E-9630-06CE75421640}">
      <dgm:prSet/>
      <dgm:spPr/>
      <dgm:t>
        <a:bodyPr/>
        <a:lstStyle/>
        <a:p>
          <a:endParaRPr lang="en-US"/>
        </a:p>
      </dgm:t>
    </dgm:pt>
    <dgm:pt modelId="{1F5D3194-3A34-4576-99BC-68DC81EE9912}" type="pres">
      <dgm:prSet presAssocID="{A198B7FE-7D32-4EF8-B1AA-21CA39F5596D}" presName="root" presStyleCnt="0">
        <dgm:presLayoutVars>
          <dgm:dir/>
          <dgm:resizeHandles val="exact"/>
        </dgm:presLayoutVars>
      </dgm:prSet>
      <dgm:spPr/>
    </dgm:pt>
    <dgm:pt modelId="{C0898012-6FC9-4865-B473-7F512CB6A1A1}" type="pres">
      <dgm:prSet presAssocID="{6233B6C0-80E4-40C2-AD1A-EDF6C84C4CEE}" presName="compNode" presStyleCnt="0"/>
      <dgm:spPr/>
    </dgm:pt>
    <dgm:pt modelId="{3732E4D2-620D-4C3A-8A16-FF0D78B4B192}" type="pres">
      <dgm:prSet presAssocID="{6233B6C0-80E4-40C2-AD1A-EDF6C84C4CEE}" presName="bgRect" presStyleLbl="bgShp" presStyleIdx="0" presStyleCnt="2"/>
      <dgm:spPr/>
    </dgm:pt>
    <dgm:pt modelId="{95565234-F9ED-46C1-B5B7-BA5911D9F7D4}" type="pres">
      <dgm:prSet presAssocID="{6233B6C0-80E4-40C2-AD1A-EDF6C84C4C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rdenador"/>
        </a:ext>
      </dgm:extLst>
    </dgm:pt>
    <dgm:pt modelId="{C271110C-B479-44ED-A537-A86E1B9CA0F5}" type="pres">
      <dgm:prSet presAssocID="{6233B6C0-80E4-40C2-AD1A-EDF6C84C4CEE}" presName="spaceRect" presStyleCnt="0"/>
      <dgm:spPr/>
    </dgm:pt>
    <dgm:pt modelId="{60D8447A-003F-468B-8D5D-13D221994C0E}" type="pres">
      <dgm:prSet presAssocID="{6233B6C0-80E4-40C2-AD1A-EDF6C84C4CEE}" presName="parTx" presStyleLbl="revTx" presStyleIdx="0" presStyleCnt="2">
        <dgm:presLayoutVars>
          <dgm:chMax val="0"/>
          <dgm:chPref val="0"/>
        </dgm:presLayoutVars>
      </dgm:prSet>
      <dgm:spPr/>
    </dgm:pt>
    <dgm:pt modelId="{41E7C190-EDD4-4A4B-9649-D087A486A02E}" type="pres">
      <dgm:prSet presAssocID="{525020CA-2E1F-40E8-8F43-9C7124653C08}" presName="sibTrans" presStyleCnt="0"/>
      <dgm:spPr/>
    </dgm:pt>
    <dgm:pt modelId="{DA3EF791-1904-4597-9F3E-DE3040655B9A}" type="pres">
      <dgm:prSet presAssocID="{AC3E4283-2332-4C19-BE2A-BAD0B22D9E44}" presName="compNode" presStyleCnt="0"/>
      <dgm:spPr/>
    </dgm:pt>
    <dgm:pt modelId="{5478A0EA-AA01-4D0F-9114-7168C12ACA16}" type="pres">
      <dgm:prSet presAssocID="{AC3E4283-2332-4C19-BE2A-BAD0B22D9E44}" presName="bgRect" presStyleLbl="bgShp" presStyleIdx="1" presStyleCnt="2"/>
      <dgm:spPr/>
    </dgm:pt>
    <dgm:pt modelId="{08536950-C63C-4C02-A12F-D562BAA25517}" type="pres">
      <dgm:prSet presAssocID="{AC3E4283-2332-4C19-BE2A-BAD0B22D9E4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ador"/>
        </a:ext>
      </dgm:extLst>
    </dgm:pt>
    <dgm:pt modelId="{3AC22D1B-E843-4321-A732-699BD3D2CC05}" type="pres">
      <dgm:prSet presAssocID="{AC3E4283-2332-4C19-BE2A-BAD0B22D9E44}" presName="spaceRect" presStyleCnt="0"/>
      <dgm:spPr/>
    </dgm:pt>
    <dgm:pt modelId="{B519FB08-0857-4E1E-BBD2-E0C376424C90}" type="pres">
      <dgm:prSet presAssocID="{AC3E4283-2332-4C19-BE2A-BAD0B22D9E44}" presName="parTx" presStyleLbl="revTx" presStyleIdx="1" presStyleCnt="2">
        <dgm:presLayoutVars>
          <dgm:chMax val="0"/>
          <dgm:chPref val="0"/>
        </dgm:presLayoutVars>
      </dgm:prSet>
      <dgm:spPr/>
    </dgm:pt>
  </dgm:ptLst>
  <dgm:cxnLst>
    <dgm:cxn modelId="{286D4B5D-A631-46D8-8599-42DF75FFC739}" type="presOf" srcId="{6233B6C0-80E4-40C2-AD1A-EDF6C84C4CEE}" destId="{60D8447A-003F-468B-8D5D-13D221994C0E}" srcOrd="0" destOrd="0" presId="urn:microsoft.com/office/officeart/2018/2/layout/IconVerticalSolidList"/>
    <dgm:cxn modelId="{9261DE42-2D6E-4C12-8CEE-48AAD1646042}" type="presOf" srcId="{A198B7FE-7D32-4EF8-B1AA-21CA39F5596D}" destId="{1F5D3194-3A34-4576-99BC-68DC81EE9912}" srcOrd="0" destOrd="0" presId="urn:microsoft.com/office/officeart/2018/2/layout/IconVerticalSolidList"/>
    <dgm:cxn modelId="{42D37C79-F2C0-4A9F-AFC0-837B4FD212AF}" type="presOf" srcId="{AC3E4283-2332-4C19-BE2A-BAD0B22D9E44}" destId="{B519FB08-0857-4E1E-BBD2-E0C376424C90}" srcOrd="0" destOrd="0" presId="urn:microsoft.com/office/officeart/2018/2/layout/IconVerticalSolidList"/>
    <dgm:cxn modelId="{77F1F4E1-472B-403E-9630-06CE75421640}" srcId="{A198B7FE-7D32-4EF8-B1AA-21CA39F5596D}" destId="{AC3E4283-2332-4C19-BE2A-BAD0B22D9E44}" srcOrd="1" destOrd="0" parTransId="{242AE408-F3BF-4385-96D9-FB092D7B714D}" sibTransId="{179AE0B2-0F9D-450C-AB83-06A5A50B712E}"/>
    <dgm:cxn modelId="{7AA298FC-C42F-40E3-AC06-4836F17AF0BE}" srcId="{A198B7FE-7D32-4EF8-B1AA-21CA39F5596D}" destId="{6233B6C0-80E4-40C2-AD1A-EDF6C84C4CEE}" srcOrd="0" destOrd="0" parTransId="{06C52CED-9413-41FF-B9A5-F8794D7CDAA4}" sibTransId="{525020CA-2E1F-40E8-8F43-9C7124653C08}"/>
    <dgm:cxn modelId="{21F61E31-AAD0-4AA9-89F1-6115DAB8C63A}" type="presParOf" srcId="{1F5D3194-3A34-4576-99BC-68DC81EE9912}" destId="{C0898012-6FC9-4865-B473-7F512CB6A1A1}" srcOrd="0" destOrd="0" presId="urn:microsoft.com/office/officeart/2018/2/layout/IconVerticalSolidList"/>
    <dgm:cxn modelId="{FA3DFD7C-FE41-4921-BF1B-33016CB970A6}" type="presParOf" srcId="{C0898012-6FC9-4865-B473-7F512CB6A1A1}" destId="{3732E4D2-620D-4C3A-8A16-FF0D78B4B192}" srcOrd="0" destOrd="0" presId="urn:microsoft.com/office/officeart/2018/2/layout/IconVerticalSolidList"/>
    <dgm:cxn modelId="{5A20BBF3-641D-4A33-8A87-87FAC9C58F65}" type="presParOf" srcId="{C0898012-6FC9-4865-B473-7F512CB6A1A1}" destId="{95565234-F9ED-46C1-B5B7-BA5911D9F7D4}" srcOrd="1" destOrd="0" presId="urn:microsoft.com/office/officeart/2018/2/layout/IconVerticalSolidList"/>
    <dgm:cxn modelId="{EA63E0C6-6A58-4777-865E-438832ED6E1E}" type="presParOf" srcId="{C0898012-6FC9-4865-B473-7F512CB6A1A1}" destId="{C271110C-B479-44ED-A537-A86E1B9CA0F5}" srcOrd="2" destOrd="0" presId="urn:microsoft.com/office/officeart/2018/2/layout/IconVerticalSolidList"/>
    <dgm:cxn modelId="{F0A91AB5-AFA4-493D-93D0-D440F4139026}" type="presParOf" srcId="{C0898012-6FC9-4865-B473-7F512CB6A1A1}" destId="{60D8447A-003F-468B-8D5D-13D221994C0E}" srcOrd="3" destOrd="0" presId="urn:microsoft.com/office/officeart/2018/2/layout/IconVerticalSolidList"/>
    <dgm:cxn modelId="{0BB570A5-DB28-45C8-843B-5D8E88B3D751}" type="presParOf" srcId="{1F5D3194-3A34-4576-99BC-68DC81EE9912}" destId="{41E7C190-EDD4-4A4B-9649-D087A486A02E}" srcOrd="1" destOrd="0" presId="urn:microsoft.com/office/officeart/2018/2/layout/IconVerticalSolidList"/>
    <dgm:cxn modelId="{EE722802-AABB-4792-AB5B-F2FF8980D76E}" type="presParOf" srcId="{1F5D3194-3A34-4576-99BC-68DC81EE9912}" destId="{DA3EF791-1904-4597-9F3E-DE3040655B9A}" srcOrd="2" destOrd="0" presId="urn:microsoft.com/office/officeart/2018/2/layout/IconVerticalSolidList"/>
    <dgm:cxn modelId="{EBD0121A-56DB-4E4F-93F4-9E6B9566221F}" type="presParOf" srcId="{DA3EF791-1904-4597-9F3E-DE3040655B9A}" destId="{5478A0EA-AA01-4D0F-9114-7168C12ACA16}" srcOrd="0" destOrd="0" presId="urn:microsoft.com/office/officeart/2018/2/layout/IconVerticalSolidList"/>
    <dgm:cxn modelId="{94CA1F19-BAD9-44FA-AECD-041BAC66E280}" type="presParOf" srcId="{DA3EF791-1904-4597-9F3E-DE3040655B9A}" destId="{08536950-C63C-4C02-A12F-D562BAA25517}" srcOrd="1" destOrd="0" presId="urn:microsoft.com/office/officeart/2018/2/layout/IconVerticalSolidList"/>
    <dgm:cxn modelId="{CF7DA9E8-971C-4D8D-AFEB-CCC46F5C1F05}" type="presParOf" srcId="{DA3EF791-1904-4597-9F3E-DE3040655B9A}" destId="{3AC22D1B-E843-4321-A732-699BD3D2CC05}" srcOrd="2" destOrd="0" presId="urn:microsoft.com/office/officeart/2018/2/layout/IconVerticalSolidList"/>
    <dgm:cxn modelId="{1C6CBD0F-6977-4B6D-BDAF-447D1DA754F7}" type="presParOf" srcId="{DA3EF791-1904-4597-9F3E-DE3040655B9A}" destId="{B519FB08-0857-4E1E-BBD2-E0C376424C9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198B7FE-7D32-4EF8-B1AA-21CA39F5596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C3E4283-2332-4C19-BE2A-BAD0B22D9E44}">
      <dgm:prSet phldr="0"/>
      <dgm:spPr/>
      <dgm:t>
        <a:bodyPr/>
        <a:lstStyle/>
        <a:p>
          <a:pPr rtl="0">
            <a:lnSpc>
              <a:spcPct val="100000"/>
            </a:lnSpc>
          </a:pPr>
          <a:r>
            <a:rPr lang="es-ES" b="1" dirty="0">
              <a:latin typeface="Arial"/>
              <a:cs typeface="Arial"/>
            </a:rPr>
            <a:t>Bus PCI Express. </a:t>
          </a:r>
          <a:r>
            <a:rPr lang="es-ES" dirty="0"/>
            <a:t>El puerto PCI resultaba escaso para las necesidades de algunas tarjetas como las gráficas actuales o las Gigabit Ethernet, por lo que surgió este nuevo puerto. El puerto está formado por uno o más enlaces punto a punto de tipo bidireccional. En realidad se mandan muy pocos bits a la vez pero a mucha velocidad (2,5 o 5 Gbits/s).</a:t>
          </a:r>
        </a:p>
      </dgm:t>
    </dgm:pt>
    <dgm:pt modelId="{242AE408-F3BF-4385-96D9-FB092D7B714D}" type="parTrans" cxnId="{77F1F4E1-472B-403E-9630-06CE75421640}">
      <dgm:prSet/>
      <dgm:spPr/>
      <dgm:t>
        <a:bodyPr/>
        <a:lstStyle/>
        <a:p>
          <a:endParaRPr lang="en-US"/>
        </a:p>
      </dgm:t>
    </dgm:pt>
    <dgm:pt modelId="{179AE0B2-0F9D-450C-AB83-06A5A50B712E}" type="sibTrans" cxnId="{77F1F4E1-472B-403E-9630-06CE75421640}">
      <dgm:prSet/>
      <dgm:spPr/>
      <dgm:t>
        <a:bodyPr/>
        <a:lstStyle/>
        <a:p>
          <a:endParaRPr lang="en-US"/>
        </a:p>
      </dgm:t>
    </dgm:pt>
    <dgm:pt modelId="{1F5D3194-3A34-4576-99BC-68DC81EE9912}" type="pres">
      <dgm:prSet presAssocID="{A198B7FE-7D32-4EF8-B1AA-21CA39F5596D}" presName="root" presStyleCnt="0">
        <dgm:presLayoutVars>
          <dgm:dir/>
          <dgm:resizeHandles val="exact"/>
        </dgm:presLayoutVars>
      </dgm:prSet>
      <dgm:spPr/>
    </dgm:pt>
    <dgm:pt modelId="{DA3EF791-1904-4597-9F3E-DE3040655B9A}" type="pres">
      <dgm:prSet presAssocID="{AC3E4283-2332-4C19-BE2A-BAD0B22D9E44}" presName="compNode" presStyleCnt="0"/>
      <dgm:spPr/>
    </dgm:pt>
    <dgm:pt modelId="{5478A0EA-AA01-4D0F-9114-7168C12ACA16}" type="pres">
      <dgm:prSet presAssocID="{AC3E4283-2332-4C19-BE2A-BAD0B22D9E44}" presName="bgRect" presStyleLbl="bgShp" presStyleIdx="0" presStyleCnt="1"/>
      <dgm:spPr/>
    </dgm:pt>
    <dgm:pt modelId="{08536950-C63C-4C02-A12F-D562BAA25517}" type="pres">
      <dgm:prSet presAssocID="{AC3E4283-2332-4C19-BE2A-BAD0B22D9E44}"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3AC22D1B-E843-4321-A732-699BD3D2CC05}" type="pres">
      <dgm:prSet presAssocID="{AC3E4283-2332-4C19-BE2A-BAD0B22D9E44}" presName="spaceRect" presStyleCnt="0"/>
      <dgm:spPr/>
    </dgm:pt>
    <dgm:pt modelId="{B519FB08-0857-4E1E-BBD2-E0C376424C90}" type="pres">
      <dgm:prSet presAssocID="{AC3E4283-2332-4C19-BE2A-BAD0B22D9E44}" presName="parTx" presStyleLbl="revTx" presStyleIdx="0" presStyleCnt="1">
        <dgm:presLayoutVars>
          <dgm:chMax val="0"/>
          <dgm:chPref val="0"/>
        </dgm:presLayoutVars>
      </dgm:prSet>
      <dgm:spPr/>
    </dgm:pt>
  </dgm:ptLst>
  <dgm:cxnLst>
    <dgm:cxn modelId="{9261DE42-2D6E-4C12-8CEE-48AAD1646042}" type="presOf" srcId="{A198B7FE-7D32-4EF8-B1AA-21CA39F5596D}" destId="{1F5D3194-3A34-4576-99BC-68DC81EE9912}" srcOrd="0" destOrd="0" presId="urn:microsoft.com/office/officeart/2018/2/layout/IconVerticalSolidList"/>
    <dgm:cxn modelId="{42D37C79-F2C0-4A9F-AFC0-837B4FD212AF}" type="presOf" srcId="{AC3E4283-2332-4C19-BE2A-BAD0B22D9E44}" destId="{B519FB08-0857-4E1E-BBD2-E0C376424C90}" srcOrd="0" destOrd="0" presId="urn:microsoft.com/office/officeart/2018/2/layout/IconVerticalSolidList"/>
    <dgm:cxn modelId="{77F1F4E1-472B-403E-9630-06CE75421640}" srcId="{A198B7FE-7D32-4EF8-B1AA-21CA39F5596D}" destId="{AC3E4283-2332-4C19-BE2A-BAD0B22D9E44}" srcOrd="0" destOrd="0" parTransId="{242AE408-F3BF-4385-96D9-FB092D7B714D}" sibTransId="{179AE0B2-0F9D-450C-AB83-06A5A50B712E}"/>
    <dgm:cxn modelId="{EE722802-AABB-4792-AB5B-F2FF8980D76E}" type="presParOf" srcId="{1F5D3194-3A34-4576-99BC-68DC81EE9912}" destId="{DA3EF791-1904-4597-9F3E-DE3040655B9A}" srcOrd="0" destOrd="0" presId="urn:microsoft.com/office/officeart/2018/2/layout/IconVerticalSolidList"/>
    <dgm:cxn modelId="{EBD0121A-56DB-4E4F-93F4-9E6B9566221F}" type="presParOf" srcId="{DA3EF791-1904-4597-9F3E-DE3040655B9A}" destId="{5478A0EA-AA01-4D0F-9114-7168C12ACA16}" srcOrd="0" destOrd="0" presId="urn:microsoft.com/office/officeart/2018/2/layout/IconVerticalSolidList"/>
    <dgm:cxn modelId="{94CA1F19-BAD9-44FA-AECD-041BAC66E280}" type="presParOf" srcId="{DA3EF791-1904-4597-9F3E-DE3040655B9A}" destId="{08536950-C63C-4C02-A12F-D562BAA25517}" srcOrd="1" destOrd="0" presId="urn:microsoft.com/office/officeart/2018/2/layout/IconVerticalSolidList"/>
    <dgm:cxn modelId="{CF7DA9E8-971C-4D8D-AFEB-CCC46F5C1F05}" type="presParOf" srcId="{DA3EF791-1904-4597-9F3E-DE3040655B9A}" destId="{3AC22D1B-E843-4321-A732-699BD3D2CC05}" srcOrd="2" destOrd="0" presId="urn:microsoft.com/office/officeart/2018/2/layout/IconVerticalSolidList"/>
    <dgm:cxn modelId="{1C6CBD0F-6977-4B6D-BDAF-447D1DA754F7}" type="presParOf" srcId="{DA3EF791-1904-4597-9F3E-DE3040655B9A}" destId="{B519FB08-0857-4E1E-BBD2-E0C376424C9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6C01C62-3EA9-4B2C-8EC8-34BD0758DA6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5EED7D5-743B-4709-BCA9-3DA26F6BBDEF}">
      <dgm:prSet/>
      <dgm:spPr/>
      <dgm:t>
        <a:bodyPr/>
        <a:lstStyle/>
        <a:p>
          <a:r>
            <a:rPr lang="en-US"/>
            <a:t>f¡¡Puertos </a:t>
          </a:r>
          <a:r>
            <a:rPr lang="en-US" b="1"/>
            <a:t>serie </a:t>
          </a:r>
          <a:r>
            <a:rPr lang="en-US"/>
            <a:t>(un solo carril). La información se envía bit a bit.</a:t>
          </a:r>
        </a:p>
      </dgm:t>
    </dgm:pt>
    <dgm:pt modelId="{BF0B06F3-862F-45CE-A0BF-1F6CC883AE33}" type="parTrans" cxnId="{FAB60950-C2C7-4F74-B82C-67D86A4D38B1}">
      <dgm:prSet/>
      <dgm:spPr/>
      <dgm:t>
        <a:bodyPr/>
        <a:lstStyle/>
        <a:p>
          <a:endParaRPr lang="en-US"/>
        </a:p>
      </dgm:t>
    </dgm:pt>
    <dgm:pt modelId="{8D6A912C-BDF7-4345-A2AA-4940EF060EB7}" type="sibTrans" cxnId="{FAB60950-C2C7-4F74-B82C-67D86A4D38B1}">
      <dgm:prSet/>
      <dgm:spPr/>
      <dgm:t>
        <a:bodyPr/>
        <a:lstStyle/>
        <a:p>
          <a:endParaRPr lang="en-US"/>
        </a:p>
      </dgm:t>
    </dgm:pt>
    <dgm:pt modelId="{9698DCAF-C26B-4837-9E87-478466755EFB}">
      <dgm:prSet/>
      <dgm:spPr/>
      <dgm:t>
        <a:bodyPr/>
        <a:lstStyle/>
        <a:p>
          <a:r>
            <a:rPr lang="en-US"/>
            <a:t>Puertos </a:t>
          </a:r>
          <a:r>
            <a:rPr lang="en-US" b="1"/>
            <a:t>paralelos</a:t>
          </a:r>
          <a:r>
            <a:rPr lang="en-US"/>
            <a:t>, por ejemplo en la conexión de antiguas impresoras y escáneres (varios carriles). Se envían varios bits a la vez.</a:t>
          </a:r>
        </a:p>
      </dgm:t>
    </dgm:pt>
    <dgm:pt modelId="{ED012E04-A1AA-4768-84BC-CAC43E5848EF}" type="parTrans" cxnId="{768AC12B-0D16-48FF-9935-205A97A6D368}">
      <dgm:prSet/>
      <dgm:spPr/>
      <dgm:t>
        <a:bodyPr/>
        <a:lstStyle/>
        <a:p>
          <a:endParaRPr lang="en-US"/>
        </a:p>
      </dgm:t>
    </dgm:pt>
    <dgm:pt modelId="{CB7F3CA6-595C-48D6-8E2E-AAA6CCB68760}" type="sibTrans" cxnId="{768AC12B-0D16-48FF-9935-205A97A6D368}">
      <dgm:prSet/>
      <dgm:spPr/>
      <dgm:t>
        <a:bodyPr/>
        <a:lstStyle/>
        <a:p>
          <a:endParaRPr lang="en-US"/>
        </a:p>
      </dgm:t>
    </dgm:pt>
    <dgm:pt modelId="{DF177C29-560C-49CE-A226-467096965F47}">
      <dgm:prSet/>
      <dgm:spPr/>
      <dgm:t>
        <a:bodyPr/>
        <a:lstStyle/>
        <a:p>
          <a:r>
            <a:rPr lang="en-US"/>
            <a:t>Puertos </a:t>
          </a:r>
          <a:r>
            <a:rPr lang="en-US" b="1"/>
            <a:t>USB </a:t>
          </a:r>
          <a:r>
            <a:rPr lang="en-US"/>
            <a:t>(</a:t>
          </a:r>
          <a:r>
            <a:rPr lang="en-US" i="1"/>
            <a:t>universal serial bus</a:t>
          </a:r>
          <a:r>
            <a:rPr lang="en-US"/>
            <a:t>). Ha reemplazado a los anteriores. Aunque es en serie es mucho más rápido. </a:t>
          </a:r>
          <a:r>
            <a:rPr lang="en-US">
              <a:hlinkClick xmlns:r="http://schemas.openxmlformats.org/officeDocument/2006/relationships" r:id="rId1"/>
            </a:rPr>
            <a:t>Velocidades de transmisión</a:t>
          </a:r>
          <a:r>
            <a:rPr lang="en-US"/>
            <a:t>.</a:t>
          </a:r>
        </a:p>
      </dgm:t>
    </dgm:pt>
    <dgm:pt modelId="{3543CB25-E8BD-48B7-8B26-8210506E4D81}" type="parTrans" cxnId="{8E572BAF-590E-4853-A87D-C5C77C88A7E5}">
      <dgm:prSet/>
      <dgm:spPr/>
      <dgm:t>
        <a:bodyPr/>
        <a:lstStyle/>
        <a:p>
          <a:endParaRPr lang="en-US"/>
        </a:p>
      </dgm:t>
    </dgm:pt>
    <dgm:pt modelId="{FB4F6EDF-BE56-4D76-B9AD-873CB8696FDD}" type="sibTrans" cxnId="{8E572BAF-590E-4853-A87D-C5C77C88A7E5}">
      <dgm:prSet/>
      <dgm:spPr/>
      <dgm:t>
        <a:bodyPr/>
        <a:lstStyle/>
        <a:p>
          <a:endParaRPr lang="en-US"/>
        </a:p>
      </dgm:t>
    </dgm:pt>
    <dgm:pt modelId="{5C5C1D56-27E0-4EDC-A7BF-CAD70F4A3249}">
      <dgm:prSet/>
      <dgm:spPr/>
      <dgm:t>
        <a:bodyPr/>
        <a:lstStyle/>
        <a:p>
          <a:r>
            <a:rPr lang="en-US"/>
            <a:t>Conector </a:t>
          </a:r>
          <a:r>
            <a:rPr lang="en-US" b="1"/>
            <a:t>RJ45 </a:t>
          </a:r>
          <a:r>
            <a:rPr lang="en-US"/>
            <a:t>para conectarse a una red informática, a través de cable.</a:t>
          </a:r>
        </a:p>
      </dgm:t>
    </dgm:pt>
    <dgm:pt modelId="{17F59FDF-0387-4E3E-83A8-B3EDB223C4F3}" type="parTrans" cxnId="{D45668C9-55E0-4816-865F-F0CD13E9C560}">
      <dgm:prSet/>
      <dgm:spPr/>
      <dgm:t>
        <a:bodyPr/>
        <a:lstStyle/>
        <a:p>
          <a:endParaRPr lang="en-US"/>
        </a:p>
      </dgm:t>
    </dgm:pt>
    <dgm:pt modelId="{F4CF1650-3D18-4497-AF4C-AE9D072FE356}" type="sibTrans" cxnId="{D45668C9-55E0-4816-865F-F0CD13E9C560}">
      <dgm:prSet/>
      <dgm:spPr/>
      <dgm:t>
        <a:bodyPr/>
        <a:lstStyle/>
        <a:p>
          <a:endParaRPr lang="en-US"/>
        </a:p>
      </dgm:t>
    </dgm:pt>
    <dgm:pt modelId="{13FD45AA-D1EF-4662-AB9E-62CDE9A3D3CE}">
      <dgm:prSet/>
      <dgm:spPr/>
      <dgm:t>
        <a:bodyPr/>
        <a:lstStyle/>
        <a:p>
          <a:r>
            <a:rPr lang="en-US"/>
            <a:t>Conectores </a:t>
          </a:r>
          <a:r>
            <a:rPr lang="en-US" b="1"/>
            <a:t>gráficos VGA</a:t>
          </a:r>
          <a:r>
            <a:rPr lang="en-US"/>
            <a:t>, </a:t>
          </a:r>
          <a:r>
            <a:rPr lang="en-US" b="1"/>
            <a:t>HDMI</a:t>
          </a:r>
          <a:r>
            <a:rPr lang="en-US"/>
            <a:t>, </a:t>
          </a:r>
          <a:r>
            <a:rPr lang="en-US" b="1"/>
            <a:t>DVI</a:t>
          </a:r>
          <a:r>
            <a:rPr lang="en-US"/>
            <a:t>, para la conexión de dispositivos de salida de imágenes.</a:t>
          </a:r>
        </a:p>
      </dgm:t>
    </dgm:pt>
    <dgm:pt modelId="{8877E32D-24FE-4B25-A341-5BEDAE3F63D9}" type="parTrans" cxnId="{FF3C86AD-AC79-4B80-A5F7-AE2A12FC7030}">
      <dgm:prSet/>
      <dgm:spPr/>
      <dgm:t>
        <a:bodyPr/>
        <a:lstStyle/>
        <a:p>
          <a:endParaRPr lang="en-US"/>
        </a:p>
      </dgm:t>
    </dgm:pt>
    <dgm:pt modelId="{1E662002-4E10-46FE-9A4E-400CB13CBE2A}" type="sibTrans" cxnId="{FF3C86AD-AC79-4B80-A5F7-AE2A12FC7030}">
      <dgm:prSet/>
      <dgm:spPr/>
      <dgm:t>
        <a:bodyPr/>
        <a:lstStyle/>
        <a:p>
          <a:endParaRPr lang="en-US"/>
        </a:p>
      </dgm:t>
    </dgm:pt>
    <dgm:pt modelId="{88662411-5E19-464C-B142-A1AB5AB42815}">
      <dgm:prSet/>
      <dgm:spPr/>
      <dgm:t>
        <a:bodyPr/>
        <a:lstStyle/>
        <a:p>
          <a:r>
            <a:rPr lang="en-US"/>
            <a:t>Conectores </a:t>
          </a:r>
          <a:r>
            <a:rPr lang="en-US" b="1"/>
            <a:t>IDE </a:t>
          </a:r>
          <a:r>
            <a:rPr lang="en-US"/>
            <a:t>o </a:t>
          </a:r>
          <a:r>
            <a:rPr lang="en-US" b="1"/>
            <a:t>Serial ATA I </a:t>
          </a:r>
          <a:r>
            <a:rPr lang="en-US"/>
            <a:t>o </a:t>
          </a:r>
          <a:r>
            <a:rPr lang="en-US" b="1"/>
            <a:t>II</a:t>
          </a:r>
          <a:r>
            <a:rPr lang="en-US"/>
            <a:t>, para conectar dispositivos de almacenamiento tales como discos duros y discos ópticos.</a:t>
          </a:r>
        </a:p>
      </dgm:t>
    </dgm:pt>
    <dgm:pt modelId="{F3129B12-17AD-463F-ACC9-9A1ABDE57A77}" type="parTrans" cxnId="{DDDBE995-AF7E-404D-BB8A-CE6D6B29074A}">
      <dgm:prSet/>
      <dgm:spPr/>
      <dgm:t>
        <a:bodyPr/>
        <a:lstStyle/>
        <a:p>
          <a:endParaRPr lang="en-US"/>
        </a:p>
      </dgm:t>
    </dgm:pt>
    <dgm:pt modelId="{6F26BCD3-1C8B-4C65-8F8C-9A2A2BFCB290}" type="sibTrans" cxnId="{DDDBE995-AF7E-404D-BB8A-CE6D6B29074A}">
      <dgm:prSet/>
      <dgm:spPr/>
      <dgm:t>
        <a:bodyPr/>
        <a:lstStyle/>
        <a:p>
          <a:endParaRPr lang="en-US"/>
        </a:p>
      </dgm:t>
    </dgm:pt>
    <dgm:pt modelId="{2DC0058A-E8A6-4A65-AAE9-89B9A8778E03}">
      <dgm:prSet/>
      <dgm:spPr/>
      <dgm:t>
        <a:bodyPr/>
        <a:lstStyle/>
        <a:p>
          <a:r>
            <a:rPr lang="en-US"/>
            <a:t>Conectores de </a:t>
          </a:r>
          <a:r>
            <a:rPr lang="en-US" b="1"/>
            <a:t>audio</a:t>
          </a:r>
          <a:r>
            <a:rPr lang="en-US"/>
            <a:t>, que conectan dispositivos de audio como altavoces, micrófono, etc.</a:t>
          </a:r>
        </a:p>
      </dgm:t>
    </dgm:pt>
    <dgm:pt modelId="{3376C92D-96D4-4C5A-BCEE-08DE4BA10D75}" type="parTrans" cxnId="{5FD36B1B-0DFB-47CA-AC09-6A5D917554C8}">
      <dgm:prSet/>
      <dgm:spPr/>
      <dgm:t>
        <a:bodyPr/>
        <a:lstStyle/>
        <a:p>
          <a:endParaRPr lang="en-US"/>
        </a:p>
      </dgm:t>
    </dgm:pt>
    <dgm:pt modelId="{E73685E6-5CCB-4750-8BC6-29F8A9B5EDC4}" type="sibTrans" cxnId="{5FD36B1B-0DFB-47CA-AC09-6A5D917554C8}">
      <dgm:prSet/>
      <dgm:spPr/>
      <dgm:t>
        <a:bodyPr/>
        <a:lstStyle/>
        <a:p>
          <a:endParaRPr lang="en-US"/>
        </a:p>
      </dgm:t>
    </dgm:pt>
    <dgm:pt modelId="{955D441B-622A-4857-B660-8613238B92B1}">
      <dgm:prSet/>
      <dgm:spPr/>
      <dgm:t>
        <a:bodyPr/>
        <a:lstStyle/>
        <a:p>
          <a:r>
            <a:rPr lang="en-US"/>
            <a:t>Conector o </a:t>
          </a:r>
          <a:r>
            <a:rPr lang="en-US" b="1"/>
            <a:t>Puertos PS/2</a:t>
          </a:r>
          <a:r>
            <a:rPr lang="en-US"/>
            <a:t>. Empleado para conectar teclados y ratones, son de apariencia similar, empleando ambos seis pines, se diferencian en que la interfaz del teclado requiere una comunicación bidireccional.</a:t>
          </a:r>
        </a:p>
      </dgm:t>
    </dgm:pt>
    <dgm:pt modelId="{7446E873-1B29-4F7F-8F31-8AAC6ED6A160}" type="parTrans" cxnId="{AEEC5394-F060-4AD2-9356-E5F97A7FB4F6}">
      <dgm:prSet/>
      <dgm:spPr/>
      <dgm:t>
        <a:bodyPr/>
        <a:lstStyle/>
        <a:p>
          <a:endParaRPr lang="en-US"/>
        </a:p>
      </dgm:t>
    </dgm:pt>
    <dgm:pt modelId="{E32F64D5-AE8F-45EC-9D2C-BE74DF8C2E37}" type="sibTrans" cxnId="{AEEC5394-F060-4AD2-9356-E5F97A7FB4F6}">
      <dgm:prSet/>
      <dgm:spPr/>
      <dgm:t>
        <a:bodyPr/>
        <a:lstStyle/>
        <a:p>
          <a:endParaRPr lang="en-US"/>
        </a:p>
      </dgm:t>
    </dgm:pt>
    <dgm:pt modelId="{410ABD12-FC49-4E34-9F23-DA703453A738}" type="pres">
      <dgm:prSet presAssocID="{76C01C62-3EA9-4B2C-8EC8-34BD0758DA6A}" presName="root" presStyleCnt="0">
        <dgm:presLayoutVars>
          <dgm:dir/>
          <dgm:resizeHandles val="exact"/>
        </dgm:presLayoutVars>
      </dgm:prSet>
      <dgm:spPr/>
    </dgm:pt>
    <dgm:pt modelId="{B4D54B13-4ADD-471F-B29C-53235BE30117}" type="pres">
      <dgm:prSet presAssocID="{95EED7D5-743B-4709-BCA9-3DA26F6BBDEF}" presName="compNode" presStyleCnt="0"/>
      <dgm:spPr/>
    </dgm:pt>
    <dgm:pt modelId="{18DF6EB8-D1BA-4BA0-89BB-D2C9B1BEC49E}" type="pres">
      <dgm:prSet presAssocID="{95EED7D5-743B-4709-BCA9-3DA26F6BBDEF}" presName="bgRect" presStyleLbl="bgShp" presStyleIdx="0" presStyleCnt="8"/>
      <dgm:spPr/>
    </dgm:pt>
    <dgm:pt modelId="{2716D3E2-9363-4CF9-B01C-DD67EFFA8322}" type="pres">
      <dgm:prSet presAssocID="{95EED7D5-743B-4709-BCA9-3DA26F6BBDEF}" presName="iconRect" presStyleLbl="node1" presStyleIdx="0" presStyleCnt="8"/>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ren"/>
        </a:ext>
      </dgm:extLst>
    </dgm:pt>
    <dgm:pt modelId="{0E665C2C-F096-4577-BC92-4F2AEF121108}" type="pres">
      <dgm:prSet presAssocID="{95EED7D5-743B-4709-BCA9-3DA26F6BBDEF}" presName="spaceRect" presStyleCnt="0"/>
      <dgm:spPr/>
    </dgm:pt>
    <dgm:pt modelId="{73062EDB-7EB5-4114-8D1B-D86A1C48E817}" type="pres">
      <dgm:prSet presAssocID="{95EED7D5-743B-4709-BCA9-3DA26F6BBDEF}" presName="parTx" presStyleLbl="revTx" presStyleIdx="0" presStyleCnt="8">
        <dgm:presLayoutVars>
          <dgm:chMax val="0"/>
          <dgm:chPref val="0"/>
        </dgm:presLayoutVars>
      </dgm:prSet>
      <dgm:spPr/>
    </dgm:pt>
    <dgm:pt modelId="{6D220C7C-DFB9-489E-8652-859438A875F0}" type="pres">
      <dgm:prSet presAssocID="{8D6A912C-BDF7-4345-A2AA-4940EF060EB7}" presName="sibTrans" presStyleCnt="0"/>
      <dgm:spPr/>
    </dgm:pt>
    <dgm:pt modelId="{B966AC6A-2643-4F51-B045-CFAEAF895CEE}" type="pres">
      <dgm:prSet presAssocID="{9698DCAF-C26B-4837-9E87-478466755EFB}" presName="compNode" presStyleCnt="0"/>
      <dgm:spPr/>
    </dgm:pt>
    <dgm:pt modelId="{13ED420E-9FF8-4936-A784-F70942BBE2E7}" type="pres">
      <dgm:prSet presAssocID="{9698DCAF-C26B-4837-9E87-478466755EFB}" presName="bgRect" presStyleLbl="bgShp" presStyleIdx="1" presStyleCnt="8"/>
      <dgm:spPr/>
    </dgm:pt>
    <dgm:pt modelId="{527F4CE6-65D2-4689-AA83-CD774D1434BE}" type="pres">
      <dgm:prSet presAssocID="{9698DCAF-C26B-4837-9E87-478466755EFB}" presName="iconRect" presStyleLbl="node1" presStyleIdx="1" presStyleCnt="8"/>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Impresora"/>
        </a:ext>
      </dgm:extLst>
    </dgm:pt>
    <dgm:pt modelId="{42CDE196-FF94-49BA-8C7B-7FF27262B41F}" type="pres">
      <dgm:prSet presAssocID="{9698DCAF-C26B-4837-9E87-478466755EFB}" presName="spaceRect" presStyleCnt="0"/>
      <dgm:spPr/>
    </dgm:pt>
    <dgm:pt modelId="{0332ED05-1613-4980-8096-9BDFE663D184}" type="pres">
      <dgm:prSet presAssocID="{9698DCAF-C26B-4837-9E87-478466755EFB}" presName="parTx" presStyleLbl="revTx" presStyleIdx="1" presStyleCnt="8">
        <dgm:presLayoutVars>
          <dgm:chMax val="0"/>
          <dgm:chPref val="0"/>
        </dgm:presLayoutVars>
      </dgm:prSet>
      <dgm:spPr/>
    </dgm:pt>
    <dgm:pt modelId="{4D8C288E-3799-44D6-8D32-13E08450B082}" type="pres">
      <dgm:prSet presAssocID="{CB7F3CA6-595C-48D6-8E2E-AAA6CCB68760}" presName="sibTrans" presStyleCnt="0"/>
      <dgm:spPr/>
    </dgm:pt>
    <dgm:pt modelId="{FD62881D-434E-455D-9984-2F36F832523E}" type="pres">
      <dgm:prSet presAssocID="{DF177C29-560C-49CE-A226-467096965F47}" presName="compNode" presStyleCnt="0"/>
      <dgm:spPr/>
    </dgm:pt>
    <dgm:pt modelId="{CC7C4A06-CCC8-4D42-A9BE-571782C133EE}" type="pres">
      <dgm:prSet presAssocID="{DF177C29-560C-49CE-A226-467096965F47}" presName="bgRect" presStyleLbl="bgShp" presStyleIdx="2" presStyleCnt="8"/>
      <dgm:spPr/>
    </dgm:pt>
    <dgm:pt modelId="{DC296968-8E1A-4B55-B5ED-C9CC0F3AE886}" type="pres">
      <dgm:prSet presAssocID="{DF177C29-560C-49CE-A226-467096965F47}" presName="iconRect" presStyleLbl="node1" presStyleIdx="2" presStyleCnt="8"/>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USB"/>
        </a:ext>
      </dgm:extLst>
    </dgm:pt>
    <dgm:pt modelId="{BDB5FD63-18C3-4A4F-B1BE-890007764FBD}" type="pres">
      <dgm:prSet presAssocID="{DF177C29-560C-49CE-A226-467096965F47}" presName="spaceRect" presStyleCnt="0"/>
      <dgm:spPr/>
    </dgm:pt>
    <dgm:pt modelId="{B530B655-6EC1-47A5-9662-65A351B379B6}" type="pres">
      <dgm:prSet presAssocID="{DF177C29-560C-49CE-A226-467096965F47}" presName="parTx" presStyleLbl="revTx" presStyleIdx="2" presStyleCnt="8">
        <dgm:presLayoutVars>
          <dgm:chMax val="0"/>
          <dgm:chPref val="0"/>
        </dgm:presLayoutVars>
      </dgm:prSet>
      <dgm:spPr/>
    </dgm:pt>
    <dgm:pt modelId="{DA97FB43-59F2-4A3E-B28D-7237D4BA7FD7}" type="pres">
      <dgm:prSet presAssocID="{FB4F6EDF-BE56-4D76-B9AD-873CB8696FDD}" presName="sibTrans" presStyleCnt="0"/>
      <dgm:spPr/>
    </dgm:pt>
    <dgm:pt modelId="{C41018BE-B96B-472D-8B99-FDDBC9637C03}" type="pres">
      <dgm:prSet presAssocID="{5C5C1D56-27E0-4EDC-A7BF-CAD70F4A3249}" presName="compNode" presStyleCnt="0"/>
      <dgm:spPr/>
    </dgm:pt>
    <dgm:pt modelId="{EF924984-4654-417B-9B59-8132933E1EA7}" type="pres">
      <dgm:prSet presAssocID="{5C5C1D56-27E0-4EDC-A7BF-CAD70F4A3249}" presName="bgRect" presStyleLbl="bgShp" presStyleIdx="3" presStyleCnt="8"/>
      <dgm:spPr/>
    </dgm:pt>
    <dgm:pt modelId="{27BAC5A2-1005-4AED-B140-5635E6991B41}" type="pres">
      <dgm:prSet presAssocID="{5C5C1D56-27E0-4EDC-A7BF-CAD70F4A3249}" presName="iconRect" presStyleLbl="node1" presStyleIdx="3" presStyleCnt="8"/>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Inalámbrico"/>
        </a:ext>
      </dgm:extLst>
    </dgm:pt>
    <dgm:pt modelId="{8B722022-4A33-4879-91B9-C90CCB88AAEB}" type="pres">
      <dgm:prSet presAssocID="{5C5C1D56-27E0-4EDC-A7BF-CAD70F4A3249}" presName="spaceRect" presStyleCnt="0"/>
      <dgm:spPr/>
    </dgm:pt>
    <dgm:pt modelId="{6D66E21E-D140-4988-8703-4021316E5ECC}" type="pres">
      <dgm:prSet presAssocID="{5C5C1D56-27E0-4EDC-A7BF-CAD70F4A3249}" presName="parTx" presStyleLbl="revTx" presStyleIdx="3" presStyleCnt="8">
        <dgm:presLayoutVars>
          <dgm:chMax val="0"/>
          <dgm:chPref val="0"/>
        </dgm:presLayoutVars>
      </dgm:prSet>
      <dgm:spPr/>
    </dgm:pt>
    <dgm:pt modelId="{0B48D774-3071-41B8-8AA3-42AF5404A8FD}" type="pres">
      <dgm:prSet presAssocID="{F4CF1650-3D18-4497-AF4C-AE9D072FE356}" presName="sibTrans" presStyleCnt="0"/>
      <dgm:spPr/>
    </dgm:pt>
    <dgm:pt modelId="{CB1BDF30-1ECC-4FE4-B059-D419EDEE6968}" type="pres">
      <dgm:prSet presAssocID="{13FD45AA-D1EF-4662-AB9E-62CDE9A3D3CE}" presName="compNode" presStyleCnt="0"/>
      <dgm:spPr/>
    </dgm:pt>
    <dgm:pt modelId="{D01F9283-E9B7-4E0D-B70B-9B2B684F0606}" type="pres">
      <dgm:prSet presAssocID="{13FD45AA-D1EF-4662-AB9E-62CDE9A3D3CE}" presName="bgRect" presStyleLbl="bgShp" presStyleIdx="4" presStyleCnt="8"/>
      <dgm:spPr/>
    </dgm:pt>
    <dgm:pt modelId="{75C6C95A-CAE0-4DFD-8AE5-A90910B86C80}" type="pres">
      <dgm:prSet presAssocID="{13FD45AA-D1EF-4662-AB9E-62CDE9A3D3CE}" presName="iconRect" presStyleLbl="node1" presStyleIdx="4" presStyleCnt="8"/>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Ordenador"/>
        </a:ext>
      </dgm:extLst>
    </dgm:pt>
    <dgm:pt modelId="{C06E9637-DA93-4D58-96BA-3678FE9D5150}" type="pres">
      <dgm:prSet presAssocID="{13FD45AA-D1EF-4662-AB9E-62CDE9A3D3CE}" presName="spaceRect" presStyleCnt="0"/>
      <dgm:spPr/>
    </dgm:pt>
    <dgm:pt modelId="{C4AD5428-7EAB-4BEA-BCE4-BFAC6DA0277A}" type="pres">
      <dgm:prSet presAssocID="{13FD45AA-D1EF-4662-AB9E-62CDE9A3D3CE}" presName="parTx" presStyleLbl="revTx" presStyleIdx="4" presStyleCnt="8">
        <dgm:presLayoutVars>
          <dgm:chMax val="0"/>
          <dgm:chPref val="0"/>
        </dgm:presLayoutVars>
      </dgm:prSet>
      <dgm:spPr/>
    </dgm:pt>
    <dgm:pt modelId="{4DD95916-0FF5-464C-8536-7F540B9C88DE}" type="pres">
      <dgm:prSet presAssocID="{1E662002-4E10-46FE-9A4E-400CB13CBE2A}" presName="sibTrans" presStyleCnt="0"/>
      <dgm:spPr/>
    </dgm:pt>
    <dgm:pt modelId="{B2625E21-81F7-4334-8897-7A5ADE8F8D9A}" type="pres">
      <dgm:prSet presAssocID="{88662411-5E19-464C-B142-A1AB5AB42815}" presName="compNode" presStyleCnt="0"/>
      <dgm:spPr/>
    </dgm:pt>
    <dgm:pt modelId="{7633BDA6-7CF0-4852-8CE1-42914CD9AABC}" type="pres">
      <dgm:prSet presAssocID="{88662411-5E19-464C-B142-A1AB5AB42815}" presName="bgRect" presStyleLbl="bgShp" presStyleIdx="5" presStyleCnt="8"/>
      <dgm:spPr/>
    </dgm:pt>
    <dgm:pt modelId="{ED25EC3D-3ECB-4C60-8A65-D51B62A97370}" type="pres">
      <dgm:prSet presAssocID="{88662411-5E19-464C-B142-A1AB5AB42815}" presName="iconRect" presStyleLbl="node1" presStyleIdx="5" presStyleCnt="8"/>
      <dgm:spPr>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dgm:spPr>
      <dgm:extLst>
        <a:ext uri="{E40237B7-FDA0-4F09-8148-C483321AD2D9}">
          <dgm14:cNvPr xmlns:dgm14="http://schemas.microsoft.com/office/drawing/2010/diagram" id="0" name="" descr="Procesador"/>
        </a:ext>
      </dgm:extLst>
    </dgm:pt>
    <dgm:pt modelId="{686E1882-0FEB-41D3-BC84-B5317DE8B64B}" type="pres">
      <dgm:prSet presAssocID="{88662411-5E19-464C-B142-A1AB5AB42815}" presName="spaceRect" presStyleCnt="0"/>
      <dgm:spPr/>
    </dgm:pt>
    <dgm:pt modelId="{D524B5DF-DF36-4992-926E-7F45FB6362AE}" type="pres">
      <dgm:prSet presAssocID="{88662411-5E19-464C-B142-A1AB5AB42815}" presName="parTx" presStyleLbl="revTx" presStyleIdx="5" presStyleCnt="8">
        <dgm:presLayoutVars>
          <dgm:chMax val="0"/>
          <dgm:chPref val="0"/>
        </dgm:presLayoutVars>
      </dgm:prSet>
      <dgm:spPr/>
    </dgm:pt>
    <dgm:pt modelId="{22887F10-A2CE-4BD7-ABEF-9F2B4E88E2C9}" type="pres">
      <dgm:prSet presAssocID="{6F26BCD3-1C8B-4C65-8F8C-9A2A2BFCB290}" presName="sibTrans" presStyleCnt="0"/>
      <dgm:spPr/>
    </dgm:pt>
    <dgm:pt modelId="{43AE3D39-9FAD-445A-8FB8-2A788A988021}" type="pres">
      <dgm:prSet presAssocID="{2DC0058A-E8A6-4A65-AAE9-89B9A8778E03}" presName="compNode" presStyleCnt="0"/>
      <dgm:spPr/>
    </dgm:pt>
    <dgm:pt modelId="{5234B73D-DE10-45E3-B841-A5911B5C7164}" type="pres">
      <dgm:prSet presAssocID="{2DC0058A-E8A6-4A65-AAE9-89B9A8778E03}" presName="bgRect" presStyleLbl="bgShp" presStyleIdx="6" presStyleCnt="8"/>
      <dgm:spPr/>
    </dgm:pt>
    <dgm:pt modelId="{AACE3D22-2AE3-42D0-9205-B8CC484D562A}" type="pres">
      <dgm:prSet presAssocID="{2DC0058A-E8A6-4A65-AAE9-89B9A8778E03}" presName="iconRect" presStyleLbl="node1" presStyleIdx="6" presStyleCnt="8"/>
      <dgm:spPr>
        <a:blipFill>
          <a:blip xmlns:r="http://schemas.openxmlformats.org/officeDocument/2006/relationships"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dgm:spPr>
      <dgm:extLst>
        <a:ext uri="{E40237B7-FDA0-4F09-8148-C483321AD2D9}">
          <dgm14:cNvPr xmlns:dgm14="http://schemas.microsoft.com/office/drawing/2010/diagram" id="0" name="" descr="Speaker Phone"/>
        </a:ext>
      </dgm:extLst>
    </dgm:pt>
    <dgm:pt modelId="{F5E26775-9E1D-472B-AF0E-CB497F511853}" type="pres">
      <dgm:prSet presAssocID="{2DC0058A-E8A6-4A65-AAE9-89B9A8778E03}" presName="spaceRect" presStyleCnt="0"/>
      <dgm:spPr/>
    </dgm:pt>
    <dgm:pt modelId="{7218D6C0-A3A5-4D4C-ACD9-8E948745274E}" type="pres">
      <dgm:prSet presAssocID="{2DC0058A-E8A6-4A65-AAE9-89B9A8778E03}" presName="parTx" presStyleLbl="revTx" presStyleIdx="6" presStyleCnt="8">
        <dgm:presLayoutVars>
          <dgm:chMax val="0"/>
          <dgm:chPref val="0"/>
        </dgm:presLayoutVars>
      </dgm:prSet>
      <dgm:spPr/>
    </dgm:pt>
    <dgm:pt modelId="{1EC813BC-EF54-4316-861C-492C553B711D}" type="pres">
      <dgm:prSet presAssocID="{E73685E6-5CCB-4750-8BC6-29F8A9B5EDC4}" presName="sibTrans" presStyleCnt="0"/>
      <dgm:spPr/>
    </dgm:pt>
    <dgm:pt modelId="{CA2DD8D1-7694-4BF6-8053-14704B119319}" type="pres">
      <dgm:prSet presAssocID="{955D441B-622A-4857-B660-8613238B92B1}" presName="compNode" presStyleCnt="0"/>
      <dgm:spPr/>
    </dgm:pt>
    <dgm:pt modelId="{4EE60707-3361-4764-A172-69063D0BEFA6}" type="pres">
      <dgm:prSet presAssocID="{955D441B-622A-4857-B660-8613238B92B1}" presName="bgRect" presStyleLbl="bgShp" presStyleIdx="7" presStyleCnt="8"/>
      <dgm:spPr/>
    </dgm:pt>
    <dgm:pt modelId="{5E3C293A-A57F-4EB0-BAC5-EBA81CC91253}" type="pres">
      <dgm:prSet presAssocID="{955D441B-622A-4857-B660-8613238B92B1}" presName="iconRect" presStyleLbl="node1" presStyleIdx="7" presStyleCnt="8"/>
      <dgm:spPr>
        <a:blipFill>
          <a:blip xmlns:r="http://schemas.openxmlformats.org/officeDocument/2006/relationships"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a:blipFill>
        <a:ln>
          <a:noFill/>
        </a:ln>
      </dgm:spPr>
      <dgm:extLst>
        <a:ext uri="{E40237B7-FDA0-4F09-8148-C483321AD2D9}">
          <dgm14:cNvPr xmlns:dgm14="http://schemas.microsoft.com/office/drawing/2010/diagram" id="0" name="" descr="Cursor"/>
        </a:ext>
      </dgm:extLst>
    </dgm:pt>
    <dgm:pt modelId="{FB4D5E6E-2FB4-434F-96AA-AE9AAACC89BC}" type="pres">
      <dgm:prSet presAssocID="{955D441B-622A-4857-B660-8613238B92B1}" presName="spaceRect" presStyleCnt="0"/>
      <dgm:spPr/>
    </dgm:pt>
    <dgm:pt modelId="{E1ED26C7-BE06-46A0-8E5E-E25DD2BBD002}" type="pres">
      <dgm:prSet presAssocID="{955D441B-622A-4857-B660-8613238B92B1}" presName="parTx" presStyleLbl="revTx" presStyleIdx="7" presStyleCnt="8">
        <dgm:presLayoutVars>
          <dgm:chMax val="0"/>
          <dgm:chPref val="0"/>
        </dgm:presLayoutVars>
      </dgm:prSet>
      <dgm:spPr/>
    </dgm:pt>
  </dgm:ptLst>
  <dgm:cxnLst>
    <dgm:cxn modelId="{7BCFB30F-9FD7-4163-829F-ADA621E2C407}" type="presOf" srcId="{5C5C1D56-27E0-4EDC-A7BF-CAD70F4A3249}" destId="{6D66E21E-D140-4988-8703-4021316E5ECC}" srcOrd="0" destOrd="0" presId="urn:microsoft.com/office/officeart/2018/2/layout/IconVerticalSolidList"/>
    <dgm:cxn modelId="{480BD716-C592-4124-BD12-D71B75E19F51}" type="presOf" srcId="{2DC0058A-E8A6-4A65-AAE9-89B9A8778E03}" destId="{7218D6C0-A3A5-4D4C-ACD9-8E948745274E}" srcOrd="0" destOrd="0" presId="urn:microsoft.com/office/officeart/2018/2/layout/IconVerticalSolidList"/>
    <dgm:cxn modelId="{5FD36B1B-0DFB-47CA-AC09-6A5D917554C8}" srcId="{76C01C62-3EA9-4B2C-8EC8-34BD0758DA6A}" destId="{2DC0058A-E8A6-4A65-AAE9-89B9A8778E03}" srcOrd="6" destOrd="0" parTransId="{3376C92D-96D4-4C5A-BCEE-08DE4BA10D75}" sibTransId="{E73685E6-5CCB-4750-8BC6-29F8A9B5EDC4}"/>
    <dgm:cxn modelId="{01F3FF23-961F-40BF-BF3A-0A7941F3352D}" type="presOf" srcId="{76C01C62-3EA9-4B2C-8EC8-34BD0758DA6A}" destId="{410ABD12-FC49-4E34-9F23-DA703453A738}" srcOrd="0" destOrd="0" presId="urn:microsoft.com/office/officeart/2018/2/layout/IconVerticalSolidList"/>
    <dgm:cxn modelId="{768AC12B-0D16-48FF-9935-205A97A6D368}" srcId="{76C01C62-3EA9-4B2C-8EC8-34BD0758DA6A}" destId="{9698DCAF-C26B-4837-9E87-478466755EFB}" srcOrd="1" destOrd="0" parTransId="{ED012E04-A1AA-4768-84BC-CAC43E5848EF}" sibTransId="{CB7F3CA6-595C-48D6-8E2E-AAA6CCB68760}"/>
    <dgm:cxn modelId="{B669CA33-0D30-4D73-B7C2-C383576FF1A5}" type="presOf" srcId="{13FD45AA-D1EF-4662-AB9E-62CDE9A3D3CE}" destId="{C4AD5428-7EAB-4BEA-BCE4-BFAC6DA0277A}" srcOrd="0" destOrd="0" presId="urn:microsoft.com/office/officeart/2018/2/layout/IconVerticalSolidList"/>
    <dgm:cxn modelId="{73641B3E-47C0-4C05-9245-3DF37AAE48C1}" type="presOf" srcId="{DF177C29-560C-49CE-A226-467096965F47}" destId="{B530B655-6EC1-47A5-9662-65A351B379B6}" srcOrd="0" destOrd="0" presId="urn:microsoft.com/office/officeart/2018/2/layout/IconVerticalSolidList"/>
    <dgm:cxn modelId="{C92D1F43-2562-4A42-8CE5-FD8B7E4366BF}" type="presOf" srcId="{955D441B-622A-4857-B660-8613238B92B1}" destId="{E1ED26C7-BE06-46A0-8E5E-E25DD2BBD002}" srcOrd="0" destOrd="0" presId="urn:microsoft.com/office/officeart/2018/2/layout/IconVerticalSolidList"/>
    <dgm:cxn modelId="{1C55994C-F9D3-48CF-A100-36066680FA3B}" type="presOf" srcId="{88662411-5E19-464C-B142-A1AB5AB42815}" destId="{D524B5DF-DF36-4992-926E-7F45FB6362AE}" srcOrd="0" destOrd="0" presId="urn:microsoft.com/office/officeart/2018/2/layout/IconVerticalSolidList"/>
    <dgm:cxn modelId="{FAB60950-C2C7-4F74-B82C-67D86A4D38B1}" srcId="{76C01C62-3EA9-4B2C-8EC8-34BD0758DA6A}" destId="{95EED7D5-743B-4709-BCA9-3DA26F6BBDEF}" srcOrd="0" destOrd="0" parTransId="{BF0B06F3-862F-45CE-A0BF-1F6CC883AE33}" sibTransId="{8D6A912C-BDF7-4345-A2AA-4940EF060EB7}"/>
    <dgm:cxn modelId="{A7454F52-495F-4108-B864-98A99AC1F661}" type="presOf" srcId="{95EED7D5-743B-4709-BCA9-3DA26F6BBDEF}" destId="{73062EDB-7EB5-4114-8D1B-D86A1C48E817}" srcOrd="0" destOrd="0" presId="urn:microsoft.com/office/officeart/2018/2/layout/IconVerticalSolidList"/>
    <dgm:cxn modelId="{AEEC5394-F060-4AD2-9356-E5F97A7FB4F6}" srcId="{76C01C62-3EA9-4B2C-8EC8-34BD0758DA6A}" destId="{955D441B-622A-4857-B660-8613238B92B1}" srcOrd="7" destOrd="0" parTransId="{7446E873-1B29-4F7F-8F31-8AAC6ED6A160}" sibTransId="{E32F64D5-AE8F-45EC-9D2C-BE74DF8C2E37}"/>
    <dgm:cxn modelId="{DDDBE995-AF7E-404D-BB8A-CE6D6B29074A}" srcId="{76C01C62-3EA9-4B2C-8EC8-34BD0758DA6A}" destId="{88662411-5E19-464C-B142-A1AB5AB42815}" srcOrd="5" destOrd="0" parTransId="{F3129B12-17AD-463F-ACC9-9A1ABDE57A77}" sibTransId="{6F26BCD3-1C8B-4C65-8F8C-9A2A2BFCB290}"/>
    <dgm:cxn modelId="{93B5C898-8682-4982-8CFA-7717C92D9653}" type="presOf" srcId="{9698DCAF-C26B-4837-9E87-478466755EFB}" destId="{0332ED05-1613-4980-8096-9BDFE663D184}" srcOrd="0" destOrd="0" presId="urn:microsoft.com/office/officeart/2018/2/layout/IconVerticalSolidList"/>
    <dgm:cxn modelId="{FF3C86AD-AC79-4B80-A5F7-AE2A12FC7030}" srcId="{76C01C62-3EA9-4B2C-8EC8-34BD0758DA6A}" destId="{13FD45AA-D1EF-4662-AB9E-62CDE9A3D3CE}" srcOrd="4" destOrd="0" parTransId="{8877E32D-24FE-4B25-A341-5BEDAE3F63D9}" sibTransId="{1E662002-4E10-46FE-9A4E-400CB13CBE2A}"/>
    <dgm:cxn modelId="{8E572BAF-590E-4853-A87D-C5C77C88A7E5}" srcId="{76C01C62-3EA9-4B2C-8EC8-34BD0758DA6A}" destId="{DF177C29-560C-49CE-A226-467096965F47}" srcOrd="2" destOrd="0" parTransId="{3543CB25-E8BD-48B7-8B26-8210506E4D81}" sibTransId="{FB4F6EDF-BE56-4D76-B9AD-873CB8696FDD}"/>
    <dgm:cxn modelId="{D45668C9-55E0-4816-865F-F0CD13E9C560}" srcId="{76C01C62-3EA9-4B2C-8EC8-34BD0758DA6A}" destId="{5C5C1D56-27E0-4EDC-A7BF-CAD70F4A3249}" srcOrd="3" destOrd="0" parTransId="{17F59FDF-0387-4E3E-83A8-B3EDB223C4F3}" sibTransId="{F4CF1650-3D18-4497-AF4C-AE9D072FE356}"/>
    <dgm:cxn modelId="{9E8A1F2A-E491-42E0-88FB-23565091CAD9}" type="presParOf" srcId="{410ABD12-FC49-4E34-9F23-DA703453A738}" destId="{B4D54B13-4ADD-471F-B29C-53235BE30117}" srcOrd="0" destOrd="0" presId="urn:microsoft.com/office/officeart/2018/2/layout/IconVerticalSolidList"/>
    <dgm:cxn modelId="{077A4B1F-65EA-4CAF-96D7-67527A734A6A}" type="presParOf" srcId="{B4D54B13-4ADD-471F-B29C-53235BE30117}" destId="{18DF6EB8-D1BA-4BA0-89BB-D2C9B1BEC49E}" srcOrd="0" destOrd="0" presId="urn:microsoft.com/office/officeart/2018/2/layout/IconVerticalSolidList"/>
    <dgm:cxn modelId="{3B5E2B4A-EE39-4635-9129-1D4222D0A890}" type="presParOf" srcId="{B4D54B13-4ADD-471F-B29C-53235BE30117}" destId="{2716D3E2-9363-4CF9-B01C-DD67EFFA8322}" srcOrd="1" destOrd="0" presId="urn:microsoft.com/office/officeart/2018/2/layout/IconVerticalSolidList"/>
    <dgm:cxn modelId="{4C9D35AC-140F-4AED-BAC0-8B21EC159E40}" type="presParOf" srcId="{B4D54B13-4ADD-471F-B29C-53235BE30117}" destId="{0E665C2C-F096-4577-BC92-4F2AEF121108}" srcOrd="2" destOrd="0" presId="urn:microsoft.com/office/officeart/2018/2/layout/IconVerticalSolidList"/>
    <dgm:cxn modelId="{55A57A7D-FD7F-4696-B8E3-6C710AE70303}" type="presParOf" srcId="{B4D54B13-4ADD-471F-B29C-53235BE30117}" destId="{73062EDB-7EB5-4114-8D1B-D86A1C48E817}" srcOrd="3" destOrd="0" presId="urn:microsoft.com/office/officeart/2018/2/layout/IconVerticalSolidList"/>
    <dgm:cxn modelId="{7F07A04F-0177-42EB-8DE1-3631A922828B}" type="presParOf" srcId="{410ABD12-FC49-4E34-9F23-DA703453A738}" destId="{6D220C7C-DFB9-489E-8652-859438A875F0}" srcOrd="1" destOrd="0" presId="urn:microsoft.com/office/officeart/2018/2/layout/IconVerticalSolidList"/>
    <dgm:cxn modelId="{E737D0A7-ABE0-4965-96BA-9E26EC8C7B11}" type="presParOf" srcId="{410ABD12-FC49-4E34-9F23-DA703453A738}" destId="{B966AC6A-2643-4F51-B045-CFAEAF895CEE}" srcOrd="2" destOrd="0" presId="urn:microsoft.com/office/officeart/2018/2/layout/IconVerticalSolidList"/>
    <dgm:cxn modelId="{2B26EE3D-837C-4011-B058-DF508444AB34}" type="presParOf" srcId="{B966AC6A-2643-4F51-B045-CFAEAF895CEE}" destId="{13ED420E-9FF8-4936-A784-F70942BBE2E7}" srcOrd="0" destOrd="0" presId="urn:microsoft.com/office/officeart/2018/2/layout/IconVerticalSolidList"/>
    <dgm:cxn modelId="{98C28F07-5A79-4500-98B1-26A1AD6EAF32}" type="presParOf" srcId="{B966AC6A-2643-4F51-B045-CFAEAF895CEE}" destId="{527F4CE6-65D2-4689-AA83-CD774D1434BE}" srcOrd="1" destOrd="0" presId="urn:microsoft.com/office/officeart/2018/2/layout/IconVerticalSolidList"/>
    <dgm:cxn modelId="{C1BCA479-1849-4441-BA83-A787573BC34C}" type="presParOf" srcId="{B966AC6A-2643-4F51-B045-CFAEAF895CEE}" destId="{42CDE196-FF94-49BA-8C7B-7FF27262B41F}" srcOrd="2" destOrd="0" presId="urn:microsoft.com/office/officeart/2018/2/layout/IconVerticalSolidList"/>
    <dgm:cxn modelId="{C5EE2063-137F-4C8A-8894-40B58942C486}" type="presParOf" srcId="{B966AC6A-2643-4F51-B045-CFAEAF895CEE}" destId="{0332ED05-1613-4980-8096-9BDFE663D184}" srcOrd="3" destOrd="0" presId="urn:microsoft.com/office/officeart/2018/2/layout/IconVerticalSolidList"/>
    <dgm:cxn modelId="{5525447A-2DA0-4072-8F5D-027AA7C14B97}" type="presParOf" srcId="{410ABD12-FC49-4E34-9F23-DA703453A738}" destId="{4D8C288E-3799-44D6-8D32-13E08450B082}" srcOrd="3" destOrd="0" presId="urn:microsoft.com/office/officeart/2018/2/layout/IconVerticalSolidList"/>
    <dgm:cxn modelId="{90D51849-815A-47A1-936C-79DD4FDF820F}" type="presParOf" srcId="{410ABD12-FC49-4E34-9F23-DA703453A738}" destId="{FD62881D-434E-455D-9984-2F36F832523E}" srcOrd="4" destOrd="0" presId="urn:microsoft.com/office/officeart/2018/2/layout/IconVerticalSolidList"/>
    <dgm:cxn modelId="{701E742F-9102-4342-BE16-E762AA0B2AE8}" type="presParOf" srcId="{FD62881D-434E-455D-9984-2F36F832523E}" destId="{CC7C4A06-CCC8-4D42-A9BE-571782C133EE}" srcOrd="0" destOrd="0" presId="urn:microsoft.com/office/officeart/2018/2/layout/IconVerticalSolidList"/>
    <dgm:cxn modelId="{88119809-42EB-41C5-B8CC-2EC09A3C8881}" type="presParOf" srcId="{FD62881D-434E-455D-9984-2F36F832523E}" destId="{DC296968-8E1A-4B55-B5ED-C9CC0F3AE886}" srcOrd="1" destOrd="0" presId="urn:microsoft.com/office/officeart/2018/2/layout/IconVerticalSolidList"/>
    <dgm:cxn modelId="{109668DF-C401-4E9A-80DA-A6155CBAD92A}" type="presParOf" srcId="{FD62881D-434E-455D-9984-2F36F832523E}" destId="{BDB5FD63-18C3-4A4F-B1BE-890007764FBD}" srcOrd="2" destOrd="0" presId="urn:microsoft.com/office/officeart/2018/2/layout/IconVerticalSolidList"/>
    <dgm:cxn modelId="{B48382BC-867B-45B0-AEBA-F511AEA0A6AA}" type="presParOf" srcId="{FD62881D-434E-455D-9984-2F36F832523E}" destId="{B530B655-6EC1-47A5-9662-65A351B379B6}" srcOrd="3" destOrd="0" presId="urn:microsoft.com/office/officeart/2018/2/layout/IconVerticalSolidList"/>
    <dgm:cxn modelId="{678F749F-12AA-42E1-81E8-F3431C242EB1}" type="presParOf" srcId="{410ABD12-FC49-4E34-9F23-DA703453A738}" destId="{DA97FB43-59F2-4A3E-B28D-7237D4BA7FD7}" srcOrd="5" destOrd="0" presId="urn:microsoft.com/office/officeart/2018/2/layout/IconVerticalSolidList"/>
    <dgm:cxn modelId="{9CF748AF-18E6-41AD-8E7C-0D555A36B3D9}" type="presParOf" srcId="{410ABD12-FC49-4E34-9F23-DA703453A738}" destId="{C41018BE-B96B-472D-8B99-FDDBC9637C03}" srcOrd="6" destOrd="0" presId="urn:microsoft.com/office/officeart/2018/2/layout/IconVerticalSolidList"/>
    <dgm:cxn modelId="{4C5A75F9-EF70-48D4-96CD-535E7D209061}" type="presParOf" srcId="{C41018BE-B96B-472D-8B99-FDDBC9637C03}" destId="{EF924984-4654-417B-9B59-8132933E1EA7}" srcOrd="0" destOrd="0" presId="urn:microsoft.com/office/officeart/2018/2/layout/IconVerticalSolidList"/>
    <dgm:cxn modelId="{B0884C02-B192-436D-AD1C-A582411C8D0A}" type="presParOf" srcId="{C41018BE-B96B-472D-8B99-FDDBC9637C03}" destId="{27BAC5A2-1005-4AED-B140-5635E6991B41}" srcOrd="1" destOrd="0" presId="urn:microsoft.com/office/officeart/2018/2/layout/IconVerticalSolidList"/>
    <dgm:cxn modelId="{B5EFF698-494A-4E2E-A386-C61CDD1B1968}" type="presParOf" srcId="{C41018BE-B96B-472D-8B99-FDDBC9637C03}" destId="{8B722022-4A33-4879-91B9-C90CCB88AAEB}" srcOrd="2" destOrd="0" presId="urn:microsoft.com/office/officeart/2018/2/layout/IconVerticalSolidList"/>
    <dgm:cxn modelId="{383985C2-DBE0-446D-9AB3-69046076F58E}" type="presParOf" srcId="{C41018BE-B96B-472D-8B99-FDDBC9637C03}" destId="{6D66E21E-D140-4988-8703-4021316E5ECC}" srcOrd="3" destOrd="0" presId="urn:microsoft.com/office/officeart/2018/2/layout/IconVerticalSolidList"/>
    <dgm:cxn modelId="{0AB05568-EB8B-4024-8A40-F5F19D68820C}" type="presParOf" srcId="{410ABD12-FC49-4E34-9F23-DA703453A738}" destId="{0B48D774-3071-41B8-8AA3-42AF5404A8FD}" srcOrd="7" destOrd="0" presId="urn:microsoft.com/office/officeart/2018/2/layout/IconVerticalSolidList"/>
    <dgm:cxn modelId="{497F72D0-EBBE-4CF0-AF94-18765C707866}" type="presParOf" srcId="{410ABD12-FC49-4E34-9F23-DA703453A738}" destId="{CB1BDF30-1ECC-4FE4-B059-D419EDEE6968}" srcOrd="8" destOrd="0" presId="urn:microsoft.com/office/officeart/2018/2/layout/IconVerticalSolidList"/>
    <dgm:cxn modelId="{B967866E-21CB-4C19-9E5C-9A35D840FB0A}" type="presParOf" srcId="{CB1BDF30-1ECC-4FE4-B059-D419EDEE6968}" destId="{D01F9283-E9B7-4E0D-B70B-9B2B684F0606}" srcOrd="0" destOrd="0" presId="urn:microsoft.com/office/officeart/2018/2/layout/IconVerticalSolidList"/>
    <dgm:cxn modelId="{D73C20A8-564D-4F74-9441-35DC591ED6DA}" type="presParOf" srcId="{CB1BDF30-1ECC-4FE4-B059-D419EDEE6968}" destId="{75C6C95A-CAE0-4DFD-8AE5-A90910B86C80}" srcOrd="1" destOrd="0" presId="urn:microsoft.com/office/officeart/2018/2/layout/IconVerticalSolidList"/>
    <dgm:cxn modelId="{2E407B96-6D60-4FA9-B9A9-C6D85B16F22A}" type="presParOf" srcId="{CB1BDF30-1ECC-4FE4-B059-D419EDEE6968}" destId="{C06E9637-DA93-4D58-96BA-3678FE9D5150}" srcOrd="2" destOrd="0" presId="urn:microsoft.com/office/officeart/2018/2/layout/IconVerticalSolidList"/>
    <dgm:cxn modelId="{54EB35D5-F386-4ABF-958E-6F0C90B46208}" type="presParOf" srcId="{CB1BDF30-1ECC-4FE4-B059-D419EDEE6968}" destId="{C4AD5428-7EAB-4BEA-BCE4-BFAC6DA0277A}" srcOrd="3" destOrd="0" presId="urn:microsoft.com/office/officeart/2018/2/layout/IconVerticalSolidList"/>
    <dgm:cxn modelId="{9E7CABF4-20CE-46D2-A11E-18EFB8625B35}" type="presParOf" srcId="{410ABD12-FC49-4E34-9F23-DA703453A738}" destId="{4DD95916-0FF5-464C-8536-7F540B9C88DE}" srcOrd="9" destOrd="0" presId="urn:microsoft.com/office/officeart/2018/2/layout/IconVerticalSolidList"/>
    <dgm:cxn modelId="{F418C953-9FAE-4AB5-A1C5-5849E44875B1}" type="presParOf" srcId="{410ABD12-FC49-4E34-9F23-DA703453A738}" destId="{B2625E21-81F7-4334-8897-7A5ADE8F8D9A}" srcOrd="10" destOrd="0" presId="urn:microsoft.com/office/officeart/2018/2/layout/IconVerticalSolidList"/>
    <dgm:cxn modelId="{0E01B483-ECF1-4A4C-A5DA-CFF389ABD84A}" type="presParOf" srcId="{B2625E21-81F7-4334-8897-7A5ADE8F8D9A}" destId="{7633BDA6-7CF0-4852-8CE1-42914CD9AABC}" srcOrd="0" destOrd="0" presId="urn:microsoft.com/office/officeart/2018/2/layout/IconVerticalSolidList"/>
    <dgm:cxn modelId="{C0A507F1-6536-4207-BDB3-08ADB88BF5AF}" type="presParOf" srcId="{B2625E21-81F7-4334-8897-7A5ADE8F8D9A}" destId="{ED25EC3D-3ECB-4C60-8A65-D51B62A97370}" srcOrd="1" destOrd="0" presId="urn:microsoft.com/office/officeart/2018/2/layout/IconVerticalSolidList"/>
    <dgm:cxn modelId="{E95AAD60-1998-4C5E-8B2C-2E65E1953E20}" type="presParOf" srcId="{B2625E21-81F7-4334-8897-7A5ADE8F8D9A}" destId="{686E1882-0FEB-41D3-BC84-B5317DE8B64B}" srcOrd="2" destOrd="0" presId="urn:microsoft.com/office/officeart/2018/2/layout/IconVerticalSolidList"/>
    <dgm:cxn modelId="{5ED03B16-47DC-48C1-A22A-AAF203D4CF88}" type="presParOf" srcId="{B2625E21-81F7-4334-8897-7A5ADE8F8D9A}" destId="{D524B5DF-DF36-4992-926E-7F45FB6362AE}" srcOrd="3" destOrd="0" presId="urn:microsoft.com/office/officeart/2018/2/layout/IconVerticalSolidList"/>
    <dgm:cxn modelId="{62212892-BC19-4CE8-AFB6-8E38022005B9}" type="presParOf" srcId="{410ABD12-FC49-4E34-9F23-DA703453A738}" destId="{22887F10-A2CE-4BD7-ABEF-9F2B4E88E2C9}" srcOrd="11" destOrd="0" presId="urn:microsoft.com/office/officeart/2018/2/layout/IconVerticalSolidList"/>
    <dgm:cxn modelId="{F5012ABC-3282-4832-91DE-E75FA47B0971}" type="presParOf" srcId="{410ABD12-FC49-4E34-9F23-DA703453A738}" destId="{43AE3D39-9FAD-445A-8FB8-2A788A988021}" srcOrd="12" destOrd="0" presId="urn:microsoft.com/office/officeart/2018/2/layout/IconVerticalSolidList"/>
    <dgm:cxn modelId="{AAEF0232-2050-4491-80F2-8690FCD3758A}" type="presParOf" srcId="{43AE3D39-9FAD-445A-8FB8-2A788A988021}" destId="{5234B73D-DE10-45E3-B841-A5911B5C7164}" srcOrd="0" destOrd="0" presId="urn:microsoft.com/office/officeart/2018/2/layout/IconVerticalSolidList"/>
    <dgm:cxn modelId="{D2B43C80-260B-4C68-9B71-53A219FF71D4}" type="presParOf" srcId="{43AE3D39-9FAD-445A-8FB8-2A788A988021}" destId="{AACE3D22-2AE3-42D0-9205-B8CC484D562A}" srcOrd="1" destOrd="0" presId="urn:microsoft.com/office/officeart/2018/2/layout/IconVerticalSolidList"/>
    <dgm:cxn modelId="{D35D513D-3BB9-41DB-A2A0-318FF6A8690A}" type="presParOf" srcId="{43AE3D39-9FAD-445A-8FB8-2A788A988021}" destId="{F5E26775-9E1D-472B-AF0E-CB497F511853}" srcOrd="2" destOrd="0" presId="urn:microsoft.com/office/officeart/2018/2/layout/IconVerticalSolidList"/>
    <dgm:cxn modelId="{2633BC25-A1C8-45CB-915D-5A918190416D}" type="presParOf" srcId="{43AE3D39-9FAD-445A-8FB8-2A788A988021}" destId="{7218D6C0-A3A5-4D4C-ACD9-8E948745274E}" srcOrd="3" destOrd="0" presId="urn:microsoft.com/office/officeart/2018/2/layout/IconVerticalSolidList"/>
    <dgm:cxn modelId="{A9DB5639-2A19-40E5-A1D6-16EE44A9C6D9}" type="presParOf" srcId="{410ABD12-FC49-4E34-9F23-DA703453A738}" destId="{1EC813BC-EF54-4316-861C-492C553B711D}" srcOrd="13" destOrd="0" presId="urn:microsoft.com/office/officeart/2018/2/layout/IconVerticalSolidList"/>
    <dgm:cxn modelId="{40F3A36D-A621-442C-B8EB-47CE0C4C238F}" type="presParOf" srcId="{410ABD12-FC49-4E34-9F23-DA703453A738}" destId="{CA2DD8D1-7694-4BF6-8053-14704B119319}" srcOrd="14" destOrd="0" presId="urn:microsoft.com/office/officeart/2018/2/layout/IconVerticalSolidList"/>
    <dgm:cxn modelId="{F5AF4A2B-0609-4F3D-A408-C0F2012B7DC8}" type="presParOf" srcId="{CA2DD8D1-7694-4BF6-8053-14704B119319}" destId="{4EE60707-3361-4764-A172-69063D0BEFA6}" srcOrd="0" destOrd="0" presId="urn:microsoft.com/office/officeart/2018/2/layout/IconVerticalSolidList"/>
    <dgm:cxn modelId="{6FBDF17C-7D24-41AC-A7E7-97256A80199A}" type="presParOf" srcId="{CA2DD8D1-7694-4BF6-8053-14704B119319}" destId="{5E3C293A-A57F-4EB0-BAC5-EBA81CC91253}" srcOrd="1" destOrd="0" presId="urn:microsoft.com/office/officeart/2018/2/layout/IconVerticalSolidList"/>
    <dgm:cxn modelId="{0E3F3255-CA61-4835-9CEC-5716F51AE394}" type="presParOf" srcId="{CA2DD8D1-7694-4BF6-8053-14704B119319}" destId="{FB4D5E6E-2FB4-434F-96AA-AE9AAACC89BC}" srcOrd="2" destOrd="0" presId="urn:microsoft.com/office/officeart/2018/2/layout/IconVerticalSolidList"/>
    <dgm:cxn modelId="{3C573F5C-C9BD-4DDD-9AFD-533B6BD43498}" type="presParOf" srcId="{CA2DD8D1-7694-4BF6-8053-14704B119319}" destId="{E1ED26C7-BE06-46A0-8E5E-E25DD2BBD0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19CEB68-8F7C-4ADC-AD1E-2A83C6CEE8A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s-ES"/>
        </a:p>
      </dgm:t>
    </dgm:pt>
    <dgm:pt modelId="{1DAE19E0-7480-41D6-BBF3-A7180FF1F8A4}">
      <dgm:prSet phldrT="[Texto]" phldr="0"/>
      <dgm:spPr/>
      <dgm:t>
        <a:bodyPr/>
        <a:lstStyle/>
        <a:p>
          <a:pPr rtl="0"/>
          <a:r>
            <a:rPr lang="es-ES" b="1">
              <a:latin typeface="Arial"/>
              <a:cs typeface="Arial"/>
            </a:rPr>
            <a:t>SATA (Serial ATA</a:t>
          </a:r>
          <a:r>
            <a:rPr lang="es-ES">
              <a:latin typeface="Calibri"/>
              <a:ea typeface="Calibri"/>
              <a:cs typeface="Calibri"/>
            </a:rPr>
            <a:t>): </a:t>
          </a:r>
          <a:endParaRPr lang="es-ES">
            <a:latin typeface="Calibri Light" panose="020F0302020204030204"/>
            <a:ea typeface="Calibri Light" panose="020F0302020204030204"/>
            <a:cs typeface="Calibri Light" panose="020F0302020204030204"/>
          </a:endParaRPr>
        </a:p>
      </dgm:t>
    </dgm:pt>
    <dgm:pt modelId="{193B13A0-50C9-43F0-84D8-B4E069752F08}" type="parTrans" cxnId="{52946090-3F4F-42CD-A65B-D7B1D39265C7}">
      <dgm:prSet/>
      <dgm:spPr/>
      <dgm:t>
        <a:bodyPr/>
        <a:lstStyle/>
        <a:p>
          <a:endParaRPr lang="es-ES"/>
        </a:p>
      </dgm:t>
    </dgm:pt>
    <dgm:pt modelId="{6CE3A1A0-C83D-489D-9FC1-12D646ABC0DD}" type="sibTrans" cxnId="{52946090-3F4F-42CD-A65B-D7B1D39265C7}">
      <dgm:prSet/>
      <dgm:spPr/>
      <dgm:t>
        <a:bodyPr/>
        <a:lstStyle/>
        <a:p>
          <a:endParaRPr lang="es-ES"/>
        </a:p>
      </dgm:t>
    </dgm:pt>
    <dgm:pt modelId="{B424A239-82D9-4024-A0A5-B4BDD646F185}">
      <dgm:prSet phldr="0"/>
      <dgm:spPr/>
      <dgm:t>
        <a:bodyPr/>
        <a:lstStyle/>
        <a:p>
          <a:pPr rtl="0"/>
          <a:r>
            <a:rPr lang="es-ES" b="1">
              <a:latin typeface="Arial"/>
              <a:cs typeface="Arial"/>
            </a:rPr>
            <a:t>IDE </a:t>
          </a:r>
          <a:r>
            <a:rPr lang="es-ES">
              <a:latin typeface="Calibri"/>
              <a:ea typeface="Calibri"/>
              <a:cs typeface="Calibri"/>
            </a:rPr>
            <a:t>(</a:t>
          </a:r>
          <a:r>
            <a:rPr lang="es-ES" i="1" err="1">
              <a:latin typeface="Arial"/>
              <a:cs typeface="Arial"/>
            </a:rPr>
            <a:t>Integrated</a:t>
          </a:r>
          <a:r>
            <a:rPr lang="es-ES" i="1">
              <a:latin typeface="Arial"/>
              <a:cs typeface="Arial"/>
            </a:rPr>
            <a:t> </a:t>
          </a:r>
          <a:r>
            <a:rPr lang="es-ES" i="1" err="1">
              <a:latin typeface="Arial"/>
              <a:cs typeface="Arial"/>
            </a:rPr>
            <a:t>Device</a:t>
          </a:r>
          <a:r>
            <a:rPr lang="es-ES" i="1">
              <a:latin typeface="Arial"/>
              <a:cs typeface="Arial"/>
            </a:rPr>
            <a:t> </a:t>
          </a:r>
          <a:r>
            <a:rPr lang="es-ES" i="1" err="1">
              <a:latin typeface="Arial"/>
              <a:cs typeface="Arial"/>
            </a:rPr>
            <a:t>Electronics</a:t>
          </a:r>
          <a:r>
            <a:rPr lang="es-ES">
              <a:latin typeface="Calibri"/>
              <a:ea typeface="Calibri"/>
              <a:cs typeface="Calibri"/>
            </a:rPr>
            <a:t>) o </a:t>
          </a:r>
          <a:r>
            <a:rPr lang="es-ES" b="1">
              <a:latin typeface="Arial"/>
              <a:cs typeface="Arial"/>
            </a:rPr>
            <a:t>ATA </a:t>
          </a:r>
          <a:r>
            <a:rPr lang="es-ES">
              <a:latin typeface="Calibri"/>
              <a:ea typeface="Calibri"/>
              <a:cs typeface="Calibri"/>
            </a:rPr>
            <a:t>(</a:t>
          </a:r>
          <a:r>
            <a:rPr lang="es-ES" i="1" err="1">
              <a:latin typeface="Arial"/>
              <a:cs typeface="Arial"/>
            </a:rPr>
            <a:t>Advanced</a:t>
          </a:r>
          <a:r>
            <a:rPr lang="es-ES" i="1">
              <a:latin typeface="Arial"/>
              <a:cs typeface="Arial"/>
            </a:rPr>
            <a:t> </a:t>
          </a:r>
          <a:r>
            <a:rPr lang="es-ES" i="1" err="1">
              <a:latin typeface="Arial"/>
              <a:cs typeface="Arial"/>
            </a:rPr>
            <a:t>Technology</a:t>
          </a:r>
          <a:r>
            <a:rPr lang="es-ES" i="1">
              <a:latin typeface="Arial"/>
              <a:cs typeface="Arial"/>
            </a:rPr>
            <a:t> </a:t>
          </a:r>
          <a:r>
            <a:rPr lang="es-ES" i="1" err="1">
              <a:latin typeface="Arial"/>
              <a:cs typeface="Arial"/>
            </a:rPr>
            <a:t>Attachment</a:t>
          </a:r>
          <a:r>
            <a:rPr lang="es-ES">
              <a:latin typeface="Calibri"/>
              <a:ea typeface="Calibri"/>
              <a:cs typeface="Calibri"/>
            </a:rPr>
            <a:t>) </a:t>
          </a:r>
        </a:p>
      </dgm:t>
    </dgm:pt>
    <dgm:pt modelId="{8E8D18BE-6314-4A51-882F-0B53E47868B4}" type="parTrans" cxnId="{11C9C76E-9C81-4712-97D0-CCC72633FC9D}">
      <dgm:prSet/>
      <dgm:spPr/>
    </dgm:pt>
    <dgm:pt modelId="{12802BF8-7A37-4D8B-8FFB-31788250E690}" type="sibTrans" cxnId="{11C9C76E-9C81-4712-97D0-CCC72633FC9D}">
      <dgm:prSet/>
      <dgm:spPr/>
    </dgm:pt>
    <dgm:pt modelId="{0DAA4604-483B-4466-9396-030888E9FF43}">
      <dgm:prSet phldr="0"/>
      <dgm:spPr/>
      <dgm:t>
        <a:bodyPr/>
        <a:lstStyle/>
        <a:p>
          <a:pPr rtl="0"/>
          <a:r>
            <a:rPr lang="es-ES" b="1">
              <a:latin typeface="Arial"/>
              <a:cs typeface="Arial"/>
            </a:rPr>
            <a:t>SCSI </a:t>
          </a:r>
          <a:r>
            <a:rPr lang="es-ES" i="1">
              <a:latin typeface="Arial"/>
              <a:cs typeface="Arial"/>
            </a:rPr>
            <a:t>(Small </a:t>
          </a:r>
          <a:r>
            <a:rPr lang="es-ES" i="1" err="1">
              <a:latin typeface="Arial"/>
              <a:cs typeface="Arial"/>
            </a:rPr>
            <a:t>Computer</a:t>
          </a:r>
          <a:r>
            <a:rPr lang="es-ES" i="1">
              <a:latin typeface="Arial"/>
              <a:cs typeface="Arial"/>
            </a:rPr>
            <a:t> </a:t>
          </a:r>
          <a:r>
            <a:rPr lang="es-ES" i="1" err="1">
              <a:latin typeface="Arial"/>
              <a:cs typeface="Arial"/>
            </a:rPr>
            <a:t>System</a:t>
          </a:r>
          <a:r>
            <a:rPr lang="es-ES" i="1">
              <a:latin typeface="Arial"/>
              <a:cs typeface="Arial"/>
            </a:rPr>
            <a:t> Interface</a:t>
          </a:r>
          <a:r>
            <a:rPr lang="es-ES" b="1">
              <a:latin typeface="Arial"/>
              <a:cs typeface="Arial"/>
            </a:rPr>
            <a:t>): </a:t>
          </a:r>
          <a:endParaRPr lang="es-ES" b="1">
            <a:latin typeface="Arial"/>
            <a:ea typeface="Calibri"/>
            <a:cs typeface="Arial"/>
          </a:endParaRPr>
        </a:p>
      </dgm:t>
    </dgm:pt>
    <dgm:pt modelId="{1FCA718B-7027-46F7-96CA-E254E51D84A5}" type="parTrans" cxnId="{5B7EBBFD-5E2B-4BE5-85AB-F7F530E4F3BB}">
      <dgm:prSet/>
      <dgm:spPr/>
    </dgm:pt>
    <dgm:pt modelId="{5D274C65-7D94-4F23-8D84-8BE3588F9C81}" type="sibTrans" cxnId="{5B7EBBFD-5E2B-4BE5-85AB-F7F530E4F3BB}">
      <dgm:prSet/>
      <dgm:spPr/>
    </dgm:pt>
    <dgm:pt modelId="{479E5FA2-A288-4209-AEB8-5A9909725BBA}">
      <dgm:prSet phldr="0"/>
      <dgm:spPr/>
      <dgm:t>
        <a:bodyPr/>
        <a:lstStyle/>
        <a:p>
          <a:r>
            <a:rPr lang="es-ES">
              <a:latin typeface="Calibri"/>
              <a:ea typeface="Calibri"/>
              <a:cs typeface="Calibri"/>
            </a:rPr>
            <a:t>que controlan los dispositivos de almacenamiento masivo de datos, como los discos duros y dispositivos </a:t>
          </a:r>
          <a:r>
            <a:rPr lang="es-ES" b="1">
              <a:latin typeface="Arial"/>
              <a:cs typeface="Arial"/>
            </a:rPr>
            <a:t>ATAPI </a:t>
          </a:r>
          <a:r>
            <a:rPr lang="es-ES">
              <a:latin typeface="Calibri"/>
              <a:ea typeface="Calibri"/>
              <a:cs typeface="Calibri"/>
            </a:rPr>
            <a:t>(</a:t>
          </a:r>
          <a:r>
            <a:rPr lang="es-ES" i="1" err="1">
              <a:latin typeface="Arial"/>
              <a:cs typeface="Arial"/>
            </a:rPr>
            <a:t>Advanced</a:t>
          </a:r>
          <a:r>
            <a:rPr lang="es-ES" i="1">
              <a:latin typeface="Arial"/>
              <a:cs typeface="Arial"/>
            </a:rPr>
            <a:t> </a:t>
          </a:r>
          <a:r>
            <a:rPr lang="es-ES" i="1" err="1">
              <a:latin typeface="Arial"/>
              <a:cs typeface="Arial"/>
            </a:rPr>
            <a:t>Technology</a:t>
          </a:r>
          <a:r>
            <a:rPr lang="es-ES" i="1">
              <a:latin typeface="Arial"/>
              <a:cs typeface="Arial"/>
            </a:rPr>
            <a:t> </a:t>
          </a:r>
          <a:r>
            <a:rPr lang="es-ES" i="1" err="1">
              <a:latin typeface="Arial"/>
              <a:cs typeface="Arial"/>
            </a:rPr>
            <a:t>Attachment</a:t>
          </a:r>
          <a:r>
            <a:rPr lang="es-ES" i="1">
              <a:latin typeface="Arial"/>
              <a:cs typeface="Arial"/>
            </a:rPr>
            <a:t> </a:t>
          </a:r>
          <a:r>
            <a:rPr lang="es-ES" i="1" err="1">
              <a:latin typeface="Arial"/>
              <a:cs typeface="Arial"/>
            </a:rPr>
            <a:t>Packet</a:t>
          </a:r>
          <a:r>
            <a:rPr lang="es-ES" i="1">
              <a:latin typeface="Arial"/>
              <a:cs typeface="Arial"/>
            </a:rPr>
            <a:t> Interface</a:t>
          </a:r>
          <a:r>
            <a:rPr lang="es-ES">
              <a:latin typeface="Calibri"/>
              <a:ea typeface="Calibri"/>
              <a:cs typeface="Calibri"/>
            </a:rPr>
            <a:t>) como lectores de discos. Permiten la conexión de cuatro dispositivos mediante el uso de la </a:t>
          </a:r>
          <a:r>
            <a:rPr lang="es-ES" b="1">
              <a:latin typeface="Arial"/>
              <a:cs typeface="Arial"/>
            </a:rPr>
            <a:t>tecnología Master- Slave </a:t>
          </a:r>
          <a:r>
            <a:rPr lang="es-ES">
              <a:latin typeface="Calibri"/>
              <a:ea typeface="Calibri"/>
              <a:cs typeface="Calibri"/>
            </a:rPr>
            <a:t>(maestro-esclavo). Hasta hace poco, éste era el estándar principal por su versatilidad y relación calidad/precio. </a:t>
          </a:r>
          <a:r>
            <a:rPr lang="es-ES">
              <a:latin typeface="Calibri"/>
              <a:ea typeface="Calibri"/>
              <a:cs typeface="Calibri"/>
              <a:hlinkClick xmlns:r="http://schemas.openxmlformats.org/officeDocument/2006/relationships" r:id="rId1"/>
            </a:rPr>
            <a:t>Maestro-Esclavo</a:t>
          </a:r>
          <a:r>
            <a:rPr lang="es-ES">
              <a:latin typeface="Calibri"/>
              <a:ea typeface="Calibri"/>
              <a:cs typeface="Calibri"/>
            </a:rPr>
            <a:t>.</a:t>
          </a:r>
          <a:endParaRPr lang="es-ES"/>
        </a:p>
      </dgm:t>
    </dgm:pt>
    <dgm:pt modelId="{1BE79EA4-BC39-4AC9-8D9F-1DA7F843CC06}" type="parTrans" cxnId="{09976703-ED68-4044-9118-B3C74C9FC038}">
      <dgm:prSet/>
      <dgm:spPr/>
    </dgm:pt>
    <dgm:pt modelId="{656637C0-1373-493B-A438-21ED19AD0BB6}" type="sibTrans" cxnId="{09976703-ED68-4044-9118-B3C74C9FC038}">
      <dgm:prSet/>
      <dgm:spPr/>
    </dgm:pt>
    <dgm:pt modelId="{4B2C9A89-64EB-4AE5-A770-E7A7968574F4}">
      <dgm:prSet phldr="0"/>
      <dgm:spPr/>
      <dgm:t>
        <a:bodyPr/>
        <a:lstStyle/>
        <a:p>
          <a:r>
            <a:rPr lang="es-ES">
              <a:latin typeface="Calibri"/>
              <a:ea typeface="Calibri"/>
              <a:cs typeface="Calibri"/>
            </a:rPr>
            <a:t>son discos duros de gran capacidad de almacenamiento y fiabilidad por lo que se suelen usar en </a:t>
          </a:r>
          <a:r>
            <a:rPr lang="es-ES" u="sng">
              <a:latin typeface="Calibri"/>
              <a:ea typeface="Calibri"/>
              <a:cs typeface="Calibri"/>
            </a:rPr>
            <a:t>servidores</a:t>
          </a:r>
          <a:r>
            <a:rPr lang="es-ES">
              <a:latin typeface="Calibri"/>
              <a:ea typeface="Calibri"/>
              <a:cs typeface="Calibri"/>
            </a:rPr>
            <a:t>. Pueden llegar a tiempos medios de acceso y velocidades de transmisión mucho más altas que los IDE. A diferencia de los discos IDE, pueden trabajar asincrónicamente con relación al microprocesador, lo que los hace más rápidos. La versión “moderna” de los discos SCSI son los </a:t>
          </a:r>
          <a:r>
            <a:rPr lang="es-ES" b="1">
              <a:latin typeface="Arial"/>
              <a:cs typeface="Arial"/>
            </a:rPr>
            <a:t>SAS </a:t>
          </a:r>
          <a:r>
            <a:rPr lang="es-ES">
              <a:latin typeface="Calibri"/>
              <a:ea typeface="Calibri"/>
              <a:cs typeface="Calibri"/>
            </a:rPr>
            <a:t>(</a:t>
          </a:r>
          <a:r>
            <a:rPr lang="es-ES" i="1">
              <a:latin typeface="Arial"/>
              <a:cs typeface="Arial"/>
            </a:rPr>
            <a:t>Serial </a:t>
          </a:r>
          <a:r>
            <a:rPr lang="es-ES" i="1" err="1">
              <a:latin typeface="Arial"/>
              <a:cs typeface="Arial"/>
            </a:rPr>
            <a:t>Attached</a:t>
          </a:r>
          <a:r>
            <a:rPr lang="es-ES" i="1">
              <a:latin typeface="Arial"/>
              <a:cs typeface="Arial"/>
            </a:rPr>
            <a:t> SCSI</a:t>
          </a:r>
          <a:r>
            <a:rPr lang="es-ES">
              <a:latin typeface="Calibri"/>
              <a:ea typeface="Calibri"/>
              <a:cs typeface="Calibri"/>
            </a:rPr>
            <a:t>).</a:t>
          </a:r>
          <a:endParaRPr lang="es-ES"/>
        </a:p>
      </dgm:t>
    </dgm:pt>
    <dgm:pt modelId="{94E936DF-3709-4E24-BA7E-72B61DB8A545}" type="parTrans" cxnId="{00E2521F-4F8A-4294-B6D7-38873131F723}">
      <dgm:prSet/>
      <dgm:spPr/>
    </dgm:pt>
    <dgm:pt modelId="{3CCC8500-3FD8-4A0E-BF19-E8530525D8CE}" type="sibTrans" cxnId="{00E2521F-4F8A-4294-B6D7-38873131F723}">
      <dgm:prSet/>
      <dgm:spPr/>
    </dgm:pt>
    <dgm:pt modelId="{FB2CB852-A44D-4CD9-A523-E960BA5AD647}">
      <dgm:prSet phldr="0"/>
      <dgm:spPr/>
      <dgm:t>
        <a:bodyPr/>
        <a:lstStyle/>
        <a:p>
          <a:r>
            <a:rPr lang="es-ES">
              <a:latin typeface="Calibri"/>
              <a:ea typeface="Calibri"/>
              <a:cs typeface="Calibri"/>
            </a:rPr>
            <a:t>nuevo estándar de conexión que utiliza un bus serie para la transmisión de datos. Notablemente más rápido y eficiente que IDE. En la actualidad hay tres versiones, SATA 1 de hasta 1,5 Gigabits por segundo (192 MB/s), SATA 2 de hasta 3,0 Gb/s (384 MB/s) y SATA 3 de hasta 6,0 Gb/s (768 MB/s) de velocidad de transferencia.</a:t>
          </a:r>
          <a:endParaRPr lang="es-ES"/>
        </a:p>
      </dgm:t>
    </dgm:pt>
    <dgm:pt modelId="{A3231848-66BE-460A-8561-5CD4954A0A88}" type="parTrans" cxnId="{9C4DE7F6-1335-44BE-8AED-16E84E090745}">
      <dgm:prSet/>
      <dgm:spPr/>
    </dgm:pt>
    <dgm:pt modelId="{B4BBCA9B-3484-4151-B426-31861D982ECE}" type="sibTrans" cxnId="{9C4DE7F6-1335-44BE-8AED-16E84E090745}">
      <dgm:prSet/>
      <dgm:spPr/>
    </dgm:pt>
    <dgm:pt modelId="{A7308D83-C8B2-46E7-9D80-6AA7747E6F93}" type="pres">
      <dgm:prSet presAssocID="{D19CEB68-8F7C-4ADC-AD1E-2A83C6CEE8A3}" presName="linear" presStyleCnt="0">
        <dgm:presLayoutVars>
          <dgm:animLvl val="lvl"/>
          <dgm:resizeHandles val="exact"/>
        </dgm:presLayoutVars>
      </dgm:prSet>
      <dgm:spPr/>
    </dgm:pt>
    <dgm:pt modelId="{AECEBC1E-76D7-4F35-8204-C253FF16A28D}" type="pres">
      <dgm:prSet presAssocID="{B424A239-82D9-4024-A0A5-B4BDD646F185}" presName="parentText" presStyleLbl="node1" presStyleIdx="0" presStyleCnt="3">
        <dgm:presLayoutVars>
          <dgm:chMax val="0"/>
          <dgm:bulletEnabled val="1"/>
        </dgm:presLayoutVars>
      </dgm:prSet>
      <dgm:spPr/>
    </dgm:pt>
    <dgm:pt modelId="{27AA9514-6D29-4DD0-A20F-69B70FFDDFDC}" type="pres">
      <dgm:prSet presAssocID="{B424A239-82D9-4024-A0A5-B4BDD646F185}" presName="childText" presStyleLbl="revTx" presStyleIdx="0" presStyleCnt="3">
        <dgm:presLayoutVars>
          <dgm:bulletEnabled val="1"/>
        </dgm:presLayoutVars>
      </dgm:prSet>
      <dgm:spPr/>
    </dgm:pt>
    <dgm:pt modelId="{98517128-BEB8-4743-846A-C3E079A80D01}" type="pres">
      <dgm:prSet presAssocID="{0DAA4604-483B-4466-9396-030888E9FF43}" presName="parentText" presStyleLbl="node1" presStyleIdx="1" presStyleCnt="3">
        <dgm:presLayoutVars>
          <dgm:chMax val="0"/>
          <dgm:bulletEnabled val="1"/>
        </dgm:presLayoutVars>
      </dgm:prSet>
      <dgm:spPr/>
    </dgm:pt>
    <dgm:pt modelId="{AA65CCE1-14D3-472A-B16F-8AF0507EEC2B}" type="pres">
      <dgm:prSet presAssocID="{0DAA4604-483B-4466-9396-030888E9FF43}" presName="childText" presStyleLbl="revTx" presStyleIdx="1" presStyleCnt="3">
        <dgm:presLayoutVars>
          <dgm:bulletEnabled val="1"/>
        </dgm:presLayoutVars>
      </dgm:prSet>
      <dgm:spPr/>
    </dgm:pt>
    <dgm:pt modelId="{480E11FC-FB9F-4723-9840-71F2E1CE232F}" type="pres">
      <dgm:prSet presAssocID="{1DAE19E0-7480-41D6-BBF3-A7180FF1F8A4}" presName="parentText" presStyleLbl="node1" presStyleIdx="2" presStyleCnt="3">
        <dgm:presLayoutVars>
          <dgm:chMax val="0"/>
          <dgm:bulletEnabled val="1"/>
        </dgm:presLayoutVars>
      </dgm:prSet>
      <dgm:spPr/>
    </dgm:pt>
    <dgm:pt modelId="{25A1FA4D-658B-43C4-986B-233491C37C7C}" type="pres">
      <dgm:prSet presAssocID="{1DAE19E0-7480-41D6-BBF3-A7180FF1F8A4}" presName="childText" presStyleLbl="revTx" presStyleIdx="2" presStyleCnt="3">
        <dgm:presLayoutVars>
          <dgm:bulletEnabled val="1"/>
        </dgm:presLayoutVars>
      </dgm:prSet>
      <dgm:spPr/>
    </dgm:pt>
  </dgm:ptLst>
  <dgm:cxnLst>
    <dgm:cxn modelId="{09976703-ED68-4044-9118-B3C74C9FC038}" srcId="{B424A239-82D9-4024-A0A5-B4BDD646F185}" destId="{479E5FA2-A288-4209-AEB8-5A9909725BBA}" srcOrd="0" destOrd="0" parTransId="{1BE79EA4-BC39-4AC9-8D9F-1DA7F843CC06}" sibTransId="{656637C0-1373-493B-A438-21ED19AD0BB6}"/>
    <dgm:cxn modelId="{00E2521F-4F8A-4294-B6D7-38873131F723}" srcId="{0DAA4604-483B-4466-9396-030888E9FF43}" destId="{4B2C9A89-64EB-4AE5-A770-E7A7968574F4}" srcOrd="0" destOrd="0" parTransId="{94E936DF-3709-4E24-BA7E-72B61DB8A545}" sibTransId="{3CCC8500-3FD8-4A0E-BF19-E8530525D8CE}"/>
    <dgm:cxn modelId="{B5439C62-5BB6-49FE-B567-6B8133243DD7}" type="presOf" srcId="{479E5FA2-A288-4209-AEB8-5A9909725BBA}" destId="{27AA9514-6D29-4DD0-A20F-69B70FFDDFDC}" srcOrd="0" destOrd="0" presId="urn:microsoft.com/office/officeart/2005/8/layout/vList2"/>
    <dgm:cxn modelId="{0F18CC68-E278-448A-9FA4-ECE09955DE2F}" type="presOf" srcId="{0DAA4604-483B-4466-9396-030888E9FF43}" destId="{98517128-BEB8-4743-846A-C3E079A80D01}" srcOrd="0" destOrd="0" presId="urn:microsoft.com/office/officeart/2005/8/layout/vList2"/>
    <dgm:cxn modelId="{11C9C76E-9C81-4712-97D0-CCC72633FC9D}" srcId="{D19CEB68-8F7C-4ADC-AD1E-2A83C6CEE8A3}" destId="{B424A239-82D9-4024-A0A5-B4BDD646F185}" srcOrd="0" destOrd="0" parTransId="{8E8D18BE-6314-4A51-882F-0B53E47868B4}" sibTransId="{12802BF8-7A37-4D8B-8FFB-31788250E690}"/>
    <dgm:cxn modelId="{DD18095A-E07F-425F-B5B5-485B99CF4D89}" type="presOf" srcId="{1DAE19E0-7480-41D6-BBF3-A7180FF1F8A4}" destId="{480E11FC-FB9F-4723-9840-71F2E1CE232F}" srcOrd="0" destOrd="0" presId="urn:microsoft.com/office/officeart/2005/8/layout/vList2"/>
    <dgm:cxn modelId="{52946090-3F4F-42CD-A65B-D7B1D39265C7}" srcId="{D19CEB68-8F7C-4ADC-AD1E-2A83C6CEE8A3}" destId="{1DAE19E0-7480-41D6-BBF3-A7180FF1F8A4}" srcOrd="2" destOrd="0" parTransId="{193B13A0-50C9-43F0-84D8-B4E069752F08}" sibTransId="{6CE3A1A0-C83D-489D-9FC1-12D646ABC0DD}"/>
    <dgm:cxn modelId="{53F7E698-6787-40BA-A479-C30D7B248A69}" type="presOf" srcId="{FB2CB852-A44D-4CD9-A523-E960BA5AD647}" destId="{25A1FA4D-658B-43C4-986B-233491C37C7C}" srcOrd="0" destOrd="0" presId="urn:microsoft.com/office/officeart/2005/8/layout/vList2"/>
    <dgm:cxn modelId="{8DE4C1A7-BC47-4141-BB1F-86DCBB799697}" type="presOf" srcId="{D19CEB68-8F7C-4ADC-AD1E-2A83C6CEE8A3}" destId="{A7308D83-C8B2-46E7-9D80-6AA7747E6F93}" srcOrd="0" destOrd="0" presId="urn:microsoft.com/office/officeart/2005/8/layout/vList2"/>
    <dgm:cxn modelId="{6A9AB7B3-94D3-4B03-B7AF-01A4DD1BA4D4}" type="presOf" srcId="{B424A239-82D9-4024-A0A5-B4BDD646F185}" destId="{AECEBC1E-76D7-4F35-8204-C253FF16A28D}" srcOrd="0" destOrd="0" presId="urn:microsoft.com/office/officeart/2005/8/layout/vList2"/>
    <dgm:cxn modelId="{0F42EDF1-06A6-44E9-BD64-0E9718AD85FA}" type="presOf" srcId="{4B2C9A89-64EB-4AE5-A770-E7A7968574F4}" destId="{AA65CCE1-14D3-472A-B16F-8AF0507EEC2B}" srcOrd="0" destOrd="0" presId="urn:microsoft.com/office/officeart/2005/8/layout/vList2"/>
    <dgm:cxn modelId="{9C4DE7F6-1335-44BE-8AED-16E84E090745}" srcId="{1DAE19E0-7480-41D6-BBF3-A7180FF1F8A4}" destId="{FB2CB852-A44D-4CD9-A523-E960BA5AD647}" srcOrd="0" destOrd="0" parTransId="{A3231848-66BE-460A-8561-5CD4954A0A88}" sibTransId="{B4BBCA9B-3484-4151-B426-31861D982ECE}"/>
    <dgm:cxn modelId="{5B7EBBFD-5E2B-4BE5-85AB-F7F530E4F3BB}" srcId="{D19CEB68-8F7C-4ADC-AD1E-2A83C6CEE8A3}" destId="{0DAA4604-483B-4466-9396-030888E9FF43}" srcOrd="1" destOrd="0" parTransId="{1FCA718B-7027-46F7-96CA-E254E51D84A5}" sibTransId="{5D274C65-7D94-4F23-8D84-8BE3588F9C81}"/>
    <dgm:cxn modelId="{963EE04F-FFBB-49E7-AF27-C10E4733F57A}" type="presParOf" srcId="{A7308D83-C8B2-46E7-9D80-6AA7747E6F93}" destId="{AECEBC1E-76D7-4F35-8204-C253FF16A28D}" srcOrd="0" destOrd="0" presId="urn:microsoft.com/office/officeart/2005/8/layout/vList2"/>
    <dgm:cxn modelId="{85CBAA2C-1506-4EC4-A9CC-6765EF27F1F4}" type="presParOf" srcId="{A7308D83-C8B2-46E7-9D80-6AA7747E6F93}" destId="{27AA9514-6D29-4DD0-A20F-69B70FFDDFDC}" srcOrd="1" destOrd="0" presId="urn:microsoft.com/office/officeart/2005/8/layout/vList2"/>
    <dgm:cxn modelId="{FB4C27C6-3EE3-4BC9-BB20-E3C00C2651A4}" type="presParOf" srcId="{A7308D83-C8B2-46E7-9D80-6AA7747E6F93}" destId="{98517128-BEB8-4743-846A-C3E079A80D01}" srcOrd="2" destOrd="0" presId="urn:microsoft.com/office/officeart/2005/8/layout/vList2"/>
    <dgm:cxn modelId="{CB38100B-C0AA-4386-AEB4-4F912E0C4423}" type="presParOf" srcId="{A7308D83-C8B2-46E7-9D80-6AA7747E6F93}" destId="{AA65CCE1-14D3-472A-B16F-8AF0507EEC2B}" srcOrd="3" destOrd="0" presId="urn:microsoft.com/office/officeart/2005/8/layout/vList2"/>
    <dgm:cxn modelId="{04F3370C-65FB-459B-92F7-3063A979AA13}" type="presParOf" srcId="{A7308D83-C8B2-46E7-9D80-6AA7747E6F93}" destId="{480E11FC-FB9F-4723-9840-71F2E1CE232F}" srcOrd="4" destOrd="0" presId="urn:microsoft.com/office/officeart/2005/8/layout/vList2"/>
    <dgm:cxn modelId="{82842E9C-F148-4156-817E-DAD3401CDAEA}" type="presParOf" srcId="{A7308D83-C8B2-46E7-9D80-6AA7747E6F93}" destId="{25A1FA4D-658B-43C4-986B-233491C37C7C}"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895E50B-4E6C-4267-99BF-3E01AAB2ABD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57B0DC4-F39B-48D2-BFB7-7D4C0D17042A}">
      <dgm:prSet/>
      <dgm:spPr/>
      <dgm:t>
        <a:bodyPr/>
        <a:lstStyle/>
        <a:p>
          <a:r>
            <a:rPr lang="es-ES"/>
            <a:t>PCIe SSD. En un disco PCIe SSD la unidad se conecta a un puerto PCI Express como si fuera una tarjeta interna adicional. De esta forma pueden funcionar mucho más rápido y no estar limitado por el estándar SATA. </a:t>
          </a:r>
          <a:endParaRPr lang="en-US"/>
        </a:p>
      </dgm:t>
    </dgm:pt>
    <dgm:pt modelId="{9D000E63-BA92-4027-A9C7-AC09E317BBAC}" type="parTrans" cxnId="{111BE52A-AEE5-4068-9EBE-AE33232DE98F}">
      <dgm:prSet/>
      <dgm:spPr/>
      <dgm:t>
        <a:bodyPr/>
        <a:lstStyle/>
        <a:p>
          <a:endParaRPr lang="en-US"/>
        </a:p>
      </dgm:t>
    </dgm:pt>
    <dgm:pt modelId="{E8C25154-34D9-49A5-BAC4-47C474C3876E}" type="sibTrans" cxnId="{111BE52A-AEE5-4068-9EBE-AE33232DE98F}">
      <dgm:prSet/>
      <dgm:spPr/>
      <dgm:t>
        <a:bodyPr/>
        <a:lstStyle/>
        <a:p>
          <a:endParaRPr lang="en-US"/>
        </a:p>
      </dgm:t>
    </dgm:pt>
    <dgm:pt modelId="{B82C6402-5327-4600-A8CB-03451A2CAB58}">
      <dgm:prSet/>
      <dgm:spPr/>
      <dgm:t>
        <a:bodyPr/>
        <a:lstStyle/>
        <a:p>
          <a:r>
            <a:rPr lang="es-ES"/>
            <a:t>Sata SSD. Utiliza el mismo conector que un disco duro normal.</a:t>
          </a:r>
          <a:endParaRPr lang="en-US"/>
        </a:p>
      </dgm:t>
    </dgm:pt>
    <dgm:pt modelId="{CB7C0D59-EEE1-443B-B0F9-98987F9CD4FF}" type="parTrans" cxnId="{3FC14BC0-B4D9-4877-BB49-87219E3888AD}">
      <dgm:prSet/>
      <dgm:spPr/>
      <dgm:t>
        <a:bodyPr/>
        <a:lstStyle/>
        <a:p>
          <a:endParaRPr lang="en-US"/>
        </a:p>
      </dgm:t>
    </dgm:pt>
    <dgm:pt modelId="{92344399-7306-476B-BE9F-F65F260D50B9}" type="sibTrans" cxnId="{3FC14BC0-B4D9-4877-BB49-87219E3888AD}">
      <dgm:prSet/>
      <dgm:spPr/>
      <dgm:t>
        <a:bodyPr/>
        <a:lstStyle/>
        <a:p>
          <a:endParaRPr lang="en-US"/>
        </a:p>
      </dgm:t>
    </dgm:pt>
    <dgm:pt modelId="{B8050AA0-808E-4263-9ACD-8C9BB056FA52}" type="pres">
      <dgm:prSet presAssocID="{5895E50B-4E6C-4267-99BF-3E01AAB2ABDA}" presName="root" presStyleCnt="0">
        <dgm:presLayoutVars>
          <dgm:dir/>
          <dgm:resizeHandles val="exact"/>
        </dgm:presLayoutVars>
      </dgm:prSet>
      <dgm:spPr/>
    </dgm:pt>
    <dgm:pt modelId="{C5BA38B9-822F-4C09-ABBB-7A0E6374C14F}" type="pres">
      <dgm:prSet presAssocID="{357B0DC4-F39B-48D2-BFB7-7D4C0D17042A}" presName="compNode" presStyleCnt="0"/>
      <dgm:spPr/>
    </dgm:pt>
    <dgm:pt modelId="{7453B017-7670-449B-B1D4-DDD237F5A2E1}" type="pres">
      <dgm:prSet presAssocID="{357B0DC4-F39B-48D2-BFB7-7D4C0D17042A}" presName="bgRect" presStyleLbl="bgShp" presStyleIdx="0" presStyleCnt="2"/>
      <dgm:spPr/>
    </dgm:pt>
    <dgm:pt modelId="{B07C9254-1D3A-491E-8A3B-4A579BB51D84}" type="pres">
      <dgm:prSet presAssocID="{357B0DC4-F39B-48D2-BFB7-7D4C0D17042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rdenador"/>
        </a:ext>
      </dgm:extLst>
    </dgm:pt>
    <dgm:pt modelId="{8725E4FA-C45E-406D-8233-C54AC9719A20}" type="pres">
      <dgm:prSet presAssocID="{357B0DC4-F39B-48D2-BFB7-7D4C0D17042A}" presName="spaceRect" presStyleCnt="0"/>
      <dgm:spPr/>
    </dgm:pt>
    <dgm:pt modelId="{6F0B4889-3E43-4456-9E84-7C0D1CA41F97}" type="pres">
      <dgm:prSet presAssocID="{357B0DC4-F39B-48D2-BFB7-7D4C0D17042A}" presName="parTx" presStyleLbl="revTx" presStyleIdx="0" presStyleCnt="2">
        <dgm:presLayoutVars>
          <dgm:chMax val="0"/>
          <dgm:chPref val="0"/>
        </dgm:presLayoutVars>
      </dgm:prSet>
      <dgm:spPr/>
    </dgm:pt>
    <dgm:pt modelId="{00F1FEAE-1770-42E4-ABF6-EE868AF6D023}" type="pres">
      <dgm:prSet presAssocID="{E8C25154-34D9-49A5-BAC4-47C474C3876E}" presName="sibTrans" presStyleCnt="0"/>
      <dgm:spPr/>
    </dgm:pt>
    <dgm:pt modelId="{7DF14E8D-29AA-4082-9125-A70AB84DBD03}" type="pres">
      <dgm:prSet presAssocID="{B82C6402-5327-4600-A8CB-03451A2CAB58}" presName="compNode" presStyleCnt="0"/>
      <dgm:spPr/>
    </dgm:pt>
    <dgm:pt modelId="{0DB1A2A0-DDB6-472F-B90E-530424ECD074}" type="pres">
      <dgm:prSet presAssocID="{B82C6402-5327-4600-A8CB-03451A2CAB58}" presName="bgRect" presStyleLbl="bgShp" presStyleIdx="1" presStyleCnt="2"/>
      <dgm:spPr/>
    </dgm:pt>
    <dgm:pt modelId="{31D537B7-844E-4A8E-B3C4-EA0565143A18}" type="pres">
      <dgm:prSet presAssocID="{B82C6402-5327-4600-A8CB-03451A2CAB5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J"/>
        </a:ext>
      </dgm:extLst>
    </dgm:pt>
    <dgm:pt modelId="{758AFE1F-90D5-4E38-80E4-EEFB93F6F039}" type="pres">
      <dgm:prSet presAssocID="{B82C6402-5327-4600-A8CB-03451A2CAB58}" presName="spaceRect" presStyleCnt="0"/>
      <dgm:spPr/>
    </dgm:pt>
    <dgm:pt modelId="{BD5E2752-25FE-4F15-A85A-623254513A7B}" type="pres">
      <dgm:prSet presAssocID="{B82C6402-5327-4600-A8CB-03451A2CAB58}" presName="parTx" presStyleLbl="revTx" presStyleIdx="1" presStyleCnt="2">
        <dgm:presLayoutVars>
          <dgm:chMax val="0"/>
          <dgm:chPref val="0"/>
        </dgm:presLayoutVars>
      </dgm:prSet>
      <dgm:spPr/>
    </dgm:pt>
  </dgm:ptLst>
  <dgm:cxnLst>
    <dgm:cxn modelId="{8799C90A-30B2-4504-8BF5-25D9C535BFA4}" type="presOf" srcId="{357B0DC4-F39B-48D2-BFB7-7D4C0D17042A}" destId="{6F0B4889-3E43-4456-9E84-7C0D1CA41F97}" srcOrd="0" destOrd="0" presId="urn:microsoft.com/office/officeart/2018/2/layout/IconVerticalSolidList"/>
    <dgm:cxn modelId="{111BE52A-AEE5-4068-9EBE-AE33232DE98F}" srcId="{5895E50B-4E6C-4267-99BF-3E01AAB2ABDA}" destId="{357B0DC4-F39B-48D2-BFB7-7D4C0D17042A}" srcOrd="0" destOrd="0" parTransId="{9D000E63-BA92-4027-A9C7-AC09E317BBAC}" sibTransId="{E8C25154-34D9-49A5-BAC4-47C474C3876E}"/>
    <dgm:cxn modelId="{630ABDB5-71BF-42CF-8EA4-48C399873C60}" type="presOf" srcId="{B82C6402-5327-4600-A8CB-03451A2CAB58}" destId="{BD5E2752-25FE-4F15-A85A-623254513A7B}" srcOrd="0" destOrd="0" presId="urn:microsoft.com/office/officeart/2018/2/layout/IconVerticalSolidList"/>
    <dgm:cxn modelId="{3FC14BC0-B4D9-4877-BB49-87219E3888AD}" srcId="{5895E50B-4E6C-4267-99BF-3E01AAB2ABDA}" destId="{B82C6402-5327-4600-A8CB-03451A2CAB58}" srcOrd="1" destOrd="0" parTransId="{CB7C0D59-EEE1-443B-B0F9-98987F9CD4FF}" sibTransId="{92344399-7306-476B-BE9F-F65F260D50B9}"/>
    <dgm:cxn modelId="{F5DF37D3-AA5B-4500-9D11-B15C4A00F552}" type="presOf" srcId="{5895E50B-4E6C-4267-99BF-3E01AAB2ABDA}" destId="{B8050AA0-808E-4263-9ACD-8C9BB056FA52}" srcOrd="0" destOrd="0" presId="urn:microsoft.com/office/officeart/2018/2/layout/IconVerticalSolidList"/>
    <dgm:cxn modelId="{05B11937-799D-489F-AC55-143A743AC3E5}" type="presParOf" srcId="{B8050AA0-808E-4263-9ACD-8C9BB056FA52}" destId="{C5BA38B9-822F-4C09-ABBB-7A0E6374C14F}" srcOrd="0" destOrd="0" presId="urn:microsoft.com/office/officeart/2018/2/layout/IconVerticalSolidList"/>
    <dgm:cxn modelId="{2458A3C4-2E1E-4398-AF08-1EEFDECCC120}" type="presParOf" srcId="{C5BA38B9-822F-4C09-ABBB-7A0E6374C14F}" destId="{7453B017-7670-449B-B1D4-DDD237F5A2E1}" srcOrd="0" destOrd="0" presId="urn:microsoft.com/office/officeart/2018/2/layout/IconVerticalSolidList"/>
    <dgm:cxn modelId="{A46E77F3-16F8-4F3F-B8C8-DEF90BF092DA}" type="presParOf" srcId="{C5BA38B9-822F-4C09-ABBB-7A0E6374C14F}" destId="{B07C9254-1D3A-491E-8A3B-4A579BB51D84}" srcOrd="1" destOrd="0" presId="urn:microsoft.com/office/officeart/2018/2/layout/IconVerticalSolidList"/>
    <dgm:cxn modelId="{F6D397F7-1E14-41C2-B298-EA1A5626E0C9}" type="presParOf" srcId="{C5BA38B9-822F-4C09-ABBB-7A0E6374C14F}" destId="{8725E4FA-C45E-406D-8233-C54AC9719A20}" srcOrd="2" destOrd="0" presId="urn:microsoft.com/office/officeart/2018/2/layout/IconVerticalSolidList"/>
    <dgm:cxn modelId="{B752AD63-D32A-4EC0-B8A4-D4D681B3AEEE}" type="presParOf" srcId="{C5BA38B9-822F-4C09-ABBB-7A0E6374C14F}" destId="{6F0B4889-3E43-4456-9E84-7C0D1CA41F97}" srcOrd="3" destOrd="0" presId="urn:microsoft.com/office/officeart/2018/2/layout/IconVerticalSolidList"/>
    <dgm:cxn modelId="{77DADE1D-3656-4E09-B765-2C1F3CE35681}" type="presParOf" srcId="{B8050AA0-808E-4263-9ACD-8C9BB056FA52}" destId="{00F1FEAE-1770-42E4-ABF6-EE868AF6D023}" srcOrd="1" destOrd="0" presId="urn:microsoft.com/office/officeart/2018/2/layout/IconVerticalSolidList"/>
    <dgm:cxn modelId="{3303DE2C-DE16-4053-9B29-70066B138AEA}" type="presParOf" srcId="{B8050AA0-808E-4263-9ACD-8C9BB056FA52}" destId="{7DF14E8D-29AA-4082-9125-A70AB84DBD03}" srcOrd="2" destOrd="0" presId="urn:microsoft.com/office/officeart/2018/2/layout/IconVerticalSolidList"/>
    <dgm:cxn modelId="{6F882418-46C3-4371-922B-70C8F49A856B}" type="presParOf" srcId="{7DF14E8D-29AA-4082-9125-A70AB84DBD03}" destId="{0DB1A2A0-DDB6-472F-B90E-530424ECD074}" srcOrd="0" destOrd="0" presId="urn:microsoft.com/office/officeart/2018/2/layout/IconVerticalSolidList"/>
    <dgm:cxn modelId="{158D0B40-F0D6-4B93-9F33-11C18FD48535}" type="presParOf" srcId="{7DF14E8D-29AA-4082-9125-A70AB84DBD03}" destId="{31D537B7-844E-4A8E-B3C4-EA0565143A18}" srcOrd="1" destOrd="0" presId="urn:microsoft.com/office/officeart/2018/2/layout/IconVerticalSolidList"/>
    <dgm:cxn modelId="{F20AE491-7538-4231-9A1E-605354B84FA8}" type="presParOf" srcId="{7DF14E8D-29AA-4082-9125-A70AB84DBD03}" destId="{758AFE1F-90D5-4E38-80E4-EEFB93F6F039}" srcOrd="2" destOrd="0" presId="urn:microsoft.com/office/officeart/2018/2/layout/IconVerticalSolidList"/>
    <dgm:cxn modelId="{CF575B58-1CCF-4FF6-9A5C-5F38674B748B}" type="presParOf" srcId="{7DF14E8D-29AA-4082-9125-A70AB84DBD03}" destId="{BD5E2752-25FE-4F15-A85A-623254513A7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74BD2-1DA1-4D62-963D-5EDDAA5551E2}">
      <dsp:nvSpPr>
        <dsp:cNvPr id="0" name=""/>
        <dsp:cNvSpPr/>
      </dsp:nvSpPr>
      <dsp:spPr>
        <a:xfrm>
          <a:off x="0" y="752"/>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E0D19B-B183-448B-B64C-10DDC75B936F}">
      <dsp:nvSpPr>
        <dsp:cNvPr id="0" name=""/>
        <dsp:cNvSpPr/>
      </dsp:nvSpPr>
      <dsp:spPr>
        <a:xfrm>
          <a:off x="532614" y="396911"/>
          <a:ext cx="968389" cy="9683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305ADB-93F6-4ED6-9F8D-C2AD38219BFE}">
      <dsp:nvSpPr>
        <dsp:cNvPr id="0" name=""/>
        <dsp:cNvSpPr/>
      </dsp:nvSpPr>
      <dsp:spPr>
        <a:xfrm>
          <a:off x="2033618" y="752"/>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66750">
            <a:lnSpc>
              <a:spcPct val="90000"/>
            </a:lnSpc>
            <a:spcBef>
              <a:spcPct val="0"/>
            </a:spcBef>
            <a:spcAft>
              <a:spcPct val="35000"/>
            </a:spcAft>
            <a:buNone/>
          </a:pPr>
          <a:r>
            <a:rPr lang="es-ES" sz="1500" kern="1200"/>
            <a:t>1) El circuito impreso. También conocido como PCB (Printed Circuit Board). Es un medio para sostener mecánicamente y conectar eléctricamente componentes electrónicos, a través de rutas o pistas de material conductor grabados en hojas de cobre laminadas sobre un sustrato no conductor.</a:t>
          </a:r>
          <a:endParaRPr lang="en-US" sz="1500" kern="1200"/>
        </a:p>
      </dsp:txBody>
      <dsp:txXfrm>
        <a:off x="2033618" y="752"/>
        <a:ext cx="5778943" cy="1760708"/>
      </dsp:txXfrm>
    </dsp:sp>
    <dsp:sp modelId="{29F9F601-04CE-4A45-B4CC-3B99C3AE2EE0}">
      <dsp:nvSpPr>
        <dsp:cNvPr id="0" name=""/>
        <dsp:cNvSpPr/>
      </dsp:nvSpPr>
      <dsp:spPr>
        <a:xfrm>
          <a:off x="0" y="2201638"/>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8D4DBE-5C9D-46D3-A048-BA687EDDF3B3}">
      <dsp:nvSpPr>
        <dsp:cNvPr id="0" name=""/>
        <dsp:cNvSpPr/>
      </dsp:nvSpPr>
      <dsp:spPr>
        <a:xfrm>
          <a:off x="532614" y="2597798"/>
          <a:ext cx="968389" cy="9683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18F3C7-CD15-4C96-85E2-1BE42FBB7D7E}">
      <dsp:nvSpPr>
        <dsp:cNvPr id="0" name=""/>
        <dsp:cNvSpPr/>
      </dsp:nvSpPr>
      <dsp:spPr>
        <a:xfrm>
          <a:off x="2033618" y="2201638"/>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66750">
            <a:lnSpc>
              <a:spcPct val="90000"/>
            </a:lnSpc>
            <a:spcBef>
              <a:spcPct val="0"/>
            </a:spcBef>
            <a:spcAft>
              <a:spcPct val="35000"/>
            </a:spcAft>
            <a:buNone/>
          </a:pPr>
          <a:r>
            <a:rPr lang="es-ES" sz="1500" kern="1200"/>
            <a:t>2) Zócalo del procesador o Socket. Es el conector donde se inserta el microprocesador. Los primeros microprocesadores estaban soldados a la placa base o insertados en zócalos de donde era imposible sacarlos.</a:t>
          </a:r>
          <a:endParaRPr lang="en-US" sz="1500" kern="1200"/>
        </a:p>
      </dsp:txBody>
      <dsp:txXfrm>
        <a:off x="2033618" y="2201638"/>
        <a:ext cx="5778943" cy="1760708"/>
      </dsp:txXfrm>
    </dsp:sp>
    <dsp:sp modelId="{F42D5950-D10A-4954-9742-B214734025F0}">
      <dsp:nvSpPr>
        <dsp:cNvPr id="0" name=""/>
        <dsp:cNvSpPr/>
      </dsp:nvSpPr>
      <dsp:spPr>
        <a:xfrm>
          <a:off x="0" y="4402524"/>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A5ACFC-A56D-4764-9968-62553AE5BDAB}">
      <dsp:nvSpPr>
        <dsp:cNvPr id="0" name=""/>
        <dsp:cNvSpPr/>
      </dsp:nvSpPr>
      <dsp:spPr>
        <a:xfrm>
          <a:off x="532614" y="4798684"/>
          <a:ext cx="968389" cy="9683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77E719-6F27-4607-887E-7DBC0F4CA6A5}">
      <dsp:nvSpPr>
        <dsp:cNvPr id="0" name=""/>
        <dsp:cNvSpPr/>
      </dsp:nvSpPr>
      <dsp:spPr>
        <a:xfrm>
          <a:off x="2033618" y="4402524"/>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66750">
            <a:lnSpc>
              <a:spcPct val="90000"/>
            </a:lnSpc>
            <a:spcBef>
              <a:spcPct val="0"/>
            </a:spcBef>
            <a:spcAft>
              <a:spcPct val="35000"/>
            </a:spcAft>
            <a:buNone/>
          </a:pPr>
          <a:r>
            <a:rPr lang="es-ES" sz="1500" kern="1200"/>
            <a:t>3) Zócalos de Memoria. Las placas base tienen entre 2 y 8 zócalos para la inserción de módulos de memoria SIMM o DIMM, este valor dependerá de las características del chipset de la placa base. Muchas placas base sólo admiten combinaciones determinadas de los módulos de memoria en sus zócalos. Las memorias se desarrollarán en un apartado posterior.</a:t>
          </a:r>
          <a:endParaRPr lang="en-US" sz="1500" kern="1200"/>
        </a:p>
      </dsp:txBody>
      <dsp:txXfrm>
        <a:off x="2033618" y="4402524"/>
        <a:ext cx="5778943" cy="17607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68A619-FCA2-4EB8-AD51-878B900F2F80}">
      <dsp:nvSpPr>
        <dsp:cNvPr id="0" name=""/>
        <dsp:cNvSpPr/>
      </dsp:nvSpPr>
      <dsp:spPr>
        <a:xfrm>
          <a:off x="0" y="752"/>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623CD-FF9A-434C-AC87-E20169C56248}">
      <dsp:nvSpPr>
        <dsp:cNvPr id="0" name=""/>
        <dsp:cNvSpPr/>
      </dsp:nvSpPr>
      <dsp:spPr>
        <a:xfrm>
          <a:off x="532614" y="396911"/>
          <a:ext cx="968389" cy="9683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2F7E62-8615-4B5D-9BF2-BDEEBEFAE0FB}">
      <dsp:nvSpPr>
        <dsp:cNvPr id="0" name=""/>
        <dsp:cNvSpPr/>
      </dsp:nvSpPr>
      <dsp:spPr>
        <a:xfrm>
          <a:off x="2033618" y="752"/>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22300">
            <a:lnSpc>
              <a:spcPct val="90000"/>
            </a:lnSpc>
            <a:spcBef>
              <a:spcPct val="0"/>
            </a:spcBef>
            <a:spcAft>
              <a:spcPct val="35000"/>
            </a:spcAft>
            <a:buNone/>
          </a:pPr>
          <a:r>
            <a:rPr lang="es-ES" sz="1400" kern="1200"/>
            <a:t>Memoria caché. Los ordenadores de cuarta y quinta generación usaban una caché secundaria, de nivel 2 o caché L2 integrada en la placa base. A partir de la sexta generación la caché de nivel 2 se integró en el propio microprocesador. Los de octava generación integran los niveles L3 y L4 (eDRAM).</a:t>
          </a:r>
          <a:endParaRPr lang="en-US" sz="1400" kern="1200"/>
        </a:p>
      </dsp:txBody>
      <dsp:txXfrm>
        <a:off x="2033618" y="752"/>
        <a:ext cx="5778943" cy="1760708"/>
      </dsp:txXfrm>
    </dsp:sp>
    <dsp:sp modelId="{8890F260-7522-403D-A622-18D4C67186C4}">
      <dsp:nvSpPr>
        <dsp:cNvPr id="0" name=""/>
        <dsp:cNvSpPr/>
      </dsp:nvSpPr>
      <dsp:spPr>
        <a:xfrm>
          <a:off x="0" y="2201638"/>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044ED3-7936-476C-B75D-0516D8738DE7}">
      <dsp:nvSpPr>
        <dsp:cNvPr id="0" name=""/>
        <dsp:cNvSpPr/>
      </dsp:nvSpPr>
      <dsp:spPr>
        <a:xfrm>
          <a:off x="532614" y="2597798"/>
          <a:ext cx="968389" cy="9683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1D6F12-5701-49CD-9D6F-AF2EC058F131}">
      <dsp:nvSpPr>
        <dsp:cNvPr id="0" name=""/>
        <dsp:cNvSpPr/>
      </dsp:nvSpPr>
      <dsp:spPr>
        <a:xfrm>
          <a:off x="2033618" y="2201638"/>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22300">
            <a:lnSpc>
              <a:spcPct val="90000"/>
            </a:lnSpc>
            <a:spcBef>
              <a:spcPct val="0"/>
            </a:spcBef>
            <a:spcAft>
              <a:spcPct val="35000"/>
            </a:spcAft>
            <a:buNone/>
          </a:pPr>
          <a:r>
            <a:rPr lang="es-ES" sz="1400" kern="1200">
              <a:hlinkClick xmlns:r="http://schemas.openxmlformats.org/officeDocument/2006/relationships" r:id="rId5"/>
            </a:rPr>
            <a:t>https://www.muycomputer.com/2015/09/26/core-i7-5775c-128-mb-de-l4/</a:t>
          </a:r>
          <a:endParaRPr lang="en-US" sz="1400" kern="1200"/>
        </a:p>
      </dsp:txBody>
      <dsp:txXfrm>
        <a:off x="2033618" y="2201638"/>
        <a:ext cx="5778943" cy="1760708"/>
      </dsp:txXfrm>
    </dsp:sp>
    <dsp:sp modelId="{20817245-2AA6-4480-AA2A-52932E188D05}">
      <dsp:nvSpPr>
        <dsp:cNvPr id="0" name=""/>
        <dsp:cNvSpPr/>
      </dsp:nvSpPr>
      <dsp:spPr>
        <a:xfrm>
          <a:off x="0" y="4402524"/>
          <a:ext cx="7812562" cy="1760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1C813A-E666-49EC-86E2-578300F64EA0}">
      <dsp:nvSpPr>
        <dsp:cNvPr id="0" name=""/>
        <dsp:cNvSpPr/>
      </dsp:nvSpPr>
      <dsp:spPr>
        <a:xfrm>
          <a:off x="532614" y="4798684"/>
          <a:ext cx="968389" cy="968389"/>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7556FE-35B6-4042-8828-067F11A39834}">
      <dsp:nvSpPr>
        <dsp:cNvPr id="0" name=""/>
        <dsp:cNvSpPr/>
      </dsp:nvSpPr>
      <dsp:spPr>
        <a:xfrm>
          <a:off x="2033618" y="4402524"/>
          <a:ext cx="5778943" cy="1760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42" tIns="186342" rIns="186342" bIns="186342" numCol="1" spcCol="1270" anchor="ctr" anchorCtr="0">
          <a:noAutofit/>
        </a:bodyPr>
        <a:lstStyle/>
        <a:p>
          <a:pPr marL="0" lvl="0" indent="0" algn="l" defTabSz="622300">
            <a:lnSpc>
              <a:spcPct val="90000"/>
            </a:lnSpc>
            <a:spcBef>
              <a:spcPct val="0"/>
            </a:spcBef>
            <a:spcAft>
              <a:spcPct val="35000"/>
            </a:spcAft>
            <a:buNone/>
          </a:pPr>
          <a:r>
            <a:rPr lang="es-ES" sz="1400" kern="1200"/>
            <a:t>5) Slots de Buses. Estas ranuras sirven para aumentar las capacidades del sistema. En ellas se insertan tarjetas y controladoras de entrada-salida. Con el paso de los años se han ido estandarizando varios tipos de buses como ISA, EISA, MCA, PCI o AGP. Hoy día los más habituales son PCI, AGP y PCI-Express. Se desarrollarán en un apartado posterior. Los discos de estado sólido (SSD) usan ranuras SATA, PCI-Express 4x o M.2.</a:t>
          </a:r>
          <a:endParaRPr lang="en-US" sz="1400" kern="1200"/>
        </a:p>
      </dsp:txBody>
      <dsp:txXfrm>
        <a:off x="2033618" y="4402524"/>
        <a:ext cx="5778943" cy="17607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68A619-FCA2-4EB8-AD51-878B900F2F80}">
      <dsp:nvSpPr>
        <dsp:cNvPr id="0" name=""/>
        <dsp:cNvSpPr/>
      </dsp:nvSpPr>
      <dsp:spPr>
        <a:xfrm>
          <a:off x="0" y="1993"/>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623CD-FF9A-434C-AC87-E20169C56248}">
      <dsp:nvSpPr>
        <dsp:cNvPr id="0" name=""/>
        <dsp:cNvSpPr/>
      </dsp:nvSpPr>
      <dsp:spPr>
        <a:xfrm>
          <a:off x="257020" y="193166"/>
          <a:ext cx="467310" cy="4673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2F7E62-8615-4B5D-9BF2-BDEEBEFAE0FB}">
      <dsp:nvSpPr>
        <dsp:cNvPr id="0" name=""/>
        <dsp:cNvSpPr/>
      </dsp:nvSpPr>
      <dsp:spPr>
        <a:xfrm>
          <a:off x="981351" y="1993"/>
          <a:ext cx="3515652"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a:lnSpc>
              <a:spcPct val="100000"/>
            </a:lnSpc>
            <a:spcBef>
              <a:spcPct val="0"/>
            </a:spcBef>
            <a:spcAft>
              <a:spcPct val="35000"/>
            </a:spcAft>
            <a:buNone/>
          </a:pPr>
          <a:r>
            <a:rPr lang="es-ES" sz="1900" kern="1200">
              <a:latin typeface="Calibri Light" panose="020F0302020204030204"/>
            </a:rPr>
            <a:t>Chipset</a:t>
          </a:r>
          <a:endParaRPr lang="es-ES" sz="1900" kern="1200"/>
        </a:p>
      </dsp:txBody>
      <dsp:txXfrm>
        <a:off x="981351" y="1993"/>
        <a:ext cx="3515652" cy="849654"/>
      </dsp:txXfrm>
    </dsp:sp>
    <dsp:sp modelId="{5B129B59-2475-4802-AFDD-1103560AF31D}">
      <dsp:nvSpPr>
        <dsp:cNvPr id="0" name=""/>
        <dsp:cNvSpPr/>
      </dsp:nvSpPr>
      <dsp:spPr>
        <a:xfrm>
          <a:off x="4497004" y="1993"/>
          <a:ext cx="3315557"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00100">
            <a:lnSpc>
              <a:spcPct val="100000"/>
            </a:lnSpc>
            <a:spcBef>
              <a:spcPct val="0"/>
            </a:spcBef>
            <a:spcAft>
              <a:spcPct val="35000"/>
            </a:spcAft>
            <a:buNone/>
          </a:pPr>
          <a:r>
            <a:rPr lang="es-ES" sz="1800" kern="1200">
              <a:latin typeface="Calibri Light" panose="020F0302020204030204"/>
            </a:rPr>
            <a:t>NorthBridge</a:t>
          </a:r>
        </a:p>
        <a:p>
          <a:pPr marL="0" lvl="0" indent="0" algn="l" defTabSz="800100">
            <a:lnSpc>
              <a:spcPct val="100000"/>
            </a:lnSpc>
            <a:spcBef>
              <a:spcPct val="0"/>
            </a:spcBef>
            <a:spcAft>
              <a:spcPct val="35000"/>
            </a:spcAft>
            <a:buNone/>
          </a:pPr>
          <a:r>
            <a:rPr lang="es-ES" sz="1800" kern="1200">
              <a:latin typeface="Calibri Light" panose="020F0302020204030204"/>
            </a:rPr>
            <a:t>SouthBridge</a:t>
          </a:r>
        </a:p>
      </dsp:txBody>
      <dsp:txXfrm>
        <a:off x="4497004" y="1993"/>
        <a:ext cx="3315557" cy="849654"/>
      </dsp:txXfrm>
    </dsp:sp>
    <dsp:sp modelId="{09ABED06-D7AD-4005-8757-A880546F98FD}">
      <dsp:nvSpPr>
        <dsp:cNvPr id="0" name=""/>
        <dsp:cNvSpPr/>
      </dsp:nvSpPr>
      <dsp:spPr>
        <a:xfrm>
          <a:off x="0" y="1064062"/>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EE19C9-72C2-4F31-8AB0-8F3BEAB62713}">
      <dsp:nvSpPr>
        <dsp:cNvPr id="0" name=""/>
        <dsp:cNvSpPr/>
      </dsp:nvSpPr>
      <dsp:spPr>
        <a:xfrm>
          <a:off x="257020" y="1255234"/>
          <a:ext cx="467310" cy="467310"/>
        </a:xfrm>
        <a:prstGeom prst="rect">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BC06E8-3AD4-42DA-9CB9-C38DCAC2FA7C}">
      <dsp:nvSpPr>
        <dsp:cNvPr id="0" name=""/>
        <dsp:cNvSpPr/>
      </dsp:nvSpPr>
      <dsp:spPr>
        <a:xfrm>
          <a:off x="981351" y="1064062"/>
          <a:ext cx="6831210"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a:lnSpc>
              <a:spcPct val="100000"/>
            </a:lnSpc>
            <a:spcBef>
              <a:spcPct val="0"/>
            </a:spcBef>
            <a:spcAft>
              <a:spcPct val="35000"/>
            </a:spcAft>
            <a:buNone/>
          </a:pPr>
          <a:r>
            <a:rPr lang="es-ES" sz="1900" kern="1200">
              <a:latin typeface="Calibri Light" panose="020F0302020204030204"/>
            </a:rPr>
            <a:t>BIOS</a:t>
          </a:r>
        </a:p>
      </dsp:txBody>
      <dsp:txXfrm>
        <a:off x="981351" y="1064062"/>
        <a:ext cx="6831210" cy="849654"/>
      </dsp:txXfrm>
    </dsp:sp>
    <dsp:sp modelId="{FD5FC5D8-1491-4581-8DFA-495FCC3C0B86}">
      <dsp:nvSpPr>
        <dsp:cNvPr id="0" name=""/>
        <dsp:cNvSpPr/>
      </dsp:nvSpPr>
      <dsp:spPr>
        <a:xfrm>
          <a:off x="0" y="2126131"/>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49D0D7-CF3E-478B-A42D-7F89E14AFE10}">
      <dsp:nvSpPr>
        <dsp:cNvPr id="0" name=""/>
        <dsp:cNvSpPr/>
      </dsp:nvSpPr>
      <dsp:spPr>
        <a:xfrm>
          <a:off x="257020" y="2317303"/>
          <a:ext cx="467310" cy="467310"/>
        </a:xfrm>
        <a:prstGeom prst="rect">
          <a:avLst/>
        </a:prstGeom>
        <a:solidFill>
          <a:schemeClr val="accent4">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29E3A4-ABC6-466C-918F-796636DB8380}">
      <dsp:nvSpPr>
        <dsp:cNvPr id="0" name=""/>
        <dsp:cNvSpPr/>
      </dsp:nvSpPr>
      <dsp:spPr>
        <a:xfrm>
          <a:off x="981351" y="2126131"/>
          <a:ext cx="6831210"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a:lnSpc>
              <a:spcPct val="100000"/>
            </a:lnSpc>
            <a:spcBef>
              <a:spcPct val="0"/>
            </a:spcBef>
            <a:spcAft>
              <a:spcPct val="35000"/>
            </a:spcAft>
            <a:buNone/>
          </a:pPr>
          <a:r>
            <a:rPr lang="es-ES" sz="1900" kern="1200">
              <a:latin typeface="Calibri Light" panose="020F0302020204030204"/>
            </a:rPr>
            <a:t>PILA</a:t>
          </a:r>
        </a:p>
      </dsp:txBody>
      <dsp:txXfrm>
        <a:off x="981351" y="2126131"/>
        <a:ext cx="6831210" cy="849654"/>
      </dsp:txXfrm>
    </dsp:sp>
    <dsp:sp modelId="{72144FBA-6413-4D85-80DE-F9E5097E5C5A}">
      <dsp:nvSpPr>
        <dsp:cNvPr id="0" name=""/>
        <dsp:cNvSpPr/>
      </dsp:nvSpPr>
      <dsp:spPr>
        <a:xfrm>
          <a:off x="0" y="3188199"/>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9853F9-F1AC-4F29-9091-6DBCC820C5D9}">
      <dsp:nvSpPr>
        <dsp:cNvPr id="0" name=""/>
        <dsp:cNvSpPr/>
      </dsp:nvSpPr>
      <dsp:spPr>
        <a:xfrm>
          <a:off x="257020" y="3379372"/>
          <a:ext cx="467310" cy="467310"/>
        </a:xfrm>
        <a:prstGeom prst="rect">
          <a:avLst/>
        </a:prstGeom>
        <a:solidFill>
          <a:schemeClr val="accent5">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3673C-BAE4-4DAA-B9D1-D8DB013AF690}">
      <dsp:nvSpPr>
        <dsp:cNvPr id="0" name=""/>
        <dsp:cNvSpPr/>
      </dsp:nvSpPr>
      <dsp:spPr>
        <a:xfrm>
          <a:off x="981351" y="3188199"/>
          <a:ext cx="6831210"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a:lnSpc>
              <a:spcPct val="100000"/>
            </a:lnSpc>
            <a:spcBef>
              <a:spcPct val="0"/>
            </a:spcBef>
            <a:spcAft>
              <a:spcPct val="35000"/>
            </a:spcAft>
            <a:buNone/>
          </a:pPr>
          <a:r>
            <a:rPr lang="es-ES" sz="1900" kern="1200">
              <a:latin typeface="Calibri Light" panose="020F0302020204030204"/>
            </a:rPr>
            <a:t>CONECTOR DE ALIMENTACIÓN</a:t>
          </a:r>
        </a:p>
      </dsp:txBody>
      <dsp:txXfrm>
        <a:off x="981351" y="3188199"/>
        <a:ext cx="6831210" cy="849654"/>
      </dsp:txXfrm>
    </dsp:sp>
    <dsp:sp modelId="{F9C24B82-D845-48F6-B6D7-361292FB649A}">
      <dsp:nvSpPr>
        <dsp:cNvPr id="0" name=""/>
        <dsp:cNvSpPr/>
      </dsp:nvSpPr>
      <dsp:spPr>
        <a:xfrm>
          <a:off x="0" y="4250268"/>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A85E09-F77A-4191-8245-E54D237AB503}">
      <dsp:nvSpPr>
        <dsp:cNvPr id="0" name=""/>
        <dsp:cNvSpPr/>
      </dsp:nvSpPr>
      <dsp:spPr>
        <a:xfrm>
          <a:off x="257020" y="4441440"/>
          <a:ext cx="467310" cy="467310"/>
        </a:xfrm>
        <a:prstGeom prst="rect">
          <a:avLst/>
        </a:prstGeom>
        <a:solidFill>
          <a:schemeClr val="accent6">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46A4FA-53E0-4102-974B-25276BEB4AA6}">
      <dsp:nvSpPr>
        <dsp:cNvPr id="0" name=""/>
        <dsp:cNvSpPr/>
      </dsp:nvSpPr>
      <dsp:spPr>
        <a:xfrm>
          <a:off x="981351" y="4250268"/>
          <a:ext cx="6831210"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rtl="0">
            <a:lnSpc>
              <a:spcPct val="100000"/>
            </a:lnSpc>
            <a:spcBef>
              <a:spcPct val="0"/>
            </a:spcBef>
            <a:spcAft>
              <a:spcPct val="35000"/>
            </a:spcAft>
            <a:buNone/>
          </a:pPr>
          <a:r>
            <a:rPr lang="es-ES" sz="1900" kern="1200">
              <a:latin typeface="Calibri Light" panose="020F0302020204030204"/>
            </a:rPr>
            <a:t>JUMPERS</a:t>
          </a:r>
        </a:p>
      </dsp:txBody>
      <dsp:txXfrm>
        <a:off x="981351" y="4250268"/>
        <a:ext cx="6831210" cy="849654"/>
      </dsp:txXfrm>
    </dsp:sp>
    <dsp:sp modelId="{70CCA25B-EB28-4EAC-A769-4B491DED4911}">
      <dsp:nvSpPr>
        <dsp:cNvPr id="0" name=""/>
        <dsp:cNvSpPr/>
      </dsp:nvSpPr>
      <dsp:spPr>
        <a:xfrm>
          <a:off x="0" y="5312337"/>
          <a:ext cx="7812562" cy="8496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4440FD-1162-4D5E-B394-EB845E73EA1A}">
      <dsp:nvSpPr>
        <dsp:cNvPr id="0" name=""/>
        <dsp:cNvSpPr/>
      </dsp:nvSpPr>
      <dsp:spPr>
        <a:xfrm>
          <a:off x="257020" y="5503509"/>
          <a:ext cx="467310" cy="467310"/>
        </a:xfrm>
        <a:prstGeom prst="rect">
          <a:avLst/>
        </a:prstGeom>
        <a:solidFill>
          <a:schemeClr val="accent2">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0F8F37-BB60-4092-889A-6813D1A952A0}">
      <dsp:nvSpPr>
        <dsp:cNvPr id="0" name=""/>
        <dsp:cNvSpPr/>
      </dsp:nvSpPr>
      <dsp:spPr>
        <a:xfrm>
          <a:off x="981351" y="5312337"/>
          <a:ext cx="6831210" cy="849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922" tIns="89922" rIns="89922" bIns="89922" numCol="1" spcCol="1270" anchor="ctr" anchorCtr="0">
          <a:noAutofit/>
        </a:bodyPr>
        <a:lstStyle/>
        <a:p>
          <a:pPr marL="0" lvl="0" indent="0" algn="l" defTabSz="844550" rtl="0">
            <a:lnSpc>
              <a:spcPct val="100000"/>
            </a:lnSpc>
            <a:spcBef>
              <a:spcPct val="0"/>
            </a:spcBef>
            <a:spcAft>
              <a:spcPct val="35000"/>
            </a:spcAft>
            <a:buNone/>
          </a:pPr>
          <a:r>
            <a:rPr lang="es-ES" sz="1900" kern="1200">
              <a:latin typeface="Calibri Light" panose="020F0302020204030204"/>
            </a:rPr>
            <a:t>CONECTORES DEL PANEL FRONTAL</a:t>
          </a:r>
        </a:p>
      </dsp:txBody>
      <dsp:txXfrm>
        <a:off x="981351" y="5312337"/>
        <a:ext cx="6831210" cy="8496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37E94-057C-41C1-BB1C-0A3DD6966BCD}">
      <dsp:nvSpPr>
        <dsp:cNvPr id="0" name=""/>
        <dsp:cNvSpPr/>
      </dsp:nvSpPr>
      <dsp:spPr>
        <a:xfrm>
          <a:off x="898829" y="288"/>
          <a:ext cx="1001496" cy="10014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D21C7-2549-41E3-AD6C-F35841B33B3E}">
      <dsp:nvSpPr>
        <dsp:cNvPr id="0" name=""/>
        <dsp:cNvSpPr/>
      </dsp:nvSpPr>
      <dsp:spPr>
        <a:xfrm>
          <a:off x="1112262" y="213721"/>
          <a:ext cx="574628" cy="574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0B4147-7DA8-4115-91D4-08E45E77F821}">
      <dsp:nvSpPr>
        <dsp:cNvPr id="0" name=""/>
        <dsp:cNvSpPr/>
      </dsp:nvSpPr>
      <dsp:spPr>
        <a:xfrm>
          <a:off x="578678"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Frecuencia</a:t>
          </a:r>
          <a:r>
            <a:rPr lang="en-US" sz="1500" kern="1200" dirty="0"/>
            <a:t> de </a:t>
          </a:r>
          <a:r>
            <a:rPr lang="en-US" sz="1500" kern="1200" dirty="0" err="1"/>
            <a:t>Reloj</a:t>
          </a:r>
          <a:endParaRPr lang="en-US" sz="1500" kern="1200" dirty="0"/>
        </a:p>
      </dsp:txBody>
      <dsp:txXfrm>
        <a:off x="578678" y="1313725"/>
        <a:ext cx="1641796" cy="656718"/>
      </dsp:txXfrm>
    </dsp:sp>
    <dsp:sp modelId="{17F8B04C-D859-4FDC-86CE-612E08379F3D}">
      <dsp:nvSpPr>
        <dsp:cNvPr id="0" name=""/>
        <dsp:cNvSpPr/>
      </dsp:nvSpPr>
      <dsp:spPr>
        <a:xfrm>
          <a:off x="2827940" y="288"/>
          <a:ext cx="1001496" cy="100149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6368F-D599-445F-B829-8EB7BD9B1A1E}">
      <dsp:nvSpPr>
        <dsp:cNvPr id="0" name=""/>
        <dsp:cNvSpPr/>
      </dsp:nvSpPr>
      <dsp:spPr>
        <a:xfrm>
          <a:off x="3041374" y="213721"/>
          <a:ext cx="574628" cy="574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A33AB9-2AE2-4B1C-A891-E89F72421A7A}">
      <dsp:nvSpPr>
        <dsp:cNvPr id="0" name=""/>
        <dsp:cNvSpPr/>
      </dsp:nvSpPr>
      <dsp:spPr>
        <a:xfrm>
          <a:off x="2507790"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Juego</a:t>
          </a:r>
          <a:r>
            <a:rPr lang="en-US" sz="1500" kern="1200" dirty="0"/>
            <a:t> de </a:t>
          </a:r>
          <a:r>
            <a:rPr lang="en-US" sz="1500" kern="1200" dirty="0" err="1"/>
            <a:t>instrucciones</a:t>
          </a:r>
          <a:endParaRPr lang="en-US" sz="1500" kern="1200" dirty="0"/>
        </a:p>
      </dsp:txBody>
      <dsp:txXfrm>
        <a:off x="2507790" y="1313725"/>
        <a:ext cx="1641796" cy="656718"/>
      </dsp:txXfrm>
    </dsp:sp>
    <dsp:sp modelId="{7EF822F3-05BE-4F66-A270-833EA2D2D37E}">
      <dsp:nvSpPr>
        <dsp:cNvPr id="0" name=""/>
        <dsp:cNvSpPr/>
      </dsp:nvSpPr>
      <dsp:spPr>
        <a:xfrm>
          <a:off x="4757051" y="288"/>
          <a:ext cx="1001496" cy="100149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E3E49E-19F1-4D77-958B-779FCC2FA561}">
      <dsp:nvSpPr>
        <dsp:cNvPr id="0" name=""/>
        <dsp:cNvSpPr/>
      </dsp:nvSpPr>
      <dsp:spPr>
        <a:xfrm>
          <a:off x="4970485" y="213721"/>
          <a:ext cx="574628" cy="574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208D5E-1B04-493D-9763-83BA6A3A91C1}">
      <dsp:nvSpPr>
        <dsp:cNvPr id="0" name=""/>
        <dsp:cNvSpPr/>
      </dsp:nvSpPr>
      <dsp:spPr>
        <a:xfrm>
          <a:off x="4436901"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Ancho del bus de </a:t>
          </a:r>
          <a:r>
            <a:rPr lang="en-US" sz="1500" kern="1200" dirty="0" err="1"/>
            <a:t>direcciones</a:t>
          </a:r>
          <a:endParaRPr lang="en-US" sz="1500" kern="1200" dirty="0"/>
        </a:p>
      </dsp:txBody>
      <dsp:txXfrm>
        <a:off x="4436901" y="1313725"/>
        <a:ext cx="1641796" cy="656718"/>
      </dsp:txXfrm>
    </dsp:sp>
    <dsp:sp modelId="{F40597A2-70D9-4BD8-A684-063246CFE38B}">
      <dsp:nvSpPr>
        <dsp:cNvPr id="0" name=""/>
        <dsp:cNvSpPr/>
      </dsp:nvSpPr>
      <dsp:spPr>
        <a:xfrm>
          <a:off x="6686163" y="288"/>
          <a:ext cx="1001496" cy="100149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7C3656-6E70-49B7-8A74-1697ED428028}">
      <dsp:nvSpPr>
        <dsp:cNvPr id="0" name=""/>
        <dsp:cNvSpPr/>
      </dsp:nvSpPr>
      <dsp:spPr>
        <a:xfrm>
          <a:off x="6899596" y="213721"/>
          <a:ext cx="574628" cy="574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E7F1FD-0D67-4E2D-AE9A-546D84E72395}">
      <dsp:nvSpPr>
        <dsp:cNvPr id="0" name=""/>
        <dsp:cNvSpPr/>
      </dsp:nvSpPr>
      <dsp:spPr>
        <a:xfrm>
          <a:off x="6366012"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Número</a:t>
          </a:r>
          <a:r>
            <a:rPr lang="en-US" sz="1500" kern="1200" dirty="0"/>
            <a:t> de </a:t>
          </a:r>
          <a:r>
            <a:rPr lang="en-US" sz="1500" kern="1200" dirty="0" err="1"/>
            <a:t>Registros</a:t>
          </a:r>
          <a:r>
            <a:rPr lang="en-US" sz="1500" kern="1200" dirty="0"/>
            <a:t> </a:t>
          </a:r>
          <a:r>
            <a:rPr lang="en-US" sz="1500" kern="1200" dirty="0" err="1"/>
            <a:t>inernos</a:t>
          </a:r>
          <a:endParaRPr lang="en-US" sz="1500" kern="1200" dirty="0"/>
        </a:p>
      </dsp:txBody>
      <dsp:txXfrm>
        <a:off x="6366012" y="1313725"/>
        <a:ext cx="1641796" cy="656718"/>
      </dsp:txXfrm>
    </dsp:sp>
    <dsp:sp modelId="{3CA633DF-E8C9-47C5-8000-487B71237B31}">
      <dsp:nvSpPr>
        <dsp:cNvPr id="0" name=""/>
        <dsp:cNvSpPr/>
      </dsp:nvSpPr>
      <dsp:spPr>
        <a:xfrm>
          <a:off x="8615274" y="288"/>
          <a:ext cx="1001496" cy="1001496"/>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6193D4-72DB-4C11-A6BE-8851BE1995E0}">
      <dsp:nvSpPr>
        <dsp:cNvPr id="0" name=""/>
        <dsp:cNvSpPr/>
      </dsp:nvSpPr>
      <dsp:spPr>
        <a:xfrm>
          <a:off x="8828708" y="213721"/>
          <a:ext cx="574628" cy="5746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3D6CD6-2B00-4317-BDA4-8520A58048AD}">
      <dsp:nvSpPr>
        <dsp:cNvPr id="0" name=""/>
        <dsp:cNvSpPr/>
      </dsp:nvSpPr>
      <dsp:spPr>
        <a:xfrm>
          <a:off x="8295124"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Memoria </a:t>
          </a:r>
          <a:r>
            <a:rPr lang="en-US" sz="1500" kern="1200" dirty="0" err="1"/>
            <a:t>Caché</a:t>
          </a:r>
          <a:endParaRPr lang="en-US" sz="1500" kern="1200" dirty="0"/>
        </a:p>
      </dsp:txBody>
      <dsp:txXfrm>
        <a:off x="8295124" y="1313725"/>
        <a:ext cx="1641796" cy="656718"/>
      </dsp:txXfrm>
    </dsp:sp>
    <dsp:sp modelId="{1E1304A3-1055-4CBA-9E37-989E365CFBC3}">
      <dsp:nvSpPr>
        <dsp:cNvPr id="0" name=""/>
        <dsp:cNvSpPr/>
      </dsp:nvSpPr>
      <dsp:spPr>
        <a:xfrm>
          <a:off x="3792496" y="2380893"/>
          <a:ext cx="1001496" cy="10014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F92354-43E5-44F3-B6BC-A1A4DC3EC327}">
      <dsp:nvSpPr>
        <dsp:cNvPr id="0" name=""/>
        <dsp:cNvSpPr/>
      </dsp:nvSpPr>
      <dsp:spPr>
        <a:xfrm>
          <a:off x="4005929" y="2594327"/>
          <a:ext cx="574628" cy="5746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2A0C9D-A9F1-4125-BCC1-722975EDD958}">
      <dsp:nvSpPr>
        <dsp:cNvPr id="0" name=""/>
        <dsp:cNvSpPr/>
      </dsp:nvSpPr>
      <dsp:spPr>
        <a:xfrm>
          <a:off x="3472345"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Disipación</a:t>
          </a:r>
          <a:r>
            <a:rPr lang="en-US" sz="1500" kern="1200" dirty="0"/>
            <a:t> del </a:t>
          </a:r>
          <a:r>
            <a:rPr lang="en-US" sz="1500" kern="1200" dirty="0" err="1"/>
            <a:t>calor</a:t>
          </a:r>
          <a:endParaRPr lang="en-US" sz="1500" kern="1200" dirty="0"/>
        </a:p>
      </dsp:txBody>
      <dsp:txXfrm>
        <a:off x="3472345" y="3694331"/>
        <a:ext cx="1641796" cy="656718"/>
      </dsp:txXfrm>
    </dsp:sp>
    <dsp:sp modelId="{02C25025-43B1-4770-82B6-585D59573DAE}">
      <dsp:nvSpPr>
        <dsp:cNvPr id="0" name=""/>
        <dsp:cNvSpPr/>
      </dsp:nvSpPr>
      <dsp:spPr>
        <a:xfrm>
          <a:off x="5721607" y="2380893"/>
          <a:ext cx="1001496" cy="100149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3BE020-845E-47E3-90BA-D829698CBCEB}">
      <dsp:nvSpPr>
        <dsp:cNvPr id="0" name=""/>
        <dsp:cNvSpPr/>
      </dsp:nvSpPr>
      <dsp:spPr>
        <a:xfrm>
          <a:off x="5935041" y="2594327"/>
          <a:ext cx="574628" cy="57462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3B1C2C-80DD-4624-8105-CA0A1C03D721}">
      <dsp:nvSpPr>
        <dsp:cNvPr id="0" name=""/>
        <dsp:cNvSpPr/>
      </dsp:nvSpPr>
      <dsp:spPr>
        <a:xfrm>
          <a:off x="5401457"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Tecnología</a:t>
          </a:r>
          <a:r>
            <a:rPr lang="en-US" sz="1500" kern="1200" dirty="0"/>
            <a:t> de </a:t>
          </a:r>
          <a:r>
            <a:rPr lang="en-US" sz="1500" kern="1200" dirty="0" err="1"/>
            <a:t>fabricación</a:t>
          </a:r>
          <a:endParaRPr lang="en-US" sz="1500" kern="1200" dirty="0"/>
        </a:p>
      </dsp:txBody>
      <dsp:txXfrm>
        <a:off x="5401457" y="3694331"/>
        <a:ext cx="1641796" cy="6567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39058-0BCB-4094-82D8-A08B1F59590A}">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30B09-CBFB-4287-B4B0-B3E75C5E5ED5}">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D0E940-D005-4E30-BD52-965A9B1667EC}">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89000">
            <a:lnSpc>
              <a:spcPct val="90000"/>
            </a:lnSpc>
            <a:spcBef>
              <a:spcPct val="0"/>
            </a:spcBef>
            <a:spcAft>
              <a:spcPct val="35000"/>
            </a:spcAft>
            <a:buNone/>
          </a:pPr>
          <a:r>
            <a:rPr lang="es-ES" sz="2000" kern="1200"/>
            <a:t>El bus de direcciones nos permite acceder a la memoria, a una posición (dirección) concreta para extraer una información (dato o instrucción). A mayor bus de direcciones, mayor será el número de direcciones de memoria de que disponemos.</a:t>
          </a:r>
          <a:endParaRPr lang="en-US" sz="2000" kern="1200"/>
        </a:p>
      </dsp:txBody>
      <dsp:txXfrm>
        <a:off x="1509882" y="708097"/>
        <a:ext cx="9005717" cy="1307257"/>
      </dsp:txXfrm>
    </dsp:sp>
    <dsp:sp modelId="{8FF0346A-19C1-4C9B-8085-5FA458405FEE}">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518B1-EC86-40DD-B72A-5C10CA2A0C34}">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128CD1-B8A7-4E3E-A012-F33DDFB87877}">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89000">
            <a:lnSpc>
              <a:spcPct val="90000"/>
            </a:lnSpc>
            <a:spcBef>
              <a:spcPct val="0"/>
            </a:spcBef>
            <a:spcAft>
              <a:spcPct val="35000"/>
            </a:spcAft>
            <a:buNone/>
          </a:pPr>
          <a:r>
            <a:rPr lang="es-ES" sz="2000" kern="1200"/>
            <a:t>A mayor número de bits, mayor número de direcciones, mayor espacio de memoria direccionable</a:t>
          </a:r>
          <a:endParaRPr lang="en-US" sz="2000" kern="1200"/>
        </a:p>
      </dsp:txBody>
      <dsp:txXfrm>
        <a:off x="1509882" y="2342169"/>
        <a:ext cx="9005717" cy="13072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EC98C9-5A8F-4EDE-A219-1A5C173363A8}">
      <dsp:nvSpPr>
        <dsp:cNvPr id="0" name=""/>
        <dsp:cNvSpPr/>
      </dsp:nvSpPr>
      <dsp:spPr>
        <a:xfrm>
          <a:off x="0" y="13484"/>
          <a:ext cx="6253721" cy="12097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s-ES" sz="2200" kern="1200" dirty="0"/>
            <a:t>Intel </a:t>
          </a:r>
          <a:r>
            <a:rPr lang="es-ES" sz="2200" u="sng" kern="1200" dirty="0">
              <a:latin typeface="Calibri Light" panose="020F0302020204030204"/>
            </a:rPr>
            <a:t>Xeon</a:t>
          </a:r>
          <a:r>
            <a:rPr lang="es-ES" sz="2200" u="none" kern="1200" dirty="0">
              <a:latin typeface="Calibri Light" panose="020F0302020204030204"/>
            </a:rPr>
            <a:t> </a:t>
          </a:r>
          <a:r>
            <a:rPr lang="es-ES" sz="2200" kern="1200" dirty="0"/>
            <a:t> nombre en código "Tulsa" (2006) cuenta con 16 MB de caché L3 en el chip compartidos entre dos núcleos de procesador.</a:t>
          </a:r>
          <a:endParaRPr lang="en-US" sz="2200" kern="1200" dirty="0"/>
        </a:p>
      </dsp:txBody>
      <dsp:txXfrm>
        <a:off x="59057" y="72541"/>
        <a:ext cx="6135607" cy="1091666"/>
      </dsp:txXfrm>
    </dsp:sp>
    <dsp:sp modelId="{3E099E74-9210-48F3-A281-6506FE1949E0}">
      <dsp:nvSpPr>
        <dsp:cNvPr id="0" name=""/>
        <dsp:cNvSpPr/>
      </dsp:nvSpPr>
      <dsp:spPr>
        <a:xfrm>
          <a:off x="0" y="1286624"/>
          <a:ext cx="6253721" cy="120978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dirty="0"/>
            <a:t>AMD </a:t>
          </a:r>
          <a:r>
            <a:rPr lang="es-ES" sz="2200" u="sng" kern="1200" dirty="0" err="1"/>
            <a:t>Phenom</a:t>
          </a:r>
          <a:r>
            <a:rPr lang="es-ES" sz="2200" u="sng" kern="1200" dirty="0"/>
            <a:t> II</a:t>
          </a:r>
          <a:r>
            <a:rPr lang="es-ES" sz="2200" kern="1200" dirty="0"/>
            <a:t> (2008) tiene hasta 6 MB de caché L3-die unificado.</a:t>
          </a:r>
          <a:endParaRPr lang="en-US" sz="2200" kern="1200" dirty="0"/>
        </a:p>
      </dsp:txBody>
      <dsp:txXfrm>
        <a:off x="59057" y="1345681"/>
        <a:ext cx="6135607" cy="1091666"/>
      </dsp:txXfrm>
    </dsp:sp>
    <dsp:sp modelId="{4C190251-4FAB-41DA-AACB-66731685D65F}">
      <dsp:nvSpPr>
        <dsp:cNvPr id="0" name=""/>
        <dsp:cNvSpPr/>
      </dsp:nvSpPr>
      <dsp:spPr>
        <a:xfrm>
          <a:off x="0" y="2559765"/>
          <a:ext cx="6253721" cy="120978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u="sng" kern="1200" dirty="0"/>
            <a:t>Intel Core i7</a:t>
          </a:r>
          <a:r>
            <a:rPr lang="es-ES" sz="2200" kern="1200" dirty="0"/>
            <a:t> (2008) tiene hasta 8 MB en el chip caché L3 unificada que es inclusivo, compartido por todos los núcleos.</a:t>
          </a:r>
          <a:endParaRPr lang="en-US" sz="2200" kern="1200" dirty="0"/>
        </a:p>
      </dsp:txBody>
      <dsp:txXfrm>
        <a:off x="59057" y="2618822"/>
        <a:ext cx="6135607" cy="1091666"/>
      </dsp:txXfrm>
    </dsp:sp>
    <dsp:sp modelId="{054F71F2-9FFB-47CB-B0AF-4489DC780116}">
      <dsp:nvSpPr>
        <dsp:cNvPr id="0" name=""/>
        <dsp:cNvSpPr/>
      </dsp:nvSpPr>
      <dsp:spPr>
        <a:xfrm>
          <a:off x="0" y="3832905"/>
          <a:ext cx="6253721" cy="12097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dirty="0"/>
            <a:t>Intel </a:t>
          </a:r>
          <a:r>
            <a:rPr lang="es-ES" sz="2200" u="sng" kern="1200" dirty="0" err="1"/>
            <a:t>Haswell</a:t>
          </a:r>
          <a:r>
            <a:rPr lang="es-ES" sz="2200" kern="1200" dirty="0"/>
            <a:t> CPU con integrados </a:t>
          </a:r>
          <a:r>
            <a:rPr lang="es-ES" sz="2200" u="sng" kern="1200" dirty="0"/>
            <a:t>Pro Intel </a:t>
          </a:r>
          <a:r>
            <a:rPr lang="es-ES" sz="2200" u="sng" kern="1200" dirty="0" err="1"/>
            <a:t>Graphics</a:t>
          </a:r>
          <a:r>
            <a:rPr lang="es-ES" sz="2200" u="sng" kern="1200" dirty="0"/>
            <a:t> Iris</a:t>
          </a:r>
          <a:r>
            <a:rPr lang="es-ES" sz="2200" kern="1200" dirty="0"/>
            <a:t> tienen 128 MB de </a:t>
          </a:r>
          <a:r>
            <a:rPr lang="es-ES" sz="2200" kern="1200" dirty="0" err="1"/>
            <a:t>eDRAM</a:t>
          </a:r>
          <a:r>
            <a:rPr lang="es-ES" sz="2200" kern="1200" dirty="0"/>
            <a:t> que actúa esencialmente como una caché L4.</a:t>
          </a:r>
          <a:endParaRPr lang="en-US" sz="2200" kern="1200" dirty="0"/>
        </a:p>
      </dsp:txBody>
      <dsp:txXfrm>
        <a:off x="59057" y="3891962"/>
        <a:ext cx="6135607" cy="10916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975EB-96AA-40CD-B325-20DCC6CB1C8B}">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2833D8-2463-4B63-964D-A721AC333131}">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FCCC05-8C3A-4223-8C07-FA5EB7C7C20B}">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b="1" kern="1200" dirty="0"/>
            <a:t>Memoria caché</a:t>
          </a:r>
          <a:r>
            <a:rPr lang="es-ES" sz="1100" kern="1200" dirty="0"/>
            <a:t>: Fundamental hoy día en la arquitectura de cualquier sistema informático. Mejora el rendimiento ya que almacena datos que son usados con mucha frecuencia, de forma que el procesador accede a ella en su busca antes que a la memoria RAM, y la caché es más rápida que la RAM ya que usan tecnologías diferentes.</a:t>
          </a:r>
          <a:endParaRPr lang="en-US" sz="1100" kern="1200" dirty="0"/>
        </a:p>
      </dsp:txBody>
      <dsp:txXfrm>
        <a:off x="1834517" y="469890"/>
        <a:ext cx="3148942" cy="1335915"/>
      </dsp:txXfrm>
    </dsp:sp>
    <dsp:sp modelId="{2EEA2518-DC6E-42D2-B1DA-DE54B32302F5}">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9147AF-512C-4F58-95DF-D195E7853283}">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408D13-29C4-43B6-9524-924DD83A401A}">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b="1" kern="1200" dirty="0"/>
            <a:t>Coprocesador matemático (FPU)</a:t>
          </a:r>
          <a:r>
            <a:rPr lang="es-ES" sz="1100" kern="1200" dirty="0"/>
            <a:t>: La CPU delega en esta unidad la realización de cálculos matemáticos de alta precisión. Anteriormente, se encontraba ubicada en el exterior, no el propio microprocesador.</a:t>
          </a:r>
          <a:endParaRPr lang="en-US" sz="1100" kern="1200" dirty="0"/>
        </a:p>
      </dsp:txBody>
      <dsp:txXfrm>
        <a:off x="7154322" y="469890"/>
        <a:ext cx="3148942" cy="1335915"/>
      </dsp:txXfrm>
    </dsp:sp>
    <dsp:sp modelId="{94D782DB-C8EB-4CD1-A047-C4760610A350}">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4DF4F2-E7DC-4D9A-8B4C-9B6E925816E3}">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B53B4C-E0F5-4FE1-B9EC-2741C0DE2B16}">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rtl="0">
            <a:lnSpc>
              <a:spcPct val="100000"/>
            </a:lnSpc>
            <a:spcBef>
              <a:spcPct val="0"/>
            </a:spcBef>
            <a:spcAft>
              <a:spcPct val="35000"/>
            </a:spcAft>
            <a:buNone/>
          </a:pPr>
          <a:r>
            <a:rPr lang="es-ES" sz="1100" b="1" kern="1200" dirty="0"/>
            <a:t>Unidad de gestión de memoria (MMU)</a:t>
          </a:r>
          <a:r>
            <a:rPr lang="es-ES" sz="1100" kern="1200" dirty="0"/>
            <a:t>: Podemos decir que es la unidad encargada de traducir las direcciones virtuales a direcciones físicas reales de la memoria. Para entender esta unidad pondremos un ejemplo. Imaginemos que instalamos un software y ejecutamos este. El sistema operativo ubica cada instrucción a ejecutar en direcciones virtuales. Estas direcciones no son en las que se almacenan físicamente en memoria RAM (para no ocupar aquí demasiado espacio). Si vamos a buscar cada instrucción, veremos que el proceso es ver dirección virtual y observar la dirección real que le corresponde, a partir de ahí empezamos la ejecución. El elemento que se encarga de traducir o averiguar qué dirección física corresponde a cada dirección virtual es la unidad de gestión de memoria MMU.</a:t>
          </a:r>
          <a:endParaRPr lang="es-ES" sz="1100" b="0" kern="1200" dirty="0">
            <a:latin typeface="Calibri Light" panose="020F0302020204030204"/>
          </a:endParaRPr>
        </a:p>
      </dsp:txBody>
      <dsp:txXfrm>
        <a:off x="1834517" y="2545532"/>
        <a:ext cx="3148942" cy="1335915"/>
      </dsp:txXfrm>
    </dsp:sp>
    <dsp:sp modelId="{B7E22E92-2330-4528-AA61-8F063394D34A}">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1D7CCE-42E3-450B-B173-40031D394B2F}">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A45523-DC05-4B65-A33C-B2BE885D4A9A}">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s-ES" sz="1100" b="1" kern="1200" dirty="0"/>
            <a:t>Unidad </a:t>
          </a:r>
          <a:r>
            <a:rPr lang="es-ES" sz="1100" b="1" kern="1200" dirty="0" err="1"/>
            <a:t>MultiMedia</a:t>
          </a:r>
          <a:r>
            <a:rPr lang="es-ES" sz="1100" b="1" kern="1200" dirty="0"/>
            <a:t> </a:t>
          </a:r>
          <a:r>
            <a:rPr lang="es-ES" sz="1100" b="1" kern="1200" dirty="0" err="1"/>
            <a:t>eXtensions</a:t>
          </a:r>
          <a:r>
            <a:rPr lang="es-ES" sz="1100" b="1" kern="1200" dirty="0"/>
            <a:t> (MMX)</a:t>
          </a:r>
          <a:r>
            <a:rPr lang="es-ES" sz="1100" kern="1200" dirty="0"/>
            <a:t>: Unidad funcional incorporada por Intel en el año 1997 en su Pentium MMX. Con la aparición de la multimedia, Intel incluye un componente con instrucciones para el manejo de este nuevo concepto.</a:t>
          </a:r>
          <a:endParaRPr lang="en-US" sz="1100" kern="1200" dirty="0"/>
        </a:p>
      </dsp:txBody>
      <dsp:txXfrm>
        <a:off x="7154322" y="2545532"/>
        <a:ext cx="3148942" cy="13359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40282-0194-4690-8DF8-46BD637995C5}">
      <dsp:nvSpPr>
        <dsp:cNvPr id="0" name=""/>
        <dsp:cNvSpPr/>
      </dsp:nvSpPr>
      <dsp:spPr>
        <a:xfrm>
          <a:off x="0" y="707092"/>
          <a:ext cx="105156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F69641-CC4B-4027-A703-E28E95FC24BA}">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FA2B90-38D9-49D8-923A-1DF675EBEF33}">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22350">
            <a:lnSpc>
              <a:spcPct val="90000"/>
            </a:lnSpc>
            <a:spcBef>
              <a:spcPct val="0"/>
            </a:spcBef>
            <a:spcAft>
              <a:spcPct val="35000"/>
            </a:spcAft>
            <a:buNone/>
          </a:pPr>
          <a:r>
            <a:rPr lang="es-ES" sz="2300" kern="1200"/>
            <a:t>Podemos decir que las memorias basadas en biestables, usadas en memoria caché, son también denominadas </a:t>
          </a:r>
          <a:r>
            <a:rPr lang="es-ES" sz="2300" b="1" kern="1200"/>
            <a:t>SRAM </a:t>
          </a:r>
          <a:r>
            <a:rPr lang="es-ES" sz="2300" kern="1200"/>
            <a:t>(Static Random Access Memory), memoria estática de acceso aleatorio).</a:t>
          </a:r>
          <a:endParaRPr lang="en-US" sz="2300" kern="1200"/>
        </a:p>
      </dsp:txBody>
      <dsp:txXfrm>
        <a:off x="1507738" y="707092"/>
        <a:ext cx="9007861" cy="1305401"/>
      </dsp:txXfrm>
    </dsp:sp>
    <dsp:sp modelId="{32BE1216-F643-4641-8D65-47D7787B65E2}">
      <dsp:nvSpPr>
        <dsp:cNvPr id="0" name=""/>
        <dsp:cNvSpPr/>
      </dsp:nvSpPr>
      <dsp:spPr>
        <a:xfrm>
          <a:off x="0" y="2338844"/>
          <a:ext cx="105156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AA4342-AE02-482B-A8BE-DCE0DC64E4DE}">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927EE7-32C6-49F9-882B-3376E22CD8F5}">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22350">
            <a:lnSpc>
              <a:spcPct val="90000"/>
            </a:lnSpc>
            <a:spcBef>
              <a:spcPct val="0"/>
            </a:spcBef>
            <a:spcAft>
              <a:spcPct val="35000"/>
            </a:spcAft>
            <a:buNone/>
          </a:pPr>
          <a:r>
            <a:rPr lang="es-ES" sz="2300" kern="1200"/>
            <a:t>Las memorias basadas en condensadores son, sin embargo, llamadas </a:t>
          </a:r>
          <a:r>
            <a:rPr lang="es-ES" sz="2300" b="1" kern="1200"/>
            <a:t>DRAM</a:t>
          </a:r>
          <a:r>
            <a:rPr lang="es-ES" sz="2300" kern="1200"/>
            <a:t>, usadas en memoria principal. Estas siglas provienen de Dynamic Random Access Memory, memoria dinámica de acceso aleatorio.</a:t>
          </a:r>
          <a:endParaRPr lang="en-US" sz="2300" kern="1200"/>
        </a:p>
      </dsp:txBody>
      <dsp:txXfrm>
        <a:off x="1507738" y="2338844"/>
        <a:ext cx="9007861" cy="13054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50B34-5D9D-4B33-ACD4-37B90A1E5CA3}">
      <dsp:nvSpPr>
        <dsp:cNvPr id="0" name=""/>
        <dsp:cNvSpPr/>
      </dsp:nvSpPr>
      <dsp:spPr>
        <a:xfrm>
          <a:off x="82613" y="90470"/>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1BEE44-ECE7-4747-9590-FF9F0C0BE901}">
      <dsp:nvSpPr>
        <dsp:cNvPr id="0" name=""/>
        <dsp:cNvSpPr/>
      </dsp:nvSpPr>
      <dsp:spPr>
        <a:xfrm>
          <a:off x="271034" y="278892"/>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E5BA8D-0478-4C51-A4A1-1C9992E0803E}">
      <dsp:nvSpPr>
        <dsp:cNvPr id="0" name=""/>
        <dsp:cNvSpPr/>
      </dsp:nvSpPr>
      <dsp:spPr>
        <a:xfrm>
          <a:off x="1172126" y="90470"/>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Ciclo de reloj </a:t>
          </a:r>
          <a:r>
            <a:rPr lang="es-ES" sz="1100" kern="1200"/>
            <a:t>o </a:t>
          </a:r>
          <a:r>
            <a:rPr lang="es-ES" sz="1100" b="1" kern="1200">
              <a:latin typeface="Arial"/>
              <a:cs typeface="Arial"/>
            </a:rPr>
            <a:t>velocidad de bus</a:t>
          </a:r>
          <a:r>
            <a:rPr lang="es-ES" sz="1100" kern="1200"/>
            <a:t>: Esta característica tiene sentido en memorias síncronas, que realizan las funciones de lectura y escritura en función de los ciclos de reloj del microprocesador.</a:t>
          </a:r>
        </a:p>
      </dsp:txBody>
      <dsp:txXfrm>
        <a:off x="1172126" y="90470"/>
        <a:ext cx="2114937" cy="897246"/>
      </dsp:txXfrm>
    </dsp:sp>
    <dsp:sp modelId="{8C9C9384-2D22-4D43-8472-E2254D22D68A}">
      <dsp:nvSpPr>
        <dsp:cNvPr id="0" name=""/>
        <dsp:cNvSpPr/>
      </dsp:nvSpPr>
      <dsp:spPr>
        <a:xfrm>
          <a:off x="3655575" y="90470"/>
          <a:ext cx="897246" cy="897246"/>
        </a:xfrm>
        <a:prstGeom prst="ellipse">
          <a:avLst/>
        </a:prstGeom>
        <a:solidFill>
          <a:schemeClr val="accent2">
            <a:hueOff val="-242561"/>
            <a:satOff val="-13988"/>
            <a:lumOff val="1438"/>
            <a:alphaOff val="0"/>
          </a:schemeClr>
        </a:solidFill>
        <a:ln>
          <a:noFill/>
        </a:ln>
        <a:effectLst/>
      </dsp:spPr>
      <dsp:style>
        <a:lnRef idx="0">
          <a:scrgbClr r="0" g="0" b="0"/>
        </a:lnRef>
        <a:fillRef idx="1">
          <a:scrgbClr r="0" g="0" b="0"/>
        </a:fillRef>
        <a:effectRef idx="0">
          <a:scrgbClr r="0" g="0" b="0"/>
        </a:effectRef>
        <a:fontRef idx="minor"/>
      </dsp:style>
    </dsp:sp>
    <dsp:sp modelId="{444B93A8-1FE4-4AEF-B70A-666C1528E7D5}">
      <dsp:nvSpPr>
        <dsp:cNvPr id="0" name=""/>
        <dsp:cNvSpPr/>
      </dsp:nvSpPr>
      <dsp:spPr>
        <a:xfrm>
          <a:off x="3843996" y="278892"/>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05A9D0-37B9-44D0-AF72-0246A6F05E36}">
      <dsp:nvSpPr>
        <dsp:cNvPr id="0" name=""/>
        <dsp:cNvSpPr/>
      </dsp:nvSpPr>
      <dsp:spPr>
        <a:xfrm>
          <a:off x="4745088" y="90470"/>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Velocidad efectiva o MHz efectivos</a:t>
          </a:r>
          <a:r>
            <a:rPr lang="es-ES" sz="1100" kern="1200"/>
            <a:t>: Los ciclos de reloj que marcan los tiempos para la ejecución de operaciones se dividen en flancos, de subida y bajada. La siguiente imagen lo muestra claramente.</a:t>
          </a:r>
          <a:endParaRPr lang="es-ES" sz="1100" kern="1200">
            <a:latin typeface="Calibri Light" panose="020F0302020204030204"/>
          </a:endParaRPr>
        </a:p>
      </dsp:txBody>
      <dsp:txXfrm>
        <a:off x="4745088" y="90470"/>
        <a:ext cx="2114937" cy="897246"/>
      </dsp:txXfrm>
    </dsp:sp>
    <dsp:sp modelId="{0C2605BD-9F89-4675-8D5E-DBF96211BF75}">
      <dsp:nvSpPr>
        <dsp:cNvPr id="0" name=""/>
        <dsp:cNvSpPr/>
      </dsp:nvSpPr>
      <dsp:spPr>
        <a:xfrm>
          <a:off x="7228536" y="90470"/>
          <a:ext cx="897246" cy="897246"/>
        </a:xfrm>
        <a:prstGeom prst="ellipse">
          <a:avLst/>
        </a:prstGeom>
        <a:solidFill>
          <a:schemeClr val="accent2">
            <a:hueOff val="-485121"/>
            <a:satOff val="-27976"/>
            <a:lumOff val="2876"/>
            <a:alphaOff val="0"/>
          </a:schemeClr>
        </a:solidFill>
        <a:ln>
          <a:noFill/>
        </a:ln>
        <a:effectLst/>
      </dsp:spPr>
      <dsp:style>
        <a:lnRef idx="0">
          <a:scrgbClr r="0" g="0" b="0"/>
        </a:lnRef>
        <a:fillRef idx="1">
          <a:scrgbClr r="0" g="0" b="0"/>
        </a:fillRef>
        <a:effectRef idx="0">
          <a:scrgbClr r="0" g="0" b="0"/>
        </a:effectRef>
        <a:fontRef idx="minor"/>
      </dsp:style>
    </dsp:sp>
    <dsp:sp modelId="{01E94501-8114-42BC-B171-C4FA40FDD91D}">
      <dsp:nvSpPr>
        <dsp:cNvPr id="0" name=""/>
        <dsp:cNvSpPr/>
      </dsp:nvSpPr>
      <dsp:spPr>
        <a:xfrm>
          <a:off x="7416958" y="278892"/>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AC4D0E-7E34-4B30-9018-FB2B4B08358A}">
      <dsp:nvSpPr>
        <dsp:cNvPr id="0" name=""/>
        <dsp:cNvSpPr/>
      </dsp:nvSpPr>
      <dsp:spPr>
        <a:xfrm>
          <a:off x="8318049" y="90470"/>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Ancho de banda</a:t>
          </a:r>
          <a:r>
            <a:rPr lang="es-ES" sz="1100" kern="1200"/>
            <a:t>: Esta característica hace referencia al número de palabras transferidas entre la memoria principal y la CPU en una unidad de tiempo, normalmente se mide en MB/s.</a:t>
          </a:r>
          <a:endParaRPr lang="es-ES" sz="1100" kern="1200">
            <a:latin typeface="Calibri Light" panose="020F0302020204030204"/>
          </a:endParaRPr>
        </a:p>
      </dsp:txBody>
      <dsp:txXfrm>
        <a:off x="8318049" y="90470"/>
        <a:ext cx="2114937" cy="897246"/>
      </dsp:txXfrm>
    </dsp:sp>
    <dsp:sp modelId="{1C77AB33-D9D1-4C26-AB02-02B32A747903}">
      <dsp:nvSpPr>
        <dsp:cNvPr id="0" name=""/>
        <dsp:cNvSpPr/>
      </dsp:nvSpPr>
      <dsp:spPr>
        <a:xfrm>
          <a:off x="82613" y="1727649"/>
          <a:ext cx="897246" cy="897246"/>
        </a:xfrm>
        <a:prstGeom prst="ellipse">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dsp:style>
    </dsp:sp>
    <dsp:sp modelId="{786CBB2A-0171-45EB-956D-E0A67302FA35}">
      <dsp:nvSpPr>
        <dsp:cNvPr id="0" name=""/>
        <dsp:cNvSpPr/>
      </dsp:nvSpPr>
      <dsp:spPr>
        <a:xfrm>
          <a:off x="271034" y="1916070"/>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1DD905-CAAA-44E3-B77C-44B6A49D0AAA}">
      <dsp:nvSpPr>
        <dsp:cNvPr id="0" name=""/>
        <dsp:cNvSpPr/>
      </dsp:nvSpPr>
      <dsp:spPr>
        <a:xfrm>
          <a:off x="1172126" y="172764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Capacidad</a:t>
          </a:r>
          <a:r>
            <a:rPr lang="es-ES" sz="1100" kern="1200"/>
            <a:t>: Cantidad de información que es capaz de almacenar. Usa el byte y sus equivalentes como unidad de medida. Hoy día, los módulos de memoria tienen capacidades del orden de GB.</a:t>
          </a:r>
        </a:p>
      </dsp:txBody>
      <dsp:txXfrm>
        <a:off x="1172126" y="1727649"/>
        <a:ext cx="2114937" cy="897246"/>
      </dsp:txXfrm>
    </dsp:sp>
    <dsp:sp modelId="{D95B14CB-379D-436F-BA5E-FAB1A07F1374}">
      <dsp:nvSpPr>
        <dsp:cNvPr id="0" name=""/>
        <dsp:cNvSpPr/>
      </dsp:nvSpPr>
      <dsp:spPr>
        <a:xfrm>
          <a:off x="3655575" y="1727649"/>
          <a:ext cx="897246" cy="897246"/>
        </a:xfrm>
        <a:prstGeom prst="ellipse">
          <a:avLst/>
        </a:prstGeom>
        <a:solidFill>
          <a:schemeClr val="accent2">
            <a:hueOff val="-970242"/>
            <a:satOff val="-55952"/>
            <a:lumOff val="5752"/>
            <a:alphaOff val="0"/>
          </a:schemeClr>
        </a:solidFill>
        <a:ln>
          <a:noFill/>
        </a:ln>
        <a:effectLst/>
      </dsp:spPr>
      <dsp:style>
        <a:lnRef idx="0">
          <a:scrgbClr r="0" g="0" b="0"/>
        </a:lnRef>
        <a:fillRef idx="1">
          <a:scrgbClr r="0" g="0" b="0"/>
        </a:fillRef>
        <a:effectRef idx="0">
          <a:scrgbClr r="0" g="0" b="0"/>
        </a:effectRef>
        <a:fontRef idx="minor"/>
      </dsp:style>
    </dsp:sp>
    <dsp:sp modelId="{432B37C1-E817-4A12-9094-065B02DCB8ED}">
      <dsp:nvSpPr>
        <dsp:cNvPr id="0" name=""/>
        <dsp:cNvSpPr/>
      </dsp:nvSpPr>
      <dsp:spPr>
        <a:xfrm>
          <a:off x="3843996" y="1916070"/>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8A488E-85E7-4C09-8B3F-E3E69F940BF9}">
      <dsp:nvSpPr>
        <dsp:cNvPr id="0" name=""/>
        <dsp:cNvSpPr/>
      </dsp:nvSpPr>
      <dsp:spPr>
        <a:xfrm>
          <a:off x="4745088" y="172764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Tiempo de acceso</a:t>
          </a:r>
          <a:r>
            <a:rPr lang="es-ES" sz="1100" kern="1200"/>
            <a:t>: Hablamos de tiempo de acceso de lectura y tiempos de acceso de escritura. Representan el tiempo máximo que se tarda en leer una posición de memoria o escribir en ella. Cuanto menor tiempo de acceso tenga la memoria más rápida será. Por ejemplo, una memoria DDR3-1600 puede tener una velocidad de acceso de 5 nanosegundos.</a:t>
          </a:r>
        </a:p>
      </dsp:txBody>
      <dsp:txXfrm>
        <a:off x="4745088" y="1727649"/>
        <a:ext cx="2114937" cy="897246"/>
      </dsp:txXfrm>
    </dsp:sp>
    <dsp:sp modelId="{1084F5D0-9044-4EBE-8561-28B3170A6C57}">
      <dsp:nvSpPr>
        <dsp:cNvPr id="0" name=""/>
        <dsp:cNvSpPr/>
      </dsp:nvSpPr>
      <dsp:spPr>
        <a:xfrm>
          <a:off x="7228536" y="1727649"/>
          <a:ext cx="897246" cy="897246"/>
        </a:xfrm>
        <a:prstGeom prst="ellipse">
          <a:avLst/>
        </a:prstGeom>
        <a:solidFill>
          <a:schemeClr val="accent2">
            <a:hueOff val="-1212803"/>
            <a:satOff val="-69940"/>
            <a:lumOff val="7190"/>
            <a:alphaOff val="0"/>
          </a:schemeClr>
        </a:solidFill>
        <a:ln>
          <a:noFill/>
        </a:ln>
        <a:effectLst/>
      </dsp:spPr>
      <dsp:style>
        <a:lnRef idx="0">
          <a:scrgbClr r="0" g="0" b="0"/>
        </a:lnRef>
        <a:fillRef idx="1">
          <a:scrgbClr r="0" g="0" b="0"/>
        </a:fillRef>
        <a:effectRef idx="0">
          <a:scrgbClr r="0" g="0" b="0"/>
        </a:effectRef>
        <a:fontRef idx="minor"/>
      </dsp:style>
    </dsp:sp>
    <dsp:sp modelId="{9A03187E-3E7D-436B-A5A9-83E0D811218E}">
      <dsp:nvSpPr>
        <dsp:cNvPr id="0" name=""/>
        <dsp:cNvSpPr/>
      </dsp:nvSpPr>
      <dsp:spPr>
        <a:xfrm>
          <a:off x="7416958" y="1916070"/>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340045-B94E-4175-9713-1FA215231232}">
      <dsp:nvSpPr>
        <dsp:cNvPr id="0" name=""/>
        <dsp:cNvSpPr/>
      </dsp:nvSpPr>
      <dsp:spPr>
        <a:xfrm>
          <a:off x="8318049" y="172764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Latencia CAS</a:t>
          </a:r>
          <a:r>
            <a:rPr lang="es-ES" sz="1100" kern="1200"/>
            <a:t>: tiempo transcurrido desde que se solicita un dato hasta que el primer bit de éste es transferido. Este dato es bastante importante ya que puede ser determinante. En ocasiones, memorias rápidas con latencias elevadas son “más lentas” que otras de menor número de MHz.</a:t>
          </a:r>
        </a:p>
      </dsp:txBody>
      <dsp:txXfrm>
        <a:off x="8318049" y="1727649"/>
        <a:ext cx="2114937" cy="897246"/>
      </dsp:txXfrm>
    </dsp:sp>
    <dsp:sp modelId="{1FDB1732-3406-4AD7-BE14-9403FDC7EB34}">
      <dsp:nvSpPr>
        <dsp:cNvPr id="0" name=""/>
        <dsp:cNvSpPr/>
      </dsp:nvSpPr>
      <dsp:spPr>
        <a:xfrm>
          <a:off x="82613" y="3364827"/>
          <a:ext cx="897246" cy="897246"/>
        </a:xfrm>
        <a:prstGeom prst="ellipse">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dsp:style>
    </dsp:sp>
    <dsp:sp modelId="{1716B99E-C7FE-45F5-BD72-4ECD29A0402F}">
      <dsp:nvSpPr>
        <dsp:cNvPr id="0" name=""/>
        <dsp:cNvSpPr/>
      </dsp:nvSpPr>
      <dsp:spPr>
        <a:xfrm>
          <a:off x="271034" y="3553249"/>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AFE396-9132-4C1D-B2DB-1ADCE7F2A035}">
      <dsp:nvSpPr>
        <dsp:cNvPr id="0" name=""/>
        <dsp:cNvSpPr/>
      </dsp:nvSpPr>
      <dsp:spPr>
        <a:xfrm>
          <a:off x="1172126" y="3364827"/>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s-ES" sz="1100" b="1" kern="1200">
              <a:latin typeface="Arial"/>
              <a:cs typeface="Arial"/>
            </a:rPr>
            <a:t>Voltaje</a:t>
          </a:r>
          <a:r>
            <a:rPr lang="es-ES" sz="1100" kern="1200"/>
            <a:t>: todo módulo de memoria necesitará un voltaje para poder funcionar, cuanto mayor sea éste, mayor consumo y más calor, sin embargo, mejor será el rendimiento del dispositivo. Las memorias DDR3 reducen el consumo eléctrico en un 30% debido a que el voltaje que necesitan es mucho menor (1,5 V) frente a las memorias DDR2 (1,8 V) o DDR (2,5 V).</a:t>
          </a:r>
        </a:p>
      </dsp:txBody>
      <dsp:txXfrm>
        <a:off x="1172126" y="3364827"/>
        <a:ext cx="2114937" cy="89724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2E4D2-620D-4C3A-8A16-FF0D78B4B192}">
      <dsp:nvSpPr>
        <dsp:cNvPr id="0" name=""/>
        <dsp:cNvSpPr/>
      </dsp:nvSpPr>
      <dsp:spPr>
        <a:xfrm>
          <a:off x="0" y="503838"/>
          <a:ext cx="10515600" cy="151151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565234-F9ED-46C1-B5B7-BA5911D9F7D4}">
      <dsp:nvSpPr>
        <dsp:cNvPr id="0" name=""/>
        <dsp:cNvSpPr/>
      </dsp:nvSpPr>
      <dsp:spPr>
        <a:xfrm>
          <a:off x="457233" y="843929"/>
          <a:ext cx="831333" cy="8313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D8447A-003F-468B-8D5D-13D221994C0E}">
      <dsp:nvSpPr>
        <dsp:cNvPr id="0" name=""/>
        <dsp:cNvSpPr/>
      </dsp:nvSpPr>
      <dsp:spPr>
        <a:xfrm>
          <a:off x="1745801" y="503838"/>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a:lnSpc>
              <a:spcPct val="90000"/>
            </a:lnSpc>
            <a:spcBef>
              <a:spcPct val="0"/>
            </a:spcBef>
            <a:spcAft>
              <a:spcPct val="35000"/>
            </a:spcAft>
            <a:buNone/>
          </a:pPr>
          <a:r>
            <a:rPr lang="es-ES" sz="1400" b="1" kern="1200"/>
            <a:t>Bus PCI. </a:t>
          </a:r>
          <a:r>
            <a:rPr lang="es-ES" sz="1400" kern="1200"/>
            <a:t>El bus PCI o </a:t>
          </a:r>
          <a:r>
            <a:rPr lang="es-ES" sz="1400" i="1" kern="1200"/>
            <a:t>Peripheral Component Interconnect </a:t>
          </a:r>
          <a:r>
            <a:rPr lang="es-ES" sz="1400" kern="1200"/>
            <a:t>(interconexión de componentes periféricos) fue creado en 1993 por Intel y transmite datos en paralelo. Reemplazó a buses antiguos como ISA y los VESA. Tras varias versiones, el estándar final es el PCI 3.0. Este tipo de bus está desaparecido dando paso al PCI-Express.</a:t>
          </a:r>
          <a:endParaRPr lang="en-US" sz="1400" kern="1200"/>
        </a:p>
      </dsp:txBody>
      <dsp:txXfrm>
        <a:off x="1745801" y="503838"/>
        <a:ext cx="8769798" cy="1511516"/>
      </dsp:txXfrm>
    </dsp:sp>
    <dsp:sp modelId="{5478A0EA-AA01-4D0F-9114-7168C12ACA16}">
      <dsp:nvSpPr>
        <dsp:cNvPr id="0" name=""/>
        <dsp:cNvSpPr/>
      </dsp:nvSpPr>
      <dsp:spPr>
        <a:xfrm>
          <a:off x="0" y="2342169"/>
          <a:ext cx="10515600" cy="151151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536950-C63C-4C02-A12F-D562BAA25517}">
      <dsp:nvSpPr>
        <dsp:cNvPr id="0" name=""/>
        <dsp:cNvSpPr/>
      </dsp:nvSpPr>
      <dsp:spPr>
        <a:xfrm>
          <a:off x="457233" y="2682260"/>
          <a:ext cx="831333" cy="8313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9FB08-0857-4E1E-BBD2-E0C376424C90}">
      <dsp:nvSpPr>
        <dsp:cNvPr id="0" name=""/>
        <dsp:cNvSpPr/>
      </dsp:nvSpPr>
      <dsp:spPr>
        <a:xfrm>
          <a:off x="1745801" y="2342169"/>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a:lnSpc>
              <a:spcPct val="90000"/>
            </a:lnSpc>
            <a:spcBef>
              <a:spcPct val="0"/>
            </a:spcBef>
            <a:spcAft>
              <a:spcPct val="35000"/>
            </a:spcAft>
            <a:buNone/>
          </a:pPr>
          <a:r>
            <a:rPr lang="es-ES" sz="1400" b="1" kern="1200"/>
            <a:t>Bus AGP</a:t>
          </a:r>
          <a:r>
            <a:rPr lang="es-ES" sz="1400" kern="1200"/>
            <a:t>. Esta ranura sólo está dedicada a conectar tarjetas de video AGP (Accelerated Graphics Port). Es una evolución de la especificación PCI 2.1 desarrollada por Intel provocada por las necesidades en el aspecto gráfico. Suele  ser de color marrón, mientras que los PCI normales suelen ser de color blanco. Las tarjetas AGP se encuentran más lejos del borde de la placa y más cerca del micro que las PCI.</a:t>
          </a:r>
          <a:br>
            <a:rPr lang="es-ES" sz="1400" kern="1200"/>
          </a:br>
          <a:r>
            <a:rPr lang="es-ES" sz="1400" kern="1200"/>
            <a:t>A partir de 2006 con la salida del puerto PCI-Express con más prestaciones en cuanto a frecuencia y ancho de banda, el puerto AGP ha pasado a un segundo plano tendiendo a desaparecer de las placas actuales.</a:t>
          </a:r>
          <a:endParaRPr lang="en-US" sz="1400" kern="1200"/>
        </a:p>
      </dsp:txBody>
      <dsp:txXfrm>
        <a:off x="1745801" y="2342169"/>
        <a:ext cx="8769798" cy="15115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78A0EA-AA01-4D0F-9114-7168C12ACA16}">
      <dsp:nvSpPr>
        <dsp:cNvPr id="0" name=""/>
        <dsp:cNvSpPr/>
      </dsp:nvSpPr>
      <dsp:spPr>
        <a:xfrm>
          <a:off x="0" y="2612061"/>
          <a:ext cx="6878128" cy="223890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536950-C63C-4C02-A12F-D562BAA25517}">
      <dsp:nvSpPr>
        <dsp:cNvPr id="0" name=""/>
        <dsp:cNvSpPr/>
      </dsp:nvSpPr>
      <dsp:spPr>
        <a:xfrm>
          <a:off x="677270" y="3115816"/>
          <a:ext cx="1231400" cy="12314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9FB08-0857-4E1E-BBD2-E0C376424C90}">
      <dsp:nvSpPr>
        <dsp:cNvPr id="0" name=""/>
        <dsp:cNvSpPr/>
      </dsp:nvSpPr>
      <dsp:spPr>
        <a:xfrm>
          <a:off x="2585940" y="2612061"/>
          <a:ext cx="4292187" cy="223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951" tIns="236951" rIns="236951" bIns="236951" numCol="1" spcCol="1270" anchor="ctr" anchorCtr="0">
          <a:noAutofit/>
        </a:bodyPr>
        <a:lstStyle/>
        <a:p>
          <a:pPr marL="0" lvl="0" indent="0" algn="l" defTabSz="622300" rtl="0">
            <a:lnSpc>
              <a:spcPct val="100000"/>
            </a:lnSpc>
            <a:spcBef>
              <a:spcPct val="0"/>
            </a:spcBef>
            <a:spcAft>
              <a:spcPct val="35000"/>
            </a:spcAft>
            <a:buNone/>
          </a:pPr>
          <a:r>
            <a:rPr lang="es-ES" sz="1400" b="1" kern="1200" dirty="0">
              <a:latin typeface="Arial"/>
              <a:cs typeface="Arial"/>
            </a:rPr>
            <a:t>Bus PCI Express. </a:t>
          </a:r>
          <a:r>
            <a:rPr lang="es-ES" sz="1400" kern="1200" dirty="0"/>
            <a:t>El puerto PCI resultaba escaso para las necesidades de algunas tarjetas como las gráficas actuales o las Gigabit Ethernet, por lo que surgió este nuevo puerto. El puerto está formado por uno o más enlaces punto a punto de tipo bidireccional. En realidad se mandan muy pocos bits a la vez pero a mucha velocidad (2,5 o 5 Gbits/s).</a:t>
          </a:r>
        </a:p>
      </dsp:txBody>
      <dsp:txXfrm>
        <a:off x="2585940" y="2612061"/>
        <a:ext cx="4292187" cy="223890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F6EB8-D1BA-4BA0-89BB-D2C9B1BEC49E}">
      <dsp:nvSpPr>
        <dsp:cNvPr id="0" name=""/>
        <dsp:cNvSpPr/>
      </dsp:nvSpPr>
      <dsp:spPr>
        <a:xfrm>
          <a:off x="0" y="2797"/>
          <a:ext cx="10506456" cy="44204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16D3E2-9363-4CF9-B01C-DD67EFFA8322}">
      <dsp:nvSpPr>
        <dsp:cNvPr id="0" name=""/>
        <dsp:cNvSpPr/>
      </dsp:nvSpPr>
      <dsp:spPr>
        <a:xfrm>
          <a:off x="133719" y="102258"/>
          <a:ext cx="243364" cy="2431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062EDB-7EB5-4114-8D1B-D86A1C48E817}">
      <dsp:nvSpPr>
        <dsp:cNvPr id="0" name=""/>
        <dsp:cNvSpPr/>
      </dsp:nvSpPr>
      <dsp:spPr>
        <a:xfrm>
          <a:off x="510804" y="2797"/>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f¡¡Puertos </a:t>
          </a:r>
          <a:r>
            <a:rPr lang="en-US" sz="1400" b="1" kern="1200"/>
            <a:t>serie </a:t>
          </a:r>
          <a:r>
            <a:rPr lang="en-US" sz="1400" kern="1200"/>
            <a:t>(un solo carril). La información se envía bit a bit.</a:t>
          </a:r>
        </a:p>
      </dsp:txBody>
      <dsp:txXfrm>
        <a:off x="510804" y="2797"/>
        <a:ext cx="9980180" cy="469676"/>
      </dsp:txXfrm>
    </dsp:sp>
    <dsp:sp modelId="{13ED420E-9FF8-4936-A784-F70942BBE2E7}">
      <dsp:nvSpPr>
        <dsp:cNvPr id="0" name=""/>
        <dsp:cNvSpPr/>
      </dsp:nvSpPr>
      <dsp:spPr>
        <a:xfrm>
          <a:off x="0" y="589894"/>
          <a:ext cx="10506456" cy="44204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7F4CE6-65D2-4689-AA83-CD774D1434BE}">
      <dsp:nvSpPr>
        <dsp:cNvPr id="0" name=""/>
        <dsp:cNvSpPr/>
      </dsp:nvSpPr>
      <dsp:spPr>
        <a:xfrm>
          <a:off x="133719" y="689355"/>
          <a:ext cx="243364" cy="2431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32ED05-1613-4980-8096-9BDFE663D184}">
      <dsp:nvSpPr>
        <dsp:cNvPr id="0" name=""/>
        <dsp:cNvSpPr/>
      </dsp:nvSpPr>
      <dsp:spPr>
        <a:xfrm>
          <a:off x="510804" y="589894"/>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Puertos </a:t>
          </a:r>
          <a:r>
            <a:rPr lang="en-US" sz="1400" b="1" kern="1200"/>
            <a:t>paralelos</a:t>
          </a:r>
          <a:r>
            <a:rPr lang="en-US" sz="1400" kern="1200"/>
            <a:t>, por ejemplo en la conexión de antiguas impresoras y escáneres (varios carriles). Se envían varios bits a la vez.</a:t>
          </a:r>
        </a:p>
      </dsp:txBody>
      <dsp:txXfrm>
        <a:off x="510804" y="589894"/>
        <a:ext cx="9980180" cy="469676"/>
      </dsp:txXfrm>
    </dsp:sp>
    <dsp:sp modelId="{CC7C4A06-CCC8-4D42-A9BE-571782C133EE}">
      <dsp:nvSpPr>
        <dsp:cNvPr id="0" name=""/>
        <dsp:cNvSpPr/>
      </dsp:nvSpPr>
      <dsp:spPr>
        <a:xfrm>
          <a:off x="0" y="1176990"/>
          <a:ext cx="10506456" cy="44204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296968-8E1A-4B55-B5ED-C9CC0F3AE886}">
      <dsp:nvSpPr>
        <dsp:cNvPr id="0" name=""/>
        <dsp:cNvSpPr/>
      </dsp:nvSpPr>
      <dsp:spPr>
        <a:xfrm>
          <a:off x="133719" y="1276451"/>
          <a:ext cx="243364" cy="2431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30B655-6EC1-47A5-9662-65A351B379B6}">
      <dsp:nvSpPr>
        <dsp:cNvPr id="0" name=""/>
        <dsp:cNvSpPr/>
      </dsp:nvSpPr>
      <dsp:spPr>
        <a:xfrm>
          <a:off x="510804" y="1176990"/>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Puertos </a:t>
          </a:r>
          <a:r>
            <a:rPr lang="en-US" sz="1400" b="1" kern="1200"/>
            <a:t>USB </a:t>
          </a:r>
          <a:r>
            <a:rPr lang="en-US" sz="1400" kern="1200"/>
            <a:t>(</a:t>
          </a:r>
          <a:r>
            <a:rPr lang="en-US" sz="1400" i="1" kern="1200"/>
            <a:t>universal serial bus</a:t>
          </a:r>
          <a:r>
            <a:rPr lang="en-US" sz="1400" kern="1200"/>
            <a:t>). Ha reemplazado a los anteriores. Aunque es en serie es mucho más rápido. </a:t>
          </a:r>
          <a:r>
            <a:rPr lang="en-US" sz="1400" kern="1200">
              <a:hlinkClick xmlns:r="http://schemas.openxmlformats.org/officeDocument/2006/relationships" r:id="rId7"/>
            </a:rPr>
            <a:t>Velocidades de transmisión</a:t>
          </a:r>
          <a:r>
            <a:rPr lang="en-US" sz="1400" kern="1200"/>
            <a:t>.</a:t>
          </a:r>
        </a:p>
      </dsp:txBody>
      <dsp:txXfrm>
        <a:off x="510804" y="1176990"/>
        <a:ext cx="9980180" cy="469676"/>
      </dsp:txXfrm>
    </dsp:sp>
    <dsp:sp modelId="{EF924984-4654-417B-9B59-8132933E1EA7}">
      <dsp:nvSpPr>
        <dsp:cNvPr id="0" name=""/>
        <dsp:cNvSpPr/>
      </dsp:nvSpPr>
      <dsp:spPr>
        <a:xfrm>
          <a:off x="0" y="1764086"/>
          <a:ext cx="10506456" cy="44204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BAC5A2-1005-4AED-B140-5635E6991B41}">
      <dsp:nvSpPr>
        <dsp:cNvPr id="0" name=""/>
        <dsp:cNvSpPr/>
      </dsp:nvSpPr>
      <dsp:spPr>
        <a:xfrm>
          <a:off x="133719" y="1863547"/>
          <a:ext cx="243364" cy="243126"/>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66E21E-D140-4988-8703-4021316E5ECC}">
      <dsp:nvSpPr>
        <dsp:cNvPr id="0" name=""/>
        <dsp:cNvSpPr/>
      </dsp:nvSpPr>
      <dsp:spPr>
        <a:xfrm>
          <a:off x="510804" y="1764086"/>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Conector </a:t>
          </a:r>
          <a:r>
            <a:rPr lang="en-US" sz="1400" b="1" kern="1200"/>
            <a:t>RJ45 </a:t>
          </a:r>
          <a:r>
            <a:rPr lang="en-US" sz="1400" kern="1200"/>
            <a:t>para conectarse a una red informática, a través de cable.</a:t>
          </a:r>
        </a:p>
      </dsp:txBody>
      <dsp:txXfrm>
        <a:off x="510804" y="1764086"/>
        <a:ext cx="9980180" cy="469676"/>
      </dsp:txXfrm>
    </dsp:sp>
    <dsp:sp modelId="{D01F9283-E9B7-4E0D-B70B-9B2B684F0606}">
      <dsp:nvSpPr>
        <dsp:cNvPr id="0" name=""/>
        <dsp:cNvSpPr/>
      </dsp:nvSpPr>
      <dsp:spPr>
        <a:xfrm>
          <a:off x="0" y="2351182"/>
          <a:ext cx="10506456" cy="442048"/>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C6C95A-CAE0-4DFD-8AE5-A90910B86C80}">
      <dsp:nvSpPr>
        <dsp:cNvPr id="0" name=""/>
        <dsp:cNvSpPr/>
      </dsp:nvSpPr>
      <dsp:spPr>
        <a:xfrm>
          <a:off x="133719" y="2450643"/>
          <a:ext cx="243364" cy="243126"/>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AD5428-7EAB-4BEA-BCE4-BFAC6DA0277A}">
      <dsp:nvSpPr>
        <dsp:cNvPr id="0" name=""/>
        <dsp:cNvSpPr/>
      </dsp:nvSpPr>
      <dsp:spPr>
        <a:xfrm>
          <a:off x="510804" y="2351182"/>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Conectores </a:t>
          </a:r>
          <a:r>
            <a:rPr lang="en-US" sz="1400" b="1" kern="1200"/>
            <a:t>gráficos VGA</a:t>
          </a:r>
          <a:r>
            <a:rPr lang="en-US" sz="1400" kern="1200"/>
            <a:t>, </a:t>
          </a:r>
          <a:r>
            <a:rPr lang="en-US" sz="1400" b="1" kern="1200"/>
            <a:t>HDMI</a:t>
          </a:r>
          <a:r>
            <a:rPr lang="en-US" sz="1400" kern="1200"/>
            <a:t>, </a:t>
          </a:r>
          <a:r>
            <a:rPr lang="en-US" sz="1400" b="1" kern="1200"/>
            <a:t>DVI</a:t>
          </a:r>
          <a:r>
            <a:rPr lang="en-US" sz="1400" kern="1200"/>
            <a:t>, para la conexión de dispositivos de salida de imágenes.</a:t>
          </a:r>
        </a:p>
      </dsp:txBody>
      <dsp:txXfrm>
        <a:off x="510804" y="2351182"/>
        <a:ext cx="9980180" cy="469676"/>
      </dsp:txXfrm>
    </dsp:sp>
    <dsp:sp modelId="{7633BDA6-7CF0-4852-8CE1-42914CD9AABC}">
      <dsp:nvSpPr>
        <dsp:cNvPr id="0" name=""/>
        <dsp:cNvSpPr/>
      </dsp:nvSpPr>
      <dsp:spPr>
        <a:xfrm>
          <a:off x="0" y="2938278"/>
          <a:ext cx="10506456" cy="44204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25EC3D-3ECB-4C60-8A65-D51B62A97370}">
      <dsp:nvSpPr>
        <dsp:cNvPr id="0" name=""/>
        <dsp:cNvSpPr/>
      </dsp:nvSpPr>
      <dsp:spPr>
        <a:xfrm>
          <a:off x="133719" y="3037739"/>
          <a:ext cx="243364" cy="243126"/>
        </a:xfrm>
        <a:prstGeom prst="rect">
          <a:avLst/>
        </a:prstGeom>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4B5DF-DF36-4992-926E-7F45FB6362AE}">
      <dsp:nvSpPr>
        <dsp:cNvPr id="0" name=""/>
        <dsp:cNvSpPr/>
      </dsp:nvSpPr>
      <dsp:spPr>
        <a:xfrm>
          <a:off x="510804" y="2938278"/>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Conectores </a:t>
          </a:r>
          <a:r>
            <a:rPr lang="en-US" sz="1400" b="1" kern="1200"/>
            <a:t>IDE </a:t>
          </a:r>
          <a:r>
            <a:rPr lang="en-US" sz="1400" kern="1200"/>
            <a:t>o </a:t>
          </a:r>
          <a:r>
            <a:rPr lang="en-US" sz="1400" b="1" kern="1200"/>
            <a:t>Serial ATA I </a:t>
          </a:r>
          <a:r>
            <a:rPr lang="en-US" sz="1400" kern="1200"/>
            <a:t>o </a:t>
          </a:r>
          <a:r>
            <a:rPr lang="en-US" sz="1400" b="1" kern="1200"/>
            <a:t>II</a:t>
          </a:r>
          <a:r>
            <a:rPr lang="en-US" sz="1400" kern="1200"/>
            <a:t>, para conectar dispositivos de almacenamiento tales como discos duros y discos ópticos.</a:t>
          </a:r>
        </a:p>
      </dsp:txBody>
      <dsp:txXfrm>
        <a:off x="510804" y="2938278"/>
        <a:ext cx="9980180" cy="469676"/>
      </dsp:txXfrm>
    </dsp:sp>
    <dsp:sp modelId="{5234B73D-DE10-45E3-B841-A5911B5C7164}">
      <dsp:nvSpPr>
        <dsp:cNvPr id="0" name=""/>
        <dsp:cNvSpPr/>
      </dsp:nvSpPr>
      <dsp:spPr>
        <a:xfrm>
          <a:off x="0" y="3525374"/>
          <a:ext cx="10506456" cy="44204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E3D22-2AE3-42D0-9205-B8CC484D562A}">
      <dsp:nvSpPr>
        <dsp:cNvPr id="0" name=""/>
        <dsp:cNvSpPr/>
      </dsp:nvSpPr>
      <dsp:spPr>
        <a:xfrm>
          <a:off x="133719" y="3624835"/>
          <a:ext cx="243364" cy="243126"/>
        </a:xfrm>
        <a:prstGeom prst="rect">
          <a:avLst/>
        </a:prstGeom>
        <a:blipFill>
          <a:blip xmlns:r="http://schemas.openxmlformats.org/officeDocument/2006/relationships"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18D6C0-A3A5-4D4C-ACD9-8E948745274E}">
      <dsp:nvSpPr>
        <dsp:cNvPr id="0" name=""/>
        <dsp:cNvSpPr/>
      </dsp:nvSpPr>
      <dsp:spPr>
        <a:xfrm>
          <a:off x="510804" y="3525374"/>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Conectores de </a:t>
          </a:r>
          <a:r>
            <a:rPr lang="en-US" sz="1400" b="1" kern="1200"/>
            <a:t>audio</a:t>
          </a:r>
          <a:r>
            <a:rPr lang="en-US" sz="1400" kern="1200"/>
            <a:t>, que conectan dispositivos de audio como altavoces, micrófono, etc.</a:t>
          </a:r>
        </a:p>
      </dsp:txBody>
      <dsp:txXfrm>
        <a:off x="510804" y="3525374"/>
        <a:ext cx="9980180" cy="469676"/>
      </dsp:txXfrm>
    </dsp:sp>
    <dsp:sp modelId="{4EE60707-3361-4764-A172-69063D0BEFA6}">
      <dsp:nvSpPr>
        <dsp:cNvPr id="0" name=""/>
        <dsp:cNvSpPr/>
      </dsp:nvSpPr>
      <dsp:spPr>
        <a:xfrm>
          <a:off x="0" y="4112471"/>
          <a:ext cx="10506456" cy="44204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3C293A-A57F-4EB0-BAC5-EBA81CC91253}">
      <dsp:nvSpPr>
        <dsp:cNvPr id="0" name=""/>
        <dsp:cNvSpPr/>
      </dsp:nvSpPr>
      <dsp:spPr>
        <a:xfrm>
          <a:off x="133719" y="4211932"/>
          <a:ext cx="243364" cy="243126"/>
        </a:xfrm>
        <a:prstGeom prst="rect">
          <a:avLst/>
        </a:prstGeom>
        <a:blipFill>
          <a:blip xmlns:r="http://schemas.openxmlformats.org/officeDocument/2006/relationships"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D26C7-BE06-46A0-8E5E-E25DD2BBD002}">
      <dsp:nvSpPr>
        <dsp:cNvPr id="0" name=""/>
        <dsp:cNvSpPr/>
      </dsp:nvSpPr>
      <dsp:spPr>
        <a:xfrm>
          <a:off x="510804" y="4112471"/>
          <a:ext cx="9980180" cy="46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07" tIns="49707" rIns="49707" bIns="49707" numCol="1" spcCol="1270" anchor="ctr" anchorCtr="0">
          <a:noAutofit/>
        </a:bodyPr>
        <a:lstStyle/>
        <a:p>
          <a:pPr marL="0" lvl="0" indent="0" algn="l" defTabSz="622300">
            <a:lnSpc>
              <a:spcPct val="90000"/>
            </a:lnSpc>
            <a:spcBef>
              <a:spcPct val="0"/>
            </a:spcBef>
            <a:spcAft>
              <a:spcPct val="35000"/>
            </a:spcAft>
            <a:buNone/>
          </a:pPr>
          <a:r>
            <a:rPr lang="en-US" sz="1400" kern="1200"/>
            <a:t>Conector o </a:t>
          </a:r>
          <a:r>
            <a:rPr lang="en-US" sz="1400" b="1" kern="1200"/>
            <a:t>Puertos PS/2</a:t>
          </a:r>
          <a:r>
            <a:rPr lang="en-US" sz="1400" kern="1200"/>
            <a:t>. Empleado para conectar teclados y ratones, son de apariencia similar, empleando ambos seis pines, se diferencian en que la interfaz del teclado requiere una comunicación bidireccional.</a:t>
          </a:r>
        </a:p>
      </dsp:txBody>
      <dsp:txXfrm>
        <a:off x="510804" y="4112471"/>
        <a:ext cx="9980180" cy="46967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CEBC1E-76D7-4F35-8204-C253FF16A28D}">
      <dsp:nvSpPr>
        <dsp:cNvPr id="0" name=""/>
        <dsp:cNvSpPr/>
      </dsp:nvSpPr>
      <dsp:spPr>
        <a:xfrm>
          <a:off x="0" y="70945"/>
          <a:ext cx="6798539"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s-ES" sz="1500" b="1" kern="1200">
              <a:latin typeface="Arial"/>
              <a:cs typeface="Arial"/>
            </a:rPr>
            <a:t>IDE </a:t>
          </a:r>
          <a:r>
            <a:rPr lang="es-ES" sz="1500" kern="1200">
              <a:latin typeface="Calibri"/>
              <a:ea typeface="Calibri"/>
              <a:cs typeface="Calibri"/>
            </a:rPr>
            <a:t>(</a:t>
          </a:r>
          <a:r>
            <a:rPr lang="es-ES" sz="1500" i="1" kern="1200" err="1">
              <a:latin typeface="Arial"/>
              <a:cs typeface="Arial"/>
            </a:rPr>
            <a:t>Integrated</a:t>
          </a:r>
          <a:r>
            <a:rPr lang="es-ES" sz="1500" i="1" kern="1200">
              <a:latin typeface="Arial"/>
              <a:cs typeface="Arial"/>
            </a:rPr>
            <a:t> </a:t>
          </a:r>
          <a:r>
            <a:rPr lang="es-ES" sz="1500" i="1" kern="1200" err="1">
              <a:latin typeface="Arial"/>
              <a:cs typeface="Arial"/>
            </a:rPr>
            <a:t>Device</a:t>
          </a:r>
          <a:r>
            <a:rPr lang="es-ES" sz="1500" i="1" kern="1200">
              <a:latin typeface="Arial"/>
              <a:cs typeface="Arial"/>
            </a:rPr>
            <a:t> </a:t>
          </a:r>
          <a:r>
            <a:rPr lang="es-ES" sz="1500" i="1" kern="1200" err="1">
              <a:latin typeface="Arial"/>
              <a:cs typeface="Arial"/>
            </a:rPr>
            <a:t>Electronics</a:t>
          </a:r>
          <a:r>
            <a:rPr lang="es-ES" sz="1500" kern="1200">
              <a:latin typeface="Calibri"/>
              <a:ea typeface="Calibri"/>
              <a:cs typeface="Calibri"/>
            </a:rPr>
            <a:t>) o </a:t>
          </a:r>
          <a:r>
            <a:rPr lang="es-ES" sz="1500" b="1" kern="1200">
              <a:latin typeface="Arial"/>
              <a:cs typeface="Arial"/>
            </a:rPr>
            <a:t>ATA </a:t>
          </a:r>
          <a:r>
            <a:rPr lang="es-ES" sz="1500" kern="1200">
              <a:latin typeface="Calibri"/>
              <a:ea typeface="Calibri"/>
              <a:cs typeface="Calibri"/>
            </a:rPr>
            <a:t>(</a:t>
          </a:r>
          <a:r>
            <a:rPr lang="es-ES" sz="1500" i="1" kern="1200" err="1">
              <a:latin typeface="Arial"/>
              <a:cs typeface="Arial"/>
            </a:rPr>
            <a:t>Advanced</a:t>
          </a:r>
          <a:r>
            <a:rPr lang="es-ES" sz="1500" i="1" kern="1200">
              <a:latin typeface="Arial"/>
              <a:cs typeface="Arial"/>
            </a:rPr>
            <a:t> </a:t>
          </a:r>
          <a:r>
            <a:rPr lang="es-ES" sz="1500" i="1" kern="1200" err="1">
              <a:latin typeface="Arial"/>
              <a:cs typeface="Arial"/>
            </a:rPr>
            <a:t>Technology</a:t>
          </a:r>
          <a:r>
            <a:rPr lang="es-ES" sz="1500" i="1" kern="1200">
              <a:latin typeface="Arial"/>
              <a:cs typeface="Arial"/>
            </a:rPr>
            <a:t> </a:t>
          </a:r>
          <a:r>
            <a:rPr lang="es-ES" sz="1500" i="1" kern="1200" err="1">
              <a:latin typeface="Arial"/>
              <a:cs typeface="Arial"/>
            </a:rPr>
            <a:t>Attachment</a:t>
          </a:r>
          <a:r>
            <a:rPr lang="es-ES" sz="1500" kern="1200">
              <a:latin typeface="Calibri"/>
              <a:ea typeface="Calibri"/>
              <a:cs typeface="Calibri"/>
            </a:rPr>
            <a:t>) </a:t>
          </a:r>
        </a:p>
      </dsp:txBody>
      <dsp:txXfrm>
        <a:off x="17563" y="88508"/>
        <a:ext cx="6763413" cy="324648"/>
      </dsp:txXfrm>
    </dsp:sp>
    <dsp:sp modelId="{27AA9514-6D29-4DD0-A20F-69B70FFDDFDC}">
      <dsp:nvSpPr>
        <dsp:cNvPr id="0" name=""/>
        <dsp:cNvSpPr/>
      </dsp:nvSpPr>
      <dsp:spPr>
        <a:xfrm>
          <a:off x="0" y="430720"/>
          <a:ext cx="6798539" cy="884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54"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s-ES" sz="1200" kern="1200">
              <a:latin typeface="Calibri"/>
              <a:ea typeface="Calibri"/>
              <a:cs typeface="Calibri"/>
            </a:rPr>
            <a:t>que controlan los dispositivos de almacenamiento masivo de datos, como los discos duros y dispositivos </a:t>
          </a:r>
          <a:r>
            <a:rPr lang="es-ES" sz="1200" b="1" kern="1200">
              <a:latin typeface="Arial"/>
              <a:cs typeface="Arial"/>
            </a:rPr>
            <a:t>ATAPI </a:t>
          </a:r>
          <a:r>
            <a:rPr lang="es-ES" sz="1200" kern="1200">
              <a:latin typeface="Calibri"/>
              <a:ea typeface="Calibri"/>
              <a:cs typeface="Calibri"/>
            </a:rPr>
            <a:t>(</a:t>
          </a:r>
          <a:r>
            <a:rPr lang="es-ES" sz="1200" i="1" kern="1200" err="1">
              <a:latin typeface="Arial"/>
              <a:cs typeface="Arial"/>
            </a:rPr>
            <a:t>Advanced</a:t>
          </a:r>
          <a:r>
            <a:rPr lang="es-ES" sz="1200" i="1" kern="1200">
              <a:latin typeface="Arial"/>
              <a:cs typeface="Arial"/>
            </a:rPr>
            <a:t> </a:t>
          </a:r>
          <a:r>
            <a:rPr lang="es-ES" sz="1200" i="1" kern="1200" err="1">
              <a:latin typeface="Arial"/>
              <a:cs typeface="Arial"/>
            </a:rPr>
            <a:t>Technology</a:t>
          </a:r>
          <a:r>
            <a:rPr lang="es-ES" sz="1200" i="1" kern="1200">
              <a:latin typeface="Arial"/>
              <a:cs typeface="Arial"/>
            </a:rPr>
            <a:t> </a:t>
          </a:r>
          <a:r>
            <a:rPr lang="es-ES" sz="1200" i="1" kern="1200" err="1">
              <a:latin typeface="Arial"/>
              <a:cs typeface="Arial"/>
            </a:rPr>
            <a:t>Attachment</a:t>
          </a:r>
          <a:r>
            <a:rPr lang="es-ES" sz="1200" i="1" kern="1200">
              <a:latin typeface="Arial"/>
              <a:cs typeface="Arial"/>
            </a:rPr>
            <a:t> </a:t>
          </a:r>
          <a:r>
            <a:rPr lang="es-ES" sz="1200" i="1" kern="1200" err="1">
              <a:latin typeface="Arial"/>
              <a:cs typeface="Arial"/>
            </a:rPr>
            <a:t>Packet</a:t>
          </a:r>
          <a:r>
            <a:rPr lang="es-ES" sz="1200" i="1" kern="1200">
              <a:latin typeface="Arial"/>
              <a:cs typeface="Arial"/>
            </a:rPr>
            <a:t> Interface</a:t>
          </a:r>
          <a:r>
            <a:rPr lang="es-ES" sz="1200" kern="1200">
              <a:latin typeface="Calibri"/>
              <a:ea typeface="Calibri"/>
              <a:cs typeface="Calibri"/>
            </a:rPr>
            <a:t>) como lectores de discos. Permiten la conexión de cuatro dispositivos mediante el uso de la </a:t>
          </a:r>
          <a:r>
            <a:rPr lang="es-ES" sz="1200" b="1" kern="1200">
              <a:latin typeface="Arial"/>
              <a:cs typeface="Arial"/>
            </a:rPr>
            <a:t>tecnología Master- Slave </a:t>
          </a:r>
          <a:r>
            <a:rPr lang="es-ES" sz="1200" kern="1200">
              <a:latin typeface="Calibri"/>
              <a:ea typeface="Calibri"/>
              <a:cs typeface="Calibri"/>
            </a:rPr>
            <a:t>(maestro-esclavo). Hasta hace poco, éste era el estándar principal por su versatilidad y relación calidad/precio. </a:t>
          </a:r>
          <a:r>
            <a:rPr lang="es-ES" sz="1200" kern="1200">
              <a:latin typeface="Calibri"/>
              <a:ea typeface="Calibri"/>
              <a:cs typeface="Calibri"/>
              <a:hlinkClick xmlns:r="http://schemas.openxmlformats.org/officeDocument/2006/relationships" r:id="rId1"/>
            </a:rPr>
            <a:t>Maestro-Esclavo</a:t>
          </a:r>
          <a:r>
            <a:rPr lang="es-ES" sz="1200" kern="1200">
              <a:latin typeface="Calibri"/>
              <a:ea typeface="Calibri"/>
              <a:cs typeface="Calibri"/>
            </a:rPr>
            <a:t>.</a:t>
          </a:r>
          <a:endParaRPr lang="es-ES" sz="1200" kern="1200"/>
        </a:p>
      </dsp:txBody>
      <dsp:txXfrm>
        <a:off x="0" y="430720"/>
        <a:ext cx="6798539" cy="884925"/>
      </dsp:txXfrm>
    </dsp:sp>
    <dsp:sp modelId="{98517128-BEB8-4743-846A-C3E079A80D01}">
      <dsp:nvSpPr>
        <dsp:cNvPr id="0" name=""/>
        <dsp:cNvSpPr/>
      </dsp:nvSpPr>
      <dsp:spPr>
        <a:xfrm>
          <a:off x="0" y="1315645"/>
          <a:ext cx="6798539" cy="359774"/>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s-ES" sz="1500" b="1" kern="1200">
              <a:latin typeface="Arial"/>
              <a:cs typeface="Arial"/>
            </a:rPr>
            <a:t>SCSI </a:t>
          </a:r>
          <a:r>
            <a:rPr lang="es-ES" sz="1500" i="1" kern="1200">
              <a:latin typeface="Arial"/>
              <a:cs typeface="Arial"/>
            </a:rPr>
            <a:t>(Small </a:t>
          </a:r>
          <a:r>
            <a:rPr lang="es-ES" sz="1500" i="1" kern="1200" err="1">
              <a:latin typeface="Arial"/>
              <a:cs typeface="Arial"/>
            </a:rPr>
            <a:t>Computer</a:t>
          </a:r>
          <a:r>
            <a:rPr lang="es-ES" sz="1500" i="1" kern="1200">
              <a:latin typeface="Arial"/>
              <a:cs typeface="Arial"/>
            </a:rPr>
            <a:t> </a:t>
          </a:r>
          <a:r>
            <a:rPr lang="es-ES" sz="1500" i="1" kern="1200" err="1">
              <a:latin typeface="Arial"/>
              <a:cs typeface="Arial"/>
            </a:rPr>
            <a:t>System</a:t>
          </a:r>
          <a:r>
            <a:rPr lang="es-ES" sz="1500" i="1" kern="1200">
              <a:latin typeface="Arial"/>
              <a:cs typeface="Arial"/>
            </a:rPr>
            <a:t> Interface</a:t>
          </a:r>
          <a:r>
            <a:rPr lang="es-ES" sz="1500" b="1" kern="1200">
              <a:latin typeface="Arial"/>
              <a:cs typeface="Arial"/>
            </a:rPr>
            <a:t>): </a:t>
          </a:r>
          <a:endParaRPr lang="es-ES" sz="1500" b="1" kern="1200">
            <a:latin typeface="Arial"/>
            <a:ea typeface="Calibri"/>
            <a:cs typeface="Arial"/>
          </a:endParaRPr>
        </a:p>
      </dsp:txBody>
      <dsp:txXfrm>
        <a:off x="17563" y="1333208"/>
        <a:ext cx="6763413" cy="324648"/>
      </dsp:txXfrm>
    </dsp:sp>
    <dsp:sp modelId="{AA65CCE1-14D3-472A-B16F-8AF0507EEC2B}">
      <dsp:nvSpPr>
        <dsp:cNvPr id="0" name=""/>
        <dsp:cNvSpPr/>
      </dsp:nvSpPr>
      <dsp:spPr>
        <a:xfrm>
          <a:off x="0" y="1675420"/>
          <a:ext cx="6798539" cy="884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54"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s-ES" sz="1200" kern="1200">
              <a:latin typeface="Calibri"/>
              <a:ea typeface="Calibri"/>
              <a:cs typeface="Calibri"/>
            </a:rPr>
            <a:t>son discos duros de gran capacidad de almacenamiento y fiabilidad por lo que se suelen usar en </a:t>
          </a:r>
          <a:r>
            <a:rPr lang="es-ES" sz="1200" u="sng" kern="1200">
              <a:latin typeface="Calibri"/>
              <a:ea typeface="Calibri"/>
              <a:cs typeface="Calibri"/>
            </a:rPr>
            <a:t>servidores</a:t>
          </a:r>
          <a:r>
            <a:rPr lang="es-ES" sz="1200" kern="1200">
              <a:latin typeface="Calibri"/>
              <a:ea typeface="Calibri"/>
              <a:cs typeface="Calibri"/>
            </a:rPr>
            <a:t>. Pueden llegar a tiempos medios de acceso y velocidades de transmisión mucho más altas que los IDE. A diferencia de los discos IDE, pueden trabajar asincrónicamente con relación al microprocesador, lo que los hace más rápidos. La versión “moderna” de los discos SCSI son los </a:t>
          </a:r>
          <a:r>
            <a:rPr lang="es-ES" sz="1200" b="1" kern="1200">
              <a:latin typeface="Arial"/>
              <a:cs typeface="Arial"/>
            </a:rPr>
            <a:t>SAS </a:t>
          </a:r>
          <a:r>
            <a:rPr lang="es-ES" sz="1200" kern="1200">
              <a:latin typeface="Calibri"/>
              <a:ea typeface="Calibri"/>
              <a:cs typeface="Calibri"/>
            </a:rPr>
            <a:t>(</a:t>
          </a:r>
          <a:r>
            <a:rPr lang="es-ES" sz="1200" i="1" kern="1200">
              <a:latin typeface="Arial"/>
              <a:cs typeface="Arial"/>
            </a:rPr>
            <a:t>Serial </a:t>
          </a:r>
          <a:r>
            <a:rPr lang="es-ES" sz="1200" i="1" kern="1200" err="1">
              <a:latin typeface="Arial"/>
              <a:cs typeface="Arial"/>
            </a:rPr>
            <a:t>Attached</a:t>
          </a:r>
          <a:r>
            <a:rPr lang="es-ES" sz="1200" i="1" kern="1200">
              <a:latin typeface="Arial"/>
              <a:cs typeface="Arial"/>
            </a:rPr>
            <a:t> SCSI</a:t>
          </a:r>
          <a:r>
            <a:rPr lang="es-ES" sz="1200" kern="1200">
              <a:latin typeface="Calibri"/>
              <a:ea typeface="Calibri"/>
              <a:cs typeface="Calibri"/>
            </a:rPr>
            <a:t>).</a:t>
          </a:r>
          <a:endParaRPr lang="es-ES" sz="1200" kern="1200"/>
        </a:p>
      </dsp:txBody>
      <dsp:txXfrm>
        <a:off x="0" y="1675420"/>
        <a:ext cx="6798539" cy="884925"/>
      </dsp:txXfrm>
    </dsp:sp>
    <dsp:sp modelId="{480E11FC-FB9F-4723-9840-71F2E1CE232F}">
      <dsp:nvSpPr>
        <dsp:cNvPr id="0" name=""/>
        <dsp:cNvSpPr/>
      </dsp:nvSpPr>
      <dsp:spPr>
        <a:xfrm>
          <a:off x="0" y="2560345"/>
          <a:ext cx="6798539" cy="35977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s-ES" sz="1500" b="1" kern="1200">
              <a:latin typeface="Arial"/>
              <a:cs typeface="Arial"/>
            </a:rPr>
            <a:t>SATA (Serial ATA</a:t>
          </a:r>
          <a:r>
            <a:rPr lang="es-ES" sz="1500" kern="1200">
              <a:latin typeface="Calibri"/>
              <a:ea typeface="Calibri"/>
              <a:cs typeface="Calibri"/>
            </a:rPr>
            <a:t>): </a:t>
          </a:r>
          <a:endParaRPr lang="es-ES" sz="1500" kern="1200">
            <a:latin typeface="Calibri Light" panose="020F0302020204030204"/>
            <a:ea typeface="Calibri Light" panose="020F0302020204030204"/>
            <a:cs typeface="Calibri Light" panose="020F0302020204030204"/>
          </a:endParaRPr>
        </a:p>
      </dsp:txBody>
      <dsp:txXfrm>
        <a:off x="17563" y="2577908"/>
        <a:ext cx="6763413" cy="324648"/>
      </dsp:txXfrm>
    </dsp:sp>
    <dsp:sp modelId="{25A1FA4D-658B-43C4-986B-233491C37C7C}">
      <dsp:nvSpPr>
        <dsp:cNvPr id="0" name=""/>
        <dsp:cNvSpPr/>
      </dsp:nvSpPr>
      <dsp:spPr>
        <a:xfrm>
          <a:off x="0" y="2920121"/>
          <a:ext cx="6798539" cy="714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54"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s-ES" sz="1200" kern="1200">
              <a:latin typeface="Calibri"/>
              <a:ea typeface="Calibri"/>
              <a:cs typeface="Calibri"/>
            </a:rPr>
            <a:t>nuevo estándar de conexión que utiliza un bus serie para la transmisión de datos. Notablemente más rápido y eficiente que IDE. En la actualidad hay tres versiones, SATA 1 de hasta 1,5 Gigabits por segundo (192 MB/s), SATA 2 de hasta 3,0 Gb/s (384 MB/s) y SATA 3 de hasta 6,0 Gb/s (768 MB/s) de velocidad de transferencia.</a:t>
          </a:r>
          <a:endParaRPr lang="es-ES" sz="1200" kern="1200"/>
        </a:p>
      </dsp:txBody>
      <dsp:txXfrm>
        <a:off x="0" y="2920121"/>
        <a:ext cx="6798539" cy="71415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53B017-7670-449B-B1D4-DDD237F5A2E1}">
      <dsp:nvSpPr>
        <dsp:cNvPr id="0" name=""/>
        <dsp:cNvSpPr/>
      </dsp:nvSpPr>
      <dsp:spPr>
        <a:xfrm>
          <a:off x="0" y="899622"/>
          <a:ext cx="6900512" cy="166084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7C9254-1D3A-491E-8A3B-4A579BB51D84}">
      <dsp:nvSpPr>
        <dsp:cNvPr id="0" name=""/>
        <dsp:cNvSpPr/>
      </dsp:nvSpPr>
      <dsp:spPr>
        <a:xfrm>
          <a:off x="502404" y="1273312"/>
          <a:ext cx="913463" cy="9134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0B4889-3E43-4456-9E84-7C0D1CA41F97}">
      <dsp:nvSpPr>
        <dsp:cNvPr id="0" name=""/>
        <dsp:cNvSpPr/>
      </dsp:nvSpPr>
      <dsp:spPr>
        <a:xfrm>
          <a:off x="1918272" y="899622"/>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800100">
            <a:lnSpc>
              <a:spcPct val="90000"/>
            </a:lnSpc>
            <a:spcBef>
              <a:spcPct val="0"/>
            </a:spcBef>
            <a:spcAft>
              <a:spcPct val="35000"/>
            </a:spcAft>
            <a:buNone/>
          </a:pPr>
          <a:r>
            <a:rPr lang="es-ES" sz="1800" kern="1200"/>
            <a:t>PCIe SSD. En un disco PCIe SSD la unidad se conecta a un puerto PCI Express como si fuera una tarjeta interna adicional. De esta forma pueden funcionar mucho más rápido y no estar limitado por el estándar SATA. </a:t>
          </a:r>
          <a:endParaRPr lang="en-US" sz="1800" kern="1200"/>
        </a:p>
      </dsp:txBody>
      <dsp:txXfrm>
        <a:off x="1918272" y="899622"/>
        <a:ext cx="4982239" cy="1660842"/>
      </dsp:txXfrm>
    </dsp:sp>
    <dsp:sp modelId="{0DB1A2A0-DDB6-472F-B90E-530424ECD074}">
      <dsp:nvSpPr>
        <dsp:cNvPr id="0" name=""/>
        <dsp:cNvSpPr/>
      </dsp:nvSpPr>
      <dsp:spPr>
        <a:xfrm>
          <a:off x="0" y="2975675"/>
          <a:ext cx="6900512" cy="166084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537B7-844E-4A8E-B3C4-EA0565143A18}">
      <dsp:nvSpPr>
        <dsp:cNvPr id="0" name=""/>
        <dsp:cNvSpPr/>
      </dsp:nvSpPr>
      <dsp:spPr>
        <a:xfrm>
          <a:off x="502404" y="3349365"/>
          <a:ext cx="913463" cy="9134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5E2752-25FE-4F15-A85A-623254513A7B}">
      <dsp:nvSpPr>
        <dsp:cNvPr id="0" name=""/>
        <dsp:cNvSpPr/>
      </dsp:nvSpPr>
      <dsp:spPr>
        <a:xfrm>
          <a:off x="1918272" y="2975675"/>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800100">
            <a:lnSpc>
              <a:spcPct val="90000"/>
            </a:lnSpc>
            <a:spcBef>
              <a:spcPct val="0"/>
            </a:spcBef>
            <a:spcAft>
              <a:spcPct val="35000"/>
            </a:spcAft>
            <a:buNone/>
          </a:pPr>
          <a:r>
            <a:rPr lang="es-ES" sz="1800" kern="1200"/>
            <a:t>Sata SSD. Utiliza el mismo conector que un disco duro normal.</a:t>
          </a:r>
          <a:endParaRPr lang="en-US" sz="1800" kern="1200"/>
        </a:p>
      </dsp:txBody>
      <dsp:txXfrm>
        <a:off x="1918272" y="2975675"/>
        <a:ext cx="4982239" cy="16608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1192521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4091159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244340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318459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4231348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3252140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96881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392474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3865475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1593488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a:p>
        </p:txBody>
      </p:sp>
    </p:spTree>
    <p:extLst>
      <p:ext uri="{BB962C8B-B14F-4D97-AF65-F5344CB8AC3E}">
        <p14:creationId xmlns:p14="http://schemas.microsoft.com/office/powerpoint/2010/main" val="2043771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‹Nº›</a:t>
            </a:fld>
            <a:endParaRPr lang="en-US"/>
          </a:p>
        </p:txBody>
      </p:sp>
    </p:spTree>
    <p:extLst>
      <p:ext uri="{BB962C8B-B14F-4D97-AF65-F5344CB8AC3E}">
        <p14:creationId xmlns:p14="http://schemas.microsoft.com/office/powerpoint/2010/main" val="64827417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wnload.lenovo.com/bsco/index.html#/graphicalsimulator/Lenovo%20Legion%20T5%2026AMR5%20(90RB,90RC)" TargetMode="External"/><Relationship Id="rId2" Type="http://schemas.openxmlformats.org/officeDocument/2006/relationships/hyperlink" Target="https://download.lenovo.com/bsco/index.html"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youtube.com/watch?v=jmHWY-M-SJI&amp;pp=ygURTUlTU0lORyBSQU0gIEJFRVA%3D&#160;" TargetMode="Externa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shorts/j0YwQh0oG_s"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Q5paWn7bFg4?feature=oembed" TargetMode="External"/><Relationship Id="rId1" Type="http://schemas.openxmlformats.org/officeDocument/2006/relationships/video" Target="https://www.youtube.com/embed/Q3F3UGSNiNY?feature=oembed" TargetMode="External"/><Relationship Id="rId5" Type="http://schemas.openxmlformats.org/officeDocument/2006/relationships/image" Target="../media/image27.jpeg"/><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7.xml.rels><?xml version="1.0" encoding="UTF-8" standalone="yes"?>
<Relationships xmlns="http://schemas.openxmlformats.org/package/2006/relationships"><Relationship Id="rId3" Type="http://schemas.openxmlformats.org/officeDocument/2006/relationships/hyperlink" Target="http://es.wikipedia.org/wiki/Silicio" TargetMode="External"/><Relationship Id="rId2" Type="http://schemas.openxmlformats.org/officeDocument/2006/relationships/hyperlink" Target="http://es.wikipedia.org/wiki/Oblea_%28electr%C3%B3nica%29" TargetMode="Externa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hyperlink" Target="https://www.youtube.com/watch?v=DBCVLDmromo" TargetMode="Externa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99.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6.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www.youtube.com/watch?v=3BWWiCVuJGA" TargetMode="Externa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18.jpe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7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D22C5-B956-A346-0EA8-97A729B1A0A4}"/>
              </a:ext>
            </a:extLst>
          </p:cNvPr>
          <p:cNvPicPr>
            <a:picLocks noChangeAspect="1"/>
          </p:cNvPicPr>
          <p:nvPr/>
        </p:nvPicPr>
        <p:blipFill rotWithShape="1">
          <a:blip r:embed="rId2"/>
          <a:srcRect t="29687"/>
          <a:stretch/>
        </p:blipFill>
        <p:spPr>
          <a:xfrm>
            <a:off x="20" y="10"/>
            <a:ext cx="12191980" cy="6857989"/>
          </a:xfrm>
          <a:prstGeom prst="rect">
            <a:avLst/>
          </a:prstGeom>
        </p:spPr>
      </p:pic>
      <p:sp>
        <p:nvSpPr>
          <p:cNvPr id="2" name="Título 1"/>
          <p:cNvSpPr>
            <a:spLocks noGrp="1"/>
          </p:cNvSpPr>
          <p:nvPr>
            <p:ph type="ctrTitle"/>
          </p:nvPr>
        </p:nvSpPr>
        <p:spPr>
          <a:xfrm>
            <a:off x="1524000" y="728905"/>
            <a:ext cx="9144000" cy="3184274"/>
          </a:xfrm>
        </p:spPr>
        <p:txBody>
          <a:bodyPr>
            <a:normAutofit/>
          </a:bodyPr>
          <a:lstStyle/>
          <a:p>
            <a:r>
              <a:rPr lang="es-ES">
                <a:ea typeface="Calibri Light"/>
                <a:cs typeface="Calibri Light"/>
              </a:rPr>
              <a:t>UT2. Componentes de un Sistema Informático</a:t>
            </a:r>
            <a:endParaRPr lang="es-ES"/>
          </a:p>
        </p:txBody>
      </p:sp>
      <p:sp>
        <p:nvSpPr>
          <p:cNvPr id="3" name="Subtítulo 2"/>
          <p:cNvSpPr>
            <a:spLocks noGrp="1"/>
          </p:cNvSpPr>
          <p:nvPr>
            <p:ph type="subTitle" idx="1"/>
          </p:nvPr>
        </p:nvSpPr>
        <p:spPr>
          <a:xfrm>
            <a:off x="1524000" y="4072044"/>
            <a:ext cx="9144000" cy="1495379"/>
          </a:xfrm>
        </p:spPr>
        <p:txBody>
          <a:bodyPr>
            <a:normAutofit/>
          </a:bodyPr>
          <a:lstStyle/>
          <a:p>
            <a:endParaRPr lang="es-ES" sz="2200"/>
          </a:p>
        </p:txBody>
      </p:sp>
    </p:spTree>
    <p:extLst>
      <p:ext uri="{BB962C8B-B14F-4D97-AF65-F5344CB8AC3E}">
        <p14:creationId xmlns:p14="http://schemas.microsoft.com/office/powerpoint/2010/main" val="240627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Marcador de contenido 3" descr="Interfaz de usuario gráfica, Aplicación, Word&#10;&#10;Descripción generada automáticamente">
            <a:extLst>
              <a:ext uri="{FF2B5EF4-FFF2-40B4-BE49-F238E27FC236}">
                <a16:creationId xmlns:a16="http://schemas.microsoft.com/office/drawing/2014/main" id="{082B93F5-ED08-CAD4-7D72-1DD253A49D00}"/>
              </a:ext>
            </a:extLst>
          </p:cNvPr>
          <p:cNvPicPr>
            <a:picLocks noGrp="1" noChangeAspect="1"/>
          </p:cNvPicPr>
          <p:nvPr>
            <p:ph idx="1"/>
          </p:nvPr>
        </p:nvPicPr>
        <p:blipFill rotWithShape="1">
          <a:blip r:embed="rId2"/>
          <a:srcRect l="3070" t="30246" r="56907" b="21928"/>
          <a:stretch/>
        </p:blipFill>
        <p:spPr>
          <a:xfrm>
            <a:off x="2366299" y="643467"/>
            <a:ext cx="7459401" cy="5571065"/>
          </a:xfrm>
          <a:prstGeom prst="rect">
            <a:avLst/>
          </a:prstGeom>
          <a:ln>
            <a:noFill/>
          </a:ln>
        </p:spPr>
      </p:pic>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0857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8072ED-F0CC-D706-7ECA-20463309A9A3}"/>
              </a:ext>
            </a:extLst>
          </p:cNvPr>
          <p:cNvSpPr>
            <a:spLocks noGrp="1"/>
          </p:cNvSpPr>
          <p:nvPr>
            <p:ph type="title"/>
          </p:nvPr>
        </p:nvSpPr>
        <p:spPr>
          <a:xfrm>
            <a:off x="109620" y="-176704"/>
            <a:ext cx="11990067" cy="2001905"/>
          </a:xfrm>
        </p:spPr>
        <p:txBody>
          <a:bodyPr anchor="ctr">
            <a:normAutofit/>
          </a:bodyPr>
          <a:lstStyle/>
          <a:p>
            <a:r>
              <a:rPr lang="es-ES">
                <a:solidFill>
                  <a:schemeClr val="tx2"/>
                </a:solidFill>
                <a:cs typeface="Posterama"/>
              </a:rPr>
              <a:t>Introducción componentes físicos de un ordenador</a:t>
            </a:r>
            <a:endParaRPr lang="es-ES">
              <a:solidFill>
                <a:schemeClr val="tx2"/>
              </a:solidFill>
            </a:endParaRPr>
          </a:p>
        </p:txBody>
      </p:sp>
      <p:sp>
        <p:nvSpPr>
          <p:cNvPr id="8" name="Content Placeholder 7">
            <a:extLst>
              <a:ext uri="{FF2B5EF4-FFF2-40B4-BE49-F238E27FC236}">
                <a16:creationId xmlns:a16="http://schemas.microsoft.com/office/drawing/2014/main" id="{F6BC2836-311D-5ADB-246F-29A5F3F6CC66}"/>
              </a:ext>
            </a:extLst>
          </p:cNvPr>
          <p:cNvSpPr>
            <a:spLocks noGrp="1"/>
          </p:cNvSpPr>
          <p:nvPr>
            <p:ph idx="1"/>
          </p:nvPr>
        </p:nvSpPr>
        <p:spPr>
          <a:xfrm>
            <a:off x="6195368" y="732348"/>
            <a:ext cx="4955351" cy="2010852"/>
          </a:xfrm>
        </p:spPr>
        <p:txBody>
          <a:bodyPr anchor="ctr">
            <a:normAutofit/>
          </a:bodyPr>
          <a:lstStyle/>
          <a:p>
            <a:endParaRPr lang="en-US" sz="1800">
              <a:solidFill>
                <a:schemeClr val="tx2"/>
              </a:solidFill>
            </a:endParaRPr>
          </a:p>
        </p:txBody>
      </p:sp>
      <p:pic>
        <p:nvPicPr>
          <p:cNvPr id="4" name="Marcador de contenido 3" descr="Tabla&#10;&#10;Descripción generada automáticamente">
            <a:extLst>
              <a:ext uri="{FF2B5EF4-FFF2-40B4-BE49-F238E27FC236}">
                <a16:creationId xmlns:a16="http://schemas.microsoft.com/office/drawing/2014/main" id="{58D1E3D3-B677-4F5E-FD47-CF68273475AD}"/>
              </a:ext>
            </a:extLst>
          </p:cNvPr>
          <p:cNvPicPr>
            <a:picLocks noChangeAspect="1"/>
          </p:cNvPicPr>
          <p:nvPr/>
        </p:nvPicPr>
        <p:blipFill>
          <a:blip r:embed="rId2"/>
          <a:stretch>
            <a:fillRect/>
          </a:stretch>
        </p:blipFill>
        <p:spPr>
          <a:xfrm>
            <a:off x="5792846" y="922226"/>
            <a:ext cx="6377939" cy="5325981"/>
          </a:xfrm>
          <a:prstGeom prst="rect">
            <a:avLst/>
          </a:prstGeom>
        </p:spPr>
      </p:pic>
      <p:sp>
        <p:nvSpPr>
          <p:cNvPr id="5" name="CuadroTexto 4">
            <a:extLst>
              <a:ext uri="{FF2B5EF4-FFF2-40B4-BE49-F238E27FC236}">
                <a16:creationId xmlns:a16="http://schemas.microsoft.com/office/drawing/2014/main" id="{1AB8DFE3-754F-E918-0BB4-825134B06E9F}"/>
              </a:ext>
            </a:extLst>
          </p:cNvPr>
          <p:cNvSpPr txBox="1"/>
          <p:nvPr/>
        </p:nvSpPr>
        <p:spPr>
          <a:xfrm>
            <a:off x="192506" y="1636295"/>
            <a:ext cx="5697619"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000"/>
              <a:t>El </a:t>
            </a:r>
            <a:r>
              <a:rPr lang="en-US" sz="2000" b="1" err="1"/>
              <a:t>chasis</a:t>
            </a:r>
            <a:r>
              <a:rPr lang="en-US" sz="2000" b="1"/>
              <a:t>, </a:t>
            </a:r>
            <a:r>
              <a:rPr lang="en-US" sz="2000" b="1" err="1"/>
              <a:t>caja</a:t>
            </a:r>
            <a:r>
              <a:rPr lang="en-US" sz="2000" b="1"/>
              <a:t> o </a:t>
            </a:r>
            <a:r>
              <a:rPr lang="en-US" sz="2000" b="1" err="1"/>
              <a:t>torre</a:t>
            </a:r>
            <a:r>
              <a:rPr lang="en-US" sz="2000"/>
              <a:t>: es </a:t>
            </a:r>
            <a:r>
              <a:rPr lang="en-US" sz="2000" err="1"/>
              <a:t>el</a:t>
            </a:r>
            <a:r>
              <a:rPr lang="en-US" sz="2000"/>
              <a:t> </a:t>
            </a:r>
            <a:r>
              <a:rPr lang="en-US" sz="2000" err="1"/>
              <a:t>recinto</a:t>
            </a:r>
            <a:r>
              <a:rPr lang="en-US" sz="2000"/>
              <a:t> </a:t>
            </a:r>
            <a:r>
              <a:rPr lang="en-US" sz="2000" err="1"/>
              <a:t>metálico</a:t>
            </a:r>
            <a:r>
              <a:rPr lang="en-US" sz="2000"/>
              <a:t> o de </a:t>
            </a:r>
            <a:r>
              <a:rPr lang="en-US" sz="2000" err="1"/>
              <a:t>plástico</a:t>
            </a:r>
            <a:r>
              <a:rPr lang="en-US" sz="2000"/>
              <a:t> que </a:t>
            </a:r>
            <a:r>
              <a:rPr lang="en-US" sz="2000" err="1"/>
              <a:t>alberga</a:t>
            </a:r>
            <a:r>
              <a:rPr lang="en-US" sz="2000"/>
              <a:t> </a:t>
            </a:r>
            <a:r>
              <a:rPr lang="en-US" sz="2000" err="1"/>
              <a:t>los</a:t>
            </a:r>
            <a:r>
              <a:rPr lang="en-US" sz="2000"/>
              <a:t> </a:t>
            </a:r>
            <a:r>
              <a:rPr lang="en-US" sz="2000" err="1"/>
              <a:t>principales</a:t>
            </a:r>
            <a:r>
              <a:rPr lang="en-US" sz="2000"/>
              <a:t> </a:t>
            </a:r>
            <a:r>
              <a:rPr lang="en-US" sz="2000" err="1"/>
              <a:t>componentes</a:t>
            </a:r>
            <a:r>
              <a:rPr lang="en-US" sz="2000"/>
              <a:t> del </a:t>
            </a:r>
            <a:r>
              <a:rPr lang="en-US" sz="2000" err="1"/>
              <a:t>ordenador</a:t>
            </a:r>
            <a:r>
              <a:rPr lang="en-US" sz="2000"/>
              <a:t> y se </a:t>
            </a:r>
            <a:r>
              <a:rPr lang="en-US" sz="2000" err="1"/>
              <a:t>encarga</a:t>
            </a:r>
            <a:r>
              <a:rPr lang="en-US" sz="2000"/>
              <a:t> </a:t>
            </a:r>
            <a:r>
              <a:rPr lang="en-US" sz="2000" err="1"/>
              <a:t>fundamentalmente</a:t>
            </a:r>
            <a:r>
              <a:rPr lang="en-US" sz="2000"/>
              <a:t> de </a:t>
            </a:r>
            <a:r>
              <a:rPr lang="en-US" sz="2000" err="1"/>
              <a:t>su</a:t>
            </a:r>
            <a:r>
              <a:rPr lang="en-US" sz="2000"/>
              <a:t> </a:t>
            </a:r>
            <a:r>
              <a:rPr lang="en-US" sz="2000" err="1"/>
              <a:t>protección</a:t>
            </a:r>
            <a:r>
              <a:rPr lang="en-US" sz="2000"/>
              <a:t>.</a:t>
            </a:r>
            <a:endParaRPr lang="es-ES" sz="2000">
              <a:ea typeface="Calibri" panose="020F0502020204030204"/>
              <a:cs typeface="Calibri" panose="020F0502020204030204"/>
            </a:endParaRPr>
          </a:p>
          <a:p>
            <a:pPr>
              <a:buFont typeface="Arial"/>
              <a:buChar char="•"/>
            </a:pPr>
            <a:r>
              <a:rPr lang="en-US" sz="2000"/>
              <a:t>La </a:t>
            </a:r>
            <a:r>
              <a:rPr lang="en-US" sz="2000" b="1" err="1"/>
              <a:t>fuente</a:t>
            </a:r>
            <a:r>
              <a:rPr lang="en-US" sz="2000" b="1"/>
              <a:t> de </a:t>
            </a:r>
            <a:r>
              <a:rPr lang="en-US" sz="2000" b="1" err="1"/>
              <a:t>alimentación</a:t>
            </a:r>
            <a:r>
              <a:rPr lang="en-US" sz="2000"/>
              <a:t>: </a:t>
            </a:r>
            <a:r>
              <a:rPr lang="en-US" sz="2000" err="1"/>
              <a:t>transforma</a:t>
            </a:r>
            <a:r>
              <a:rPr lang="en-US" sz="2000"/>
              <a:t> la </a:t>
            </a:r>
            <a:r>
              <a:rPr lang="en-US" sz="2000" err="1"/>
              <a:t>corriente</a:t>
            </a:r>
            <a:r>
              <a:rPr lang="en-US" sz="2000"/>
              <a:t> </a:t>
            </a:r>
            <a:r>
              <a:rPr lang="en-US" sz="2000" err="1"/>
              <a:t>eléctrica</a:t>
            </a:r>
            <a:r>
              <a:rPr lang="en-US" sz="2000"/>
              <a:t> </a:t>
            </a:r>
            <a:r>
              <a:rPr lang="en-US" sz="2000" err="1"/>
              <a:t>alterna</a:t>
            </a:r>
            <a:r>
              <a:rPr lang="en-US" sz="2000"/>
              <a:t> </a:t>
            </a:r>
            <a:r>
              <a:rPr lang="en-US" sz="2000" err="1"/>
              <a:t>procedente</a:t>
            </a:r>
            <a:r>
              <a:rPr lang="en-US" sz="2000"/>
              <a:t> del </a:t>
            </a:r>
            <a:r>
              <a:rPr lang="en-US" sz="2000" err="1"/>
              <a:t>sistema</a:t>
            </a:r>
            <a:r>
              <a:rPr lang="en-US" sz="2000"/>
              <a:t> </a:t>
            </a:r>
            <a:r>
              <a:rPr lang="en-US" sz="2000" err="1"/>
              <a:t>eléctrico</a:t>
            </a:r>
            <a:r>
              <a:rPr lang="en-US" sz="2000"/>
              <a:t> </a:t>
            </a:r>
            <a:r>
              <a:rPr lang="en-US" sz="2000" err="1"/>
              <a:t>en</a:t>
            </a:r>
            <a:r>
              <a:rPr lang="en-US" sz="2000"/>
              <a:t> </a:t>
            </a:r>
            <a:r>
              <a:rPr lang="en-US" sz="2000" err="1"/>
              <a:t>corriente</a:t>
            </a:r>
            <a:r>
              <a:rPr lang="en-US" sz="2000"/>
              <a:t> continua </a:t>
            </a:r>
            <a:r>
              <a:rPr lang="en-US" sz="2000" err="1"/>
              <a:t>en</a:t>
            </a:r>
            <a:r>
              <a:rPr lang="en-US" sz="2000"/>
              <a:t> un </a:t>
            </a:r>
            <a:r>
              <a:rPr lang="en-US" sz="2000" err="1"/>
              <a:t>voltaje</a:t>
            </a:r>
            <a:r>
              <a:rPr lang="en-US" sz="2000"/>
              <a:t> </a:t>
            </a:r>
            <a:r>
              <a:rPr lang="en-US" sz="2000" err="1"/>
              <a:t>apropiado</a:t>
            </a:r>
            <a:r>
              <a:rPr lang="en-US" sz="2000"/>
              <a:t> para </a:t>
            </a:r>
            <a:r>
              <a:rPr lang="en-US" sz="2000" err="1"/>
              <a:t>los</a:t>
            </a:r>
            <a:r>
              <a:rPr lang="en-US" sz="2000"/>
              <a:t> </a:t>
            </a:r>
            <a:r>
              <a:rPr lang="en-US" sz="2000" err="1"/>
              <a:t>distintos</a:t>
            </a:r>
            <a:r>
              <a:rPr lang="en-US" sz="2000"/>
              <a:t> </a:t>
            </a:r>
            <a:r>
              <a:rPr lang="en-US" sz="2000" err="1"/>
              <a:t>componentes</a:t>
            </a:r>
            <a:r>
              <a:rPr lang="en-US" sz="2000"/>
              <a:t> del </a:t>
            </a:r>
            <a:r>
              <a:rPr lang="en-US" sz="2000" err="1"/>
              <a:t>ordenador</a:t>
            </a:r>
            <a:r>
              <a:rPr lang="en-US" sz="2000"/>
              <a:t>.</a:t>
            </a:r>
            <a:endParaRPr lang="en-US" sz="2000">
              <a:ea typeface="Calibri"/>
              <a:cs typeface="Calibri"/>
            </a:endParaRPr>
          </a:p>
          <a:p>
            <a:pPr>
              <a:buFont typeface="Arial"/>
              <a:buChar char="•"/>
            </a:pPr>
            <a:r>
              <a:rPr lang="en-US" sz="2000">
                <a:ea typeface="+mn-lt"/>
                <a:cs typeface="+mn-lt"/>
              </a:rPr>
              <a:t>El </a:t>
            </a:r>
            <a:r>
              <a:rPr lang="en-US" sz="2000" b="1" err="1">
                <a:ea typeface="+mn-lt"/>
                <a:cs typeface="+mn-lt"/>
              </a:rPr>
              <a:t>sistema</a:t>
            </a:r>
            <a:r>
              <a:rPr lang="en-US" sz="2000" b="1">
                <a:ea typeface="+mn-lt"/>
                <a:cs typeface="+mn-lt"/>
              </a:rPr>
              <a:t> de </a:t>
            </a:r>
            <a:r>
              <a:rPr lang="en-US" sz="2000" b="1" err="1">
                <a:ea typeface="+mn-lt"/>
                <a:cs typeface="+mn-lt"/>
              </a:rPr>
              <a:t>refrigeración</a:t>
            </a:r>
            <a:r>
              <a:rPr lang="en-US" sz="2000">
                <a:ea typeface="+mn-lt"/>
                <a:cs typeface="+mn-lt"/>
              </a:rPr>
              <a:t>: </a:t>
            </a:r>
            <a:r>
              <a:rPr lang="en-US" sz="2000" err="1">
                <a:ea typeface="+mn-lt"/>
                <a:cs typeface="+mn-lt"/>
              </a:rPr>
              <a:t>permite</a:t>
            </a:r>
            <a:r>
              <a:rPr lang="en-US" sz="2000">
                <a:ea typeface="+mn-lt"/>
                <a:cs typeface="+mn-lt"/>
              </a:rPr>
              <a:t> </a:t>
            </a:r>
            <a:r>
              <a:rPr lang="en-US" sz="2000" err="1">
                <a:ea typeface="+mn-lt"/>
                <a:cs typeface="+mn-lt"/>
              </a:rPr>
              <a:t>mantener</a:t>
            </a:r>
            <a:r>
              <a:rPr lang="en-US" sz="2000">
                <a:ea typeface="+mn-lt"/>
                <a:cs typeface="+mn-lt"/>
              </a:rPr>
              <a:t> </a:t>
            </a:r>
            <a:r>
              <a:rPr lang="en-US" sz="2000" err="1">
                <a:ea typeface="+mn-lt"/>
                <a:cs typeface="+mn-lt"/>
              </a:rPr>
              <a:t>el</a:t>
            </a:r>
            <a:r>
              <a:rPr lang="en-US" sz="2000">
                <a:ea typeface="+mn-lt"/>
                <a:cs typeface="+mn-lt"/>
              </a:rPr>
              <a:t> </a:t>
            </a:r>
            <a:r>
              <a:rPr lang="en-US" sz="2000" err="1">
                <a:ea typeface="+mn-lt"/>
                <a:cs typeface="+mn-lt"/>
              </a:rPr>
              <a:t>sistema</a:t>
            </a:r>
            <a:r>
              <a:rPr lang="en-US" sz="2000">
                <a:ea typeface="+mn-lt"/>
                <a:cs typeface="+mn-lt"/>
              </a:rPr>
              <a:t> </a:t>
            </a:r>
            <a:r>
              <a:rPr lang="en-US" sz="2000" err="1">
                <a:ea typeface="+mn-lt"/>
                <a:cs typeface="+mn-lt"/>
              </a:rPr>
              <a:t>refrigerado</a:t>
            </a:r>
            <a:r>
              <a:rPr lang="en-US" sz="2000">
                <a:ea typeface="+mn-lt"/>
                <a:cs typeface="+mn-lt"/>
              </a:rPr>
              <a:t> </a:t>
            </a:r>
            <a:r>
              <a:rPr lang="en-US" sz="2000" err="1">
                <a:ea typeface="+mn-lt"/>
                <a:cs typeface="+mn-lt"/>
              </a:rPr>
              <a:t>como</a:t>
            </a:r>
            <a:r>
              <a:rPr lang="en-US" sz="2000">
                <a:ea typeface="+mn-lt"/>
                <a:cs typeface="+mn-lt"/>
              </a:rPr>
              <a:t> factor </a:t>
            </a:r>
            <a:r>
              <a:rPr lang="en-US" sz="2000" err="1">
                <a:ea typeface="+mn-lt"/>
                <a:cs typeface="+mn-lt"/>
              </a:rPr>
              <a:t>determinante</a:t>
            </a:r>
            <a:r>
              <a:rPr lang="en-US" sz="2000">
                <a:ea typeface="+mn-lt"/>
                <a:cs typeface="+mn-lt"/>
              </a:rPr>
              <a:t> </a:t>
            </a:r>
            <a:r>
              <a:rPr lang="en-US" sz="2000" err="1">
                <a:ea typeface="+mn-lt"/>
                <a:cs typeface="+mn-lt"/>
              </a:rPr>
              <a:t>en</a:t>
            </a:r>
            <a:r>
              <a:rPr lang="en-US" sz="2000">
                <a:ea typeface="+mn-lt"/>
                <a:cs typeface="+mn-lt"/>
              </a:rPr>
              <a:t> la </a:t>
            </a:r>
            <a:r>
              <a:rPr lang="en-US" sz="2000" err="1">
                <a:ea typeface="+mn-lt"/>
                <a:cs typeface="+mn-lt"/>
              </a:rPr>
              <a:t>longevidad</a:t>
            </a:r>
            <a:r>
              <a:rPr lang="en-US" sz="2000">
                <a:ea typeface="+mn-lt"/>
                <a:cs typeface="+mn-lt"/>
              </a:rPr>
              <a:t> del </a:t>
            </a:r>
            <a:r>
              <a:rPr lang="en-US" sz="2000" err="1">
                <a:ea typeface="+mn-lt"/>
                <a:cs typeface="+mn-lt"/>
              </a:rPr>
              <a:t>equipo</a:t>
            </a:r>
            <a:r>
              <a:rPr lang="en-US" sz="2000">
                <a:ea typeface="+mn-lt"/>
                <a:cs typeface="+mn-lt"/>
              </a:rPr>
              <a:t> </a:t>
            </a:r>
            <a:r>
              <a:rPr lang="en-US" sz="2000" err="1">
                <a:ea typeface="+mn-lt"/>
                <a:cs typeface="+mn-lt"/>
              </a:rPr>
              <a:t>así</a:t>
            </a:r>
            <a:r>
              <a:rPr lang="en-US" sz="2000">
                <a:ea typeface="+mn-lt"/>
                <a:cs typeface="+mn-lt"/>
              </a:rPr>
              <a:t> </a:t>
            </a:r>
            <a:r>
              <a:rPr lang="en-US" sz="2000" err="1">
                <a:ea typeface="+mn-lt"/>
                <a:cs typeface="+mn-lt"/>
              </a:rPr>
              <a:t>como</a:t>
            </a:r>
            <a:r>
              <a:rPr lang="en-US" sz="2000">
                <a:ea typeface="+mn-lt"/>
                <a:cs typeface="+mn-lt"/>
              </a:rPr>
              <a:t> del </a:t>
            </a:r>
            <a:r>
              <a:rPr lang="en-US" sz="2000" err="1">
                <a:ea typeface="+mn-lt"/>
                <a:cs typeface="+mn-lt"/>
              </a:rPr>
              <a:t>aprovechamiento</a:t>
            </a:r>
            <a:r>
              <a:rPr lang="en-US" sz="2000">
                <a:ea typeface="+mn-lt"/>
                <a:cs typeface="+mn-lt"/>
              </a:rPr>
              <a:t> </a:t>
            </a:r>
            <a:r>
              <a:rPr lang="en-US" sz="2000" err="1">
                <a:ea typeface="+mn-lt"/>
                <a:cs typeface="+mn-lt"/>
              </a:rPr>
              <a:t>óptimo</a:t>
            </a:r>
            <a:r>
              <a:rPr lang="en-US" sz="2000">
                <a:ea typeface="+mn-lt"/>
                <a:cs typeface="+mn-lt"/>
              </a:rPr>
              <a:t> de las </a:t>
            </a:r>
            <a:r>
              <a:rPr lang="en-US" sz="2000" err="1">
                <a:ea typeface="+mn-lt"/>
                <a:cs typeface="+mn-lt"/>
              </a:rPr>
              <a:t>prestaciones</a:t>
            </a:r>
            <a:r>
              <a:rPr lang="en-US" sz="2000">
                <a:ea typeface="+mn-lt"/>
                <a:cs typeface="+mn-lt"/>
              </a:rPr>
              <a:t> del </a:t>
            </a:r>
            <a:r>
              <a:rPr lang="en-US" sz="2000" err="1">
                <a:ea typeface="+mn-lt"/>
                <a:cs typeface="+mn-lt"/>
              </a:rPr>
              <a:t>mismo</a:t>
            </a:r>
            <a:r>
              <a:rPr lang="en-US" sz="2000">
                <a:ea typeface="+mn-lt"/>
                <a:cs typeface="+mn-lt"/>
              </a:rPr>
              <a:t>.</a:t>
            </a:r>
          </a:p>
          <a:p>
            <a:pPr>
              <a:buFont typeface="Arial"/>
              <a:buChar char="•"/>
            </a:pPr>
            <a:r>
              <a:rPr lang="en-US" sz="2000">
                <a:ea typeface="+mn-lt"/>
                <a:cs typeface="+mn-lt"/>
              </a:rPr>
              <a:t>La </a:t>
            </a:r>
            <a:r>
              <a:rPr lang="en-US" sz="2000" b="1" err="1">
                <a:ea typeface="+mn-lt"/>
                <a:cs typeface="+mn-lt"/>
              </a:rPr>
              <a:t>placa</a:t>
            </a:r>
            <a:r>
              <a:rPr lang="en-US" sz="2000" b="1">
                <a:ea typeface="+mn-lt"/>
                <a:cs typeface="+mn-lt"/>
              </a:rPr>
              <a:t> base</a:t>
            </a:r>
            <a:r>
              <a:rPr lang="en-US" sz="2000">
                <a:ea typeface="+mn-lt"/>
                <a:cs typeface="+mn-lt"/>
              </a:rPr>
              <a:t> (mainboard) o </a:t>
            </a:r>
            <a:r>
              <a:rPr lang="en-US" sz="2000" err="1">
                <a:ea typeface="+mn-lt"/>
                <a:cs typeface="+mn-lt"/>
              </a:rPr>
              <a:t>placa</a:t>
            </a:r>
            <a:r>
              <a:rPr lang="en-US" sz="2000">
                <a:ea typeface="+mn-lt"/>
                <a:cs typeface="+mn-lt"/>
              </a:rPr>
              <a:t> </a:t>
            </a:r>
            <a:r>
              <a:rPr lang="en-US" sz="2000" err="1">
                <a:ea typeface="+mn-lt"/>
                <a:cs typeface="+mn-lt"/>
              </a:rPr>
              <a:t>madre</a:t>
            </a:r>
            <a:r>
              <a:rPr lang="en-US" sz="2000">
                <a:ea typeface="+mn-lt"/>
                <a:cs typeface="+mn-lt"/>
              </a:rPr>
              <a:t> (motherboard) es uno de </a:t>
            </a:r>
            <a:r>
              <a:rPr lang="en-US" sz="2000" err="1">
                <a:ea typeface="+mn-lt"/>
                <a:cs typeface="+mn-lt"/>
              </a:rPr>
              <a:t>los</a:t>
            </a:r>
            <a:r>
              <a:rPr lang="en-US" sz="2000">
                <a:ea typeface="+mn-lt"/>
                <a:cs typeface="+mn-lt"/>
              </a:rPr>
              <a:t> </a:t>
            </a:r>
            <a:r>
              <a:rPr lang="en-US" sz="2000" err="1">
                <a:ea typeface="+mn-lt"/>
                <a:cs typeface="+mn-lt"/>
              </a:rPr>
              <a:t>elementos</a:t>
            </a:r>
            <a:r>
              <a:rPr lang="en-US" sz="2000">
                <a:ea typeface="+mn-lt"/>
                <a:cs typeface="+mn-lt"/>
              </a:rPr>
              <a:t> </a:t>
            </a:r>
            <a:r>
              <a:rPr lang="en-US" sz="2000" err="1">
                <a:ea typeface="+mn-lt"/>
                <a:cs typeface="+mn-lt"/>
              </a:rPr>
              <a:t>principales</a:t>
            </a:r>
            <a:r>
              <a:rPr lang="en-US" sz="2000">
                <a:ea typeface="+mn-lt"/>
                <a:cs typeface="+mn-lt"/>
              </a:rPr>
              <a:t> del </a:t>
            </a:r>
            <a:r>
              <a:rPr lang="en-US" sz="2000" err="1">
                <a:ea typeface="+mn-lt"/>
                <a:cs typeface="+mn-lt"/>
              </a:rPr>
              <a:t>ordenador</a:t>
            </a:r>
            <a:r>
              <a:rPr lang="en-US" sz="2000">
                <a:ea typeface="+mn-lt"/>
                <a:cs typeface="+mn-lt"/>
              </a:rPr>
              <a:t>, </a:t>
            </a:r>
            <a:r>
              <a:rPr lang="en-US" sz="2000" err="1">
                <a:ea typeface="+mn-lt"/>
                <a:cs typeface="+mn-lt"/>
              </a:rPr>
              <a:t>ya</a:t>
            </a:r>
            <a:r>
              <a:rPr lang="en-US" sz="2000">
                <a:ea typeface="+mn-lt"/>
                <a:cs typeface="+mn-lt"/>
              </a:rPr>
              <a:t> que a </a:t>
            </a:r>
            <a:r>
              <a:rPr lang="en-US" sz="2000" err="1">
                <a:ea typeface="+mn-lt"/>
                <a:cs typeface="+mn-lt"/>
              </a:rPr>
              <a:t>ella</a:t>
            </a:r>
            <a:r>
              <a:rPr lang="en-US" sz="2000">
                <a:ea typeface="+mn-lt"/>
                <a:cs typeface="+mn-lt"/>
              </a:rPr>
              <a:t> se </a:t>
            </a:r>
            <a:r>
              <a:rPr lang="en-US" sz="2000" err="1">
                <a:ea typeface="+mn-lt"/>
                <a:cs typeface="+mn-lt"/>
              </a:rPr>
              <a:t>conectan</a:t>
            </a:r>
            <a:r>
              <a:rPr lang="en-US" sz="2000">
                <a:ea typeface="+mn-lt"/>
                <a:cs typeface="+mn-lt"/>
              </a:rPr>
              <a:t> </a:t>
            </a:r>
            <a:r>
              <a:rPr lang="en-US" sz="2000" err="1">
                <a:ea typeface="+mn-lt"/>
                <a:cs typeface="+mn-lt"/>
              </a:rPr>
              <a:t>todos</a:t>
            </a:r>
            <a:r>
              <a:rPr lang="en-US" sz="2000">
                <a:ea typeface="+mn-lt"/>
                <a:cs typeface="+mn-lt"/>
              </a:rPr>
              <a:t> </a:t>
            </a:r>
            <a:r>
              <a:rPr lang="en-US" sz="2000" err="1">
                <a:ea typeface="+mn-lt"/>
                <a:cs typeface="+mn-lt"/>
              </a:rPr>
              <a:t>los</a:t>
            </a:r>
            <a:r>
              <a:rPr lang="en-US" sz="2000">
                <a:ea typeface="+mn-lt"/>
                <a:cs typeface="+mn-lt"/>
              </a:rPr>
              <a:t> </a:t>
            </a:r>
            <a:r>
              <a:rPr lang="en-US" sz="2000" err="1">
                <a:ea typeface="+mn-lt"/>
                <a:cs typeface="+mn-lt"/>
              </a:rPr>
              <a:t>demás</a:t>
            </a:r>
            <a:r>
              <a:rPr lang="en-US" sz="2000">
                <a:ea typeface="+mn-lt"/>
                <a:cs typeface="+mn-lt"/>
              </a:rPr>
              <a:t> </a:t>
            </a:r>
            <a:r>
              <a:rPr lang="en-US" sz="2000" err="1">
                <a:ea typeface="+mn-lt"/>
                <a:cs typeface="+mn-lt"/>
              </a:rPr>
              <a:t>componentes</a:t>
            </a:r>
            <a:r>
              <a:rPr lang="en-US" sz="2000">
                <a:ea typeface="+mn-lt"/>
                <a:cs typeface="+mn-lt"/>
              </a:rPr>
              <a:t>, </a:t>
            </a:r>
            <a:r>
              <a:rPr lang="en-US" sz="2000" err="1">
                <a:ea typeface="+mn-lt"/>
                <a:cs typeface="+mn-lt"/>
              </a:rPr>
              <a:t>siendo</a:t>
            </a:r>
            <a:r>
              <a:rPr lang="en-US" sz="2000">
                <a:ea typeface="+mn-lt"/>
                <a:cs typeface="+mn-lt"/>
              </a:rPr>
              <a:t> </a:t>
            </a:r>
            <a:r>
              <a:rPr lang="en-US" sz="2000" err="1">
                <a:ea typeface="+mn-lt"/>
                <a:cs typeface="+mn-lt"/>
              </a:rPr>
              <a:t>conocido</a:t>
            </a:r>
            <a:r>
              <a:rPr lang="en-US" sz="2000">
                <a:ea typeface="+mn-lt"/>
                <a:cs typeface="+mn-lt"/>
              </a:rPr>
              <a:t> </a:t>
            </a:r>
            <a:r>
              <a:rPr lang="en-US" sz="2000" err="1">
                <a:ea typeface="+mn-lt"/>
                <a:cs typeface="+mn-lt"/>
              </a:rPr>
              <a:t>como</a:t>
            </a:r>
            <a:r>
              <a:rPr lang="en-US" sz="2000">
                <a:ea typeface="+mn-lt"/>
                <a:cs typeface="+mn-lt"/>
              </a:rPr>
              <a:t> un </a:t>
            </a:r>
            <a:r>
              <a:rPr lang="en-US" sz="2000" err="1">
                <a:ea typeface="+mn-lt"/>
                <a:cs typeface="+mn-lt"/>
              </a:rPr>
              <a:t>componente</a:t>
            </a:r>
            <a:r>
              <a:rPr lang="en-US" sz="2000">
                <a:ea typeface="+mn-lt"/>
                <a:cs typeface="+mn-lt"/>
              </a:rPr>
              <a:t> </a:t>
            </a:r>
            <a:r>
              <a:rPr lang="en-US" sz="2000" err="1">
                <a:ea typeface="+mn-lt"/>
                <a:cs typeface="+mn-lt"/>
              </a:rPr>
              <a:t>integrador</a:t>
            </a:r>
            <a:r>
              <a:rPr lang="en-US">
                <a:ea typeface="+mn-lt"/>
                <a:cs typeface="+mn-lt"/>
              </a:rPr>
              <a:t>.</a:t>
            </a:r>
            <a:endParaRPr lang="en-US"/>
          </a:p>
        </p:txBody>
      </p:sp>
    </p:spTree>
    <p:extLst>
      <p:ext uri="{BB962C8B-B14F-4D97-AF65-F5344CB8AC3E}">
        <p14:creationId xmlns:p14="http://schemas.microsoft.com/office/powerpoint/2010/main" val="2808178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EA5179-DA30-C997-5777-EC36A41DBCD2}"/>
              </a:ext>
            </a:extLst>
          </p:cNvPr>
          <p:cNvSpPr>
            <a:spLocks noGrp="1"/>
          </p:cNvSpPr>
          <p:nvPr>
            <p:ph type="title"/>
          </p:nvPr>
        </p:nvSpPr>
        <p:spPr/>
        <p:txBody>
          <a:bodyPr/>
          <a:lstStyle/>
          <a:p>
            <a:r>
              <a:rPr lang="es-ES" dirty="0">
                <a:ea typeface="Calibri Light"/>
                <a:cs typeface="Calibri Light"/>
              </a:rPr>
              <a:t>Factor de forma</a:t>
            </a:r>
            <a:endParaRPr lang="es-ES" dirty="0"/>
          </a:p>
        </p:txBody>
      </p:sp>
      <p:pic>
        <p:nvPicPr>
          <p:cNvPr id="4" name="Marcador de contenido 3">
            <a:extLst>
              <a:ext uri="{FF2B5EF4-FFF2-40B4-BE49-F238E27FC236}">
                <a16:creationId xmlns:a16="http://schemas.microsoft.com/office/drawing/2014/main" id="{72930B4A-1ECD-799D-9BF8-62842D191D85}"/>
              </a:ext>
            </a:extLst>
          </p:cNvPr>
          <p:cNvPicPr>
            <a:picLocks noGrp="1" noChangeAspect="1"/>
          </p:cNvPicPr>
          <p:nvPr>
            <p:ph idx="1"/>
          </p:nvPr>
        </p:nvPicPr>
        <p:blipFill>
          <a:blip r:embed="rId2"/>
          <a:stretch>
            <a:fillRect/>
          </a:stretch>
        </p:blipFill>
        <p:spPr>
          <a:xfrm>
            <a:off x="56408" y="2048185"/>
            <a:ext cx="8041575" cy="2896814"/>
          </a:xfrm>
        </p:spPr>
      </p:pic>
      <p:sp>
        <p:nvSpPr>
          <p:cNvPr id="5" name="CuadroTexto 4">
            <a:extLst>
              <a:ext uri="{FF2B5EF4-FFF2-40B4-BE49-F238E27FC236}">
                <a16:creationId xmlns:a16="http://schemas.microsoft.com/office/drawing/2014/main" id="{BCB873A3-473C-B4A4-DD42-41AB4ED2D83F}"/>
              </a:ext>
            </a:extLst>
          </p:cNvPr>
          <p:cNvSpPr txBox="1"/>
          <p:nvPr/>
        </p:nvSpPr>
        <p:spPr>
          <a:xfrm>
            <a:off x="8534400" y="2369127"/>
            <a:ext cx="27432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b="1">
                <a:solidFill>
                  <a:srgbClr val="2E2323"/>
                </a:solidFill>
                <a:latin typeface="Arial"/>
                <a:cs typeface="Arial"/>
              </a:rPr>
              <a:t>eATX</a:t>
            </a:r>
            <a:r>
              <a:rPr lang="en-US">
                <a:solidFill>
                  <a:srgbClr val="2E2323"/>
                </a:solidFill>
                <a:latin typeface="Arial"/>
                <a:cs typeface="Arial"/>
              </a:rPr>
              <a:t>: 30,5 cm x 33 cm</a:t>
            </a:r>
          </a:p>
          <a:p>
            <a:pPr>
              <a:buChar char="•"/>
            </a:pPr>
            <a:r>
              <a:rPr lang="en-US" b="1">
                <a:solidFill>
                  <a:srgbClr val="2E2323"/>
                </a:solidFill>
                <a:latin typeface="Arial"/>
                <a:cs typeface="Arial"/>
              </a:rPr>
              <a:t>ATX</a:t>
            </a:r>
            <a:r>
              <a:rPr lang="en-US">
                <a:solidFill>
                  <a:srgbClr val="2E2323"/>
                </a:solidFill>
                <a:latin typeface="Arial"/>
                <a:cs typeface="Arial"/>
              </a:rPr>
              <a:t>: 30,5 cm x 22,4 cm</a:t>
            </a:r>
          </a:p>
          <a:p>
            <a:pPr>
              <a:buChar char="•"/>
            </a:pPr>
            <a:r>
              <a:rPr lang="en-US" b="1">
                <a:solidFill>
                  <a:srgbClr val="2E2323"/>
                </a:solidFill>
                <a:latin typeface="Arial"/>
                <a:cs typeface="Arial"/>
              </a:rPr>
              <a:t>Mini - ATX</a:t>
            </a:r>
            <a:r>
              <a:rPr lang="en-US">
                <a:solidFill>
                  <a:srgbClr val="2E2323"/>
                </a:solidFill>
                <a:latin typeface="Arial"/>
                <a:cs typeface="Arial"/>
              </a:rPr>
              <a:t>: 28,4 cm x 20,8 cm</a:t>
            </a:r>
          </a:p>
          <a:p>
            <a:pPr>
              <a:buChar char="•"/>
            </a:pPr>
            <a:r>
              <a:rPr lang="en-US" b="1">
                <a:solidFill>
                  <a:srgbClr val="2E2323"/>
                </a:solidFill>
                <a:latin typeface="Arial"/>
                <a:cs typeface="Arial"/>
              </a:rPr>
              <a:t>Micro - ATX</a:t>
            </a:r>
            <a:r>
              <a:rPr lang="en-US">
                <a:solidFill>
                  <a:srgbClr val="2E2323"/>
                </a:solidFill>
                <a:latin typeface="Arial"/>
                <a:cs typeface="Arial"/>
              </a:rPr>
              <a:t>: 24,4 cm x 24,4 cm</a:t>
            </a:r>
          </a:p>
          <a:p>
            <a:pPr>
              <a:buChar char="•"/>
            </a:pPr>
            <a:r>
              <a:rPr lang="en-US" b="1">
                <a:solidFill>
                  <a:srgbClr val="2E2323"/>
                </a:solidFill>
                <a:latin typeface="Arial"/>
                <a:cs typeface="Arial"/>
              </a:rPr>
              <a:t>Mini - ITX</a:t>
            </a:r>
            <a:r>
              <a:rPr lang="en-US">
                <a:solidFill>
                  <a:srgbClr val="2E2323"/>
                </a:solidFill>
                <a:latin typeface="Arial"/>
                <a:cs typeface="Arial"/>
              </a:rPr>
              <a:t>: 17 cm x 17 cm</a:t>
            </a:r>
          </a:p>
        </p:txBody>
      </p:sp>
    </p:spTree>
    <p:extLst>
      <p:ext uri="{BB962C8B-B14F-4D97-AF65-F5344CB8AC3E}">
        <p14:creationId xmlns:p14="http://schemas.microsoft.com/office/powerpoint/2010/main" val="370595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8BF259-7742-6BCD-2015-B0A0AB7EAED2}"/>
              </a:ext>
            </a:extLst>
          </p:cNvPr>
          <p:cNvSpPr>
            <a:spLocks noGrp="1"/>
          </p:cNvSpPr>
          <p:nvPr>
            <p:ph type="title"/>
          </p:nvPr>
        </p:nvSpPr>
        <p:spPr/>
        <p:txBody>
          <a:bodyPr/>
          <a:lstStyle/>
          <a:p>
            <a:r>
              <a:rPr lang="es-ES" dirty="0">
                <a:ea typeface="Calibri Light"/>
                <a:cs typeface="Calibri Light"/>
              </a:rPr>
              <a:t>Factor de Forma</a:t>
            </a:r>
            <a:endParaRPr lang="es-ES" dirty="0"/>
          </a:p>
        </p:txBody>
      </p:sp>
      <p:pic>
        <p:nvPicPr>
          <p:cNvPr id="4" name="Marcador de contenido 3" descr="▷ Placa base: todo lo que necesitas saber antes de comprar 🥇">
            <a:extLst>
              <a:ext uri="{FF2B5EF4-FFF2-40B4-BE49-F238E27FC236}">
                <a16:creationId xmlns:a16="http://schemas.microsoft.com/office/drawing/2014/main" id="{B9E4E9C5-4055-4E24-7EAD-2381C2CC9CD7}"/>
              </a:ext>
            </a:extLst>
          </p:cNvPr>
          <p:cNvPicPr>
            <a:picLocks noGrp="1" noChangeAspect="1"/>
          </p:cNvPicPr>
          <p:nvPr>
            <p:ph idx="1"/>
          </p:nvPr>
        </p:nvPicPr>
        <p:blipFill>
          <a:blip r:embed="rId2"/>
          <a:stretch>
            <a:fillRect/>
          </a:stretch>
        </p:blipFill>
        <p:spPr>
          <a:xfrm>
            <a:off x="6771077" y="806326"/>
            <a:ext cx="4518235" cy="5400325"/>
          </a:xfrm>
        </p:spPr>
      </p:pic>
    </p:spTree>
    <p:extLst>
      <p:ext uri="{BB962C8B-B14F-4D97-AF65-F5344CB8AC3E}">
        <p14:creationId xmlns:p14="http://schemas.microsoft.com/office/powerpoint/2010/main" val="1701268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10">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7515B6-EB41-1F45-78F3-F0A96D5096F1}"/>
              </a:ext>
            </a:extLst>
          </p:cNvPr>
          <p:cNvSpPr>
            <a:spLocks noGrp="1"/>
          </p:cNvSpPr>
          <p:nvPr>
            <p:ph type="title"/>
          </p:nvPr>
        </p:nvSpPr>
        <p:spPr>
          <a:xfrm>
            <a:off x="8643193" y="489507"/>
            <a:ext cx="3091607" cy="1655483"/>
          </a:xfrm>
        </p:spPr>
        <p:txBody>
          <a:bodyPr vert="horz" lIns="91440" tIns="45720" rIns="91440" bIns="45720" rtlCol="0" anchor="b">
            <a:normAutofit/>
          </a:bodyPr>
          <a:lstStyle/>
          <a:p>
            <a:r>
              <a:rPr lang="en-US" sz="4000"/>
              <a:t>La Placa Base</a:t>
            </a:r>
          </a:p>
        </p:txBody>
      </p:sp>
      <p:pic>
        <p:nvPicPr>
          <p:cNvPr id="4" name="Marcador de contenido 3">
            <a:extLst>
              <a:ext uri="{FF2B5EF4-FFF2-40B4-BE49-F238E27FC236}">
                <a16:creationId xmlns:a16="http://schemas.microsoft.com/office/drawing/2014/main" id="{75BE9851-7586-7969-1859-69762C8543F9}"/>
              </a:ext>
            </a:extLst>
          </p:cNvPr>
          <p:cNvPicPr>
            <a:picLocks noChangeAspect="1"/>
          </p:cNvPicPr>
          <p:nvPr/>
        </p:nvPicPr>
        <p:blipFill rotWithShape="1">
          <a:blip r:embed="rId2"/>
          <a:srcRect l="7380" r="7139" b="-2"/>
          <a:stretch/>
        </p:blipFill>
        <p:spPr>
          <a:xfrm>
            <a:off x="20" y="431"/>
            <a:ext cx="8115280" cy="6408311"/>
          </a:xfrm>
          <a:prstGeom prst="rect">
            <a:avLst/>
          </a:prstGeom>
        </p:spPr>
      </p:pic>
      <p:sp>
        <p:nvSpPr>
          <p:cNvPr id="8" name="Content Placeholder 7">
            <a:extLst>
              <a:ext uri="{FF2B5EF4-FFF2-40B4-BE49-F238E27FC236}">
                <a16:creationId xmlns:a16="http://schemas.microsoft.com/office/drawing/2014/main" id="{BB713583-43F7-B369-F8B2-E4B1527647DA}"/>
              </a:ext>
            </a:extLst>
          </p:cNvPr>
          <p:cNvSpPr>
            <a:spLocks noGrp="1"/>
          </p:cNvSpPr>
          <p:nvPr>
            <p:ph idx="1"/>
          </p:nvPr>
        </p:nvSpPr>
        <p:spPr>
          <a:xfrm>
            <a:off x="8643193" y="2418408"/>
            <a:ext cx="2942813" cy="3540265"/>
          </a:xfrm>
        </p:spPr>
        <p:txBody>
          <a:bodyPr>
            <a:normAutofit/>
          </a:bodyPr>
          <a:lstStyle/>
          <a:p>
            <a:endParaRPr lang="en-US" sz="2000"/>
          </a:p>
        </p:txBody>
      </p:sp>
      <p:sp>
        <p:nvSpPr>
          <p:cNvPr id="13" name="Rectangle 12">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8566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05093C-78ED-78CC-93DF-D8BDAAA21F4C}"/>
              </a:ext>
            </a:extLst>
          </p:cNvPr>
          <p:cNvSpPr>
            <a:spLocks noGrp="1"/>
          </p:cNvSpPr>
          <p:nvPr>
            <p:ph type="title"/>
          </p:nvPr>
        </p:nvSpPr>
        <p:spPr>
          <a:xfrm>
            <a:off x="457200" y="720772"/>
            <a:ext cx="3718767" cy="5531079"/>
          </a:xfrm>
        </p:spPr>
        <p:txBody>
          <a:bodyPr>
            <a:normAutofit/>
          </a:bodyPr>
          <a:lstStyle/>
          <a:p>
            <a:r>
              <a:rPr lang="es-ES">
                <a:solidFill>
                  <a:schemeClr val="tx2">
                    <a:alpha val="80000"/>
                  </a:schemeClr>
                </a:solidFill>
                <a:cs typeface="Posterama"/>
              </a:rPr>
              <a:t>Elementos de la Placa Base</a:t>
            </a:r>
            <a:endParaRPr lang="es-ES">
              <a:solidFill>
                <a:schemeClr val="tx2">
                  <a:alpha val="80000"/>
                </a:schemeClr>
              </a:solidFill>
            </a:endParaRPr>
          </a:p>
        </p:txBody>
      </p:sp>
      <p:graphicFrame>
        <p:nvGraphicFramePr>
          <p:cNvPr id="51" name="Marcador de contenido 2">
            <a:extLst>
              <a:ext uri="{FF2B5EF4-FFF2-40B4-BE49-F238E27FC236}">
                <a16:creationId xmlns:a16="http://schemas.microsoft.com/office/drawing/2014/main" id="{06C2E550-2E1A-B0A4-3CFA-EF3B20B209F3}"/>
              </a:ext>
            </a:extLst>
          </p:cNvPr>
          <p:cNvGraphicFramePr>
            <a:graphicFrameLocks noGrp="1"/>
          </p:cNvGraphicFramePr>
          <p:nvPr>
            <p:ph idx="1"/>
            <p:extLst>
              <p:ext uri="{D42A27DB-BD31-4B8C-83A1-F6EECF244321}">
                <p14:modId xmlns:p14="http://schemas.microsoft.com/office/powerpoint/2010/main" val="4115278013"/>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130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BC331D-B8D3-3098-C885-DFEC8CC07453}"/>
              </a:ext>
            </a:extLst>
          </p:cNvPr>
          <p:cNvSpPr>
            <a:spLocks noGrp="1"/>
          </p:cNvSpPr>
          <p:nvPr>
            <p:ph type="title"/>
          </p:nvPr>
        </p:nvSpPr>
        <p:spPr>
          <a:xfrm>
            <a:off x="457200" y="720772"/>
            <a:ext cx="3718767" cy="5531079"/>
          </a:xfrm>
        </p:spPr>
        <p:txBody>
          <a:bodyPr>
            <a:normAutofit/>
          </a:bodyPr>
          <a:lstStyle/>
          <a:p>
            <a:r>
              <a:rPr lang="es-ES">
                <a:solidFill>
                  <a:schemeClr val="tx2">
                    <a:alpha val="80000"/>
                  </a:schemeClr>
                </a:solidFill>
                <a:cs typeface="Posterama"/>
              </a:rPr>
              <a:t>Elementos de la Placa Base 2</a:t>
            </a:r>
            <a:endParaRPr lang="es-ES">
              <a:solidFill>
                <a:schemeClr val="tx2">
                  <a:alpha val="80000"/>
                </a:schemeClr>
              </a:solidFill>
            </a:endParaRPr>
          </a:p>
        </p:txBody>
      </p:sp>
      <p:graphicFrame>
        <p:nvGraphicFramePr>
          <p:cNvPr id="5" name="Marcador de contenido 2">
            <a:extLst>
              <a:ext uri="{FF2B5EF4-FFF2-40B4-BE49-F238E27FC236}">
                <a16:creationId xmlns:a16="http://schemas.microsoft.com/office/drawing/2014/main" id="{C6CE479C-7820-15FC-B4F8-E5565126BC0C}"/>
              </a:ext>
            </a:extLst>
          </p:cNvPr>
          <p:cNvGraphicFramePr>
            <a:graphicFrameLocks noGrp="1"/>
          </p:cNvGraphicFramePr>
          <p:nvPr>
            <p:ph idx="1"/>
            <p:extLst>
              <p:ext uri="{D42A27DB-BD31-4B8C-83A1-F6EECF244321}">
                <p14:modId xmlns:p14="http://schemas.microsoft.com/office/powerpoint/2010/main" val="2605647333"/>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3783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BC331D-B8D3-3098-C885-DFEC8CC07453}"/>
              </a:ext>
            </a:extLst>
          </p:cNvPr>
          <p:cNvSpPr>
            <a:spLocks noGrp="1"/>
          </p:cNvSpPr>
          <p:nvPr>
            <p:ph type="title"/>
          </p:nvPr>
        </p:nvSpPr>
        <p:spPr>
          <a:xfrm>
            <a:off x="457200" y="720772"/>
            <a:ext cx="3718767" cy="5531079"/>
          </a:xfrm>
        </p:spPr>
        <p:txBody>
          <a:bodyPr>
            <a:normAutofit/>
          </a:bodyPr>
          <a:lstStyle/>
          <a:p>
            <a:r>
              <a:rPr lang="es-ES">
                <a:solidFill>
                  <a:schemeClr val="tx2">
                    <a:alpha val="80000"/>
                  </a:schemeClr>
                </a:solidFill>
                <a:cs typeface="Posterama"/>
              </a:rPr>
              <a:t>Elementos de la Placa Base 3</a:t>
            </a:r>
            <a:endParaRPr lang="es-ES">
              <a:solidFill>
                <a:schemeClr val="tx2">
                  <a:alpha val="80000"/>
                </a:schemeClr>
              </a:solidFill>
            </a:endParaRPr>
          </a:p>
        </p:txBody>
      </p:sp>
      <p:graphicFrame>
        <p:nvGraphicFramePr>
          <p:cNvPr id="5" name="Marcador de contenido 2">
            <a:extLst>
              <a:ext uri="{FF2B5EF4-FFF2-40B4-BE49-F238E27FC236}">
                <a16:creationId xmlns:a16="http://schemas.microsoft.com/office/drawing/2014/main" id="{C6CE479C-7820-15FC-B4F8-E5565126BC0C}"/>
              </a:ext>
            </a:extLst>
          </p:cNvPr>
          <p:cNvGraphicFramePr>
            <a:graphicFrameLocks noGrp="1"/>
          </p:cNvGraphicFramePr>
          <p:nvPr>
            <p:ph idx="1"/>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6046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 name="Título 1">
            <a:extLst>
              <a:ext uri="{FF2B5EF4-FFF2-40B4-BE49-F238E27FC236}">
                <a16:creationId xmlns:a16="http://schemas.microsoft.com/office/drawing/2014/main" id="{D868999E-F17F-9E5F-47E8-3C29A528C795}"/>
              </a:ext>
            </a:extLst>
          </p:cNvPr>
          <p:cNvSpPr>
            <a:spLocks noGrp="1"/>
          </p:cNvSpPr>
          <p:nvPr>
            <p:ph type="title"/>
          </p:nvPr>
        </p:nvSpPr>
        <p:spPr>
          <a:xfrm>
            <a:off x="457201" y="732348"/>
            <a:ext cx="4419600" cy="2240735"/>
          </a:xfrm>
        </p:spPr>
        <p:txBody>
          <a:bodyPr>
            <a:normAutofit/>
          </a:bodyPr>
          <a:lstStyle/>
          <a:p>
            <a:endParaRPr lang="es-ES">
              <a:solidFill>
                <a:schemeClr val="tx2"/>
              </a:solidFill>
            </a:endParaRPr>
          </a:p>
        </p:txBody>
      </p:sp>
      <p:sp>
        <p:nvSpPr>
          <p:cNvPr id="165" name="Content Placeholder 7">
            <a:extLst>
              <a:ext uri="{FF2B5EF4-FFF2-40B4-BE49-F238E27FC236}">
                <a16:creationId xmlns:a16="http://schemas.microsoft.com/office/drawing/2014/main" id="{BD57F2FD-0921-347C-6B57-250DA841AA2A}"/>
              </a:ext>
            </a:extLst>
          </p:cNvPr>
          <p:cNvSpPr>
            <a:spLocks noGrp="1"/>
          </p:cNvSpPr>
          <p:nvPr>
            <p:ph idx="1"/>
          </p:nvPr>
        </p:nvSpPr>
        <p:spPr>
          <a:xfrm>
            <a:off x="457201" y="3264832"/>
            <a:ext cx="4419600" cy="2983568"/>
          </a:xfrm>
        </p:spPr>
        <p:txBody>
          <a:bodyPr>
            <a:normAutofit/>
          </a:bodyPr>
          <a:lstStyle/>
          <a:p>
            <a:endParaRPr lang="en-US" sz="1800">
              <a:solidFill>
                <a:schemeClr val="tx2"/>
              </a:solidFill>
            </a:endParaRPr>
          </a:p>
        </p:txBody>
      </p:sp>
      <p:pic>
        <p:nvPicPr>
          <p:cNvPr id="4" name="Marcador de contenido 3" descr="Imagen que contiene Interfaz de usuario gráfica&#10;&#10;Descripción generada automáticamente">
            <a:extLst>
              <a:ext uri="{FF2B5EF4-FFF2-40B4-BE49-F238E27FC236}">
                <a16:creationId xmlns:a16="http://schemas.microsoft.com/office/drawing/2014/main" id="{539C3DC0-DF49-78D9-7AE6-08EFE2B29DC0}"/>
              </a:ext>
            </a:extLst>
          </p:cNvPr>
          <p:cNvPicPr>
            <a:picLocks noChangeAspect="1"/>
          </p:cNvPicPr>
          <p:nvPr/>
        </p:nvPicPr>
        <p:blipFill>
          <a:blip r:embed="rId2"/>
          <a:stretch>
            <a:fillRect/>
          </a:stretch>
        </p:blipFill>
        <p:spPr>
          <a:xfrm>
            <a:off x="5398165" y="732348"/>
            <a:ext cx="6406905" cy="5541973"/>
          </a:xfrm>
          <a:prstGeom prst="rect">
            <a:avLst/>
          </a:prstGeom>
        </p:spPr>
      </p:pic>
    </p:spTree>
    <p:extLst>
      <p:ext uri="{BB962C8B-B14F-4D97-AF65-F5344CB8AC3E}">
        <p14:creationId xmlns:p14="http://schemas.microsoft.com/office/powerpoint/2010/main" val="190563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D3D8CB-6E9F-9619-5D9F-E7E8EF2E94E6}"/>
              </a:ext>
            </a:extLst>
          </p:cNvPr>
          <p:cNvSpPr>
            <a:spLocks noGrp="1"/>
          </p:cNvSpPr>
          <p:nvPr>
            <p:ph type="title"/>
          </p:nvPr>
        </p:nvSpPr>
        <p:spPr>
          <a:xfrm>
            <a:off x="5297762" y="329184"/>
            <a:ext cx="6251110" cy="1783080"/>
          </a:xfrm>
        </p:spPr>
        <p:txBody>
          <a:bodyPr anchor="b">
            <a:normAutofit/>
          </a:bodyPr>
          <a:lstStyle/>
          <a:p>
            <a:r>
              <a:rPr lang="es-ES" sz="5400">
                <a:ea typeface="Calibri Light"/>
                <a:cs typeface="Calibri Light"/>
              </a:rPr>
              <a:t>Chipset. NorthBridge</a:t>
            </a:r>
            <a:endParaRPr lang="es-ES" sz="5400"/>
          </a:p>
        </p:txBody>
      </p:sp>
      <p:pic>
        <p:nvPicPr>
          <p:cNvPr id="5" name="Picture 4" descr="CPU con números binarios y placa base">
            <a:extLst>
              <a:ext uri="{FF2B5EF4-FFF2-40B4-BE49-F238E27FC236}">
                <a16:creationId xmlns:a16="http://schemas.microsoft.com/office/drawing/2014/main" id="{112BC6E5-E1D4-9BEE-E72C-BEC467F1780D}"/>
              </a:ext>
            </a:extLst>
          </p:cNvPr>
          <p:cNvPicPr>
            <a:picLocks noChangeAspect="1"/>
          </p:cNvPicPr>
          <p:nvPr/>
        </p:nvPicPr>
        <p:blipFill rotWithShape="1">
          <a:blip r:embed="rId2"/>
          <a:srcRect l="33863" r="27937" b="-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161ED83-C620-FA63-1F11-2A26DF959312}"/>
              </a:ext>
            </a:extLst>
          </p:cNvPr>
          <p:cNvSpPr>
            <a:spLocks noGrp="1"/>
          </p:cNvSpPr>
          <p:nvPr>
            <p:ph idx="1"/>
          </p:nvPr>
        </p:nvSpPr>
        <p:spPr>
          <a:xfrm>
            <a:off x="5297762" y="2706624"/>
            <a:ext cx="6251110" cy="3483864"/>
          </a:xfrm>
        </p:spPr>
        <p:txBody>
          <a:bodyPr vert="horz" lIns="91440" tIns="45720" rIns="91440" bIns="45720" rtlCol="0">
            <a:normAutofit/>
          </a:bodyPr>
          <a:lstStyle/>
          <a:p>
            <a:r>
              <a:rPr lang="es-ES" sz="1500">
                <a:ea typeface="+mn-lt"/>
                <a:cs typeface="+mn-lt"/>
              </a:rPr>
              <a:t>NorthBridge es el circuito integrado más importante del conjunto de chips (Chipset) que constituye el corazón de la placa madre. Recibe el nombre por situarse en la parte superior de las placas madres con formato ATX. Une los componentes del bus primario (host bus) y que suelen ser los de mayor velocidad de transferencia: el microprocesador, la memoria y el adaptador de vídeo. Tiene un bus de datos de 64 bit en la arquitectura X86 y funciona en frecuencias que van desde los 66 MHz de las primeras placas que lo integraban en 1998 hasta 1 GHz de los modelos actuales de SiS para procesadores AMD64. Antiguamente, el Northbridge estaba compuesto por tres controladores principales: memoria RAM, puerto AGP o PCI Express y bus PCI. Hoy en día, el controlador PCI se inserta directamente en el Southbridge ("puente sur"), y en algunas arquitecturas más nuevas el controlador de memoria se encuentra integrado en el procesador; este es el caso de los Athlon 64 o los Intel i7 y posteriores.</a:t>
            </a:r>
          </a:p>
        </p:txBody>
      </p:sp>
    </p:spTree>
    <p:extLst>
      <p:ext uri="{BB962C8B-B14F-4D97-AF65-F5344CB8AC3E}">
        <p14:creationId xmlns:p14="http://schemas.microsoft.com/office/powerpoint/2010/main" val="3207657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D3D8CB-6E9F-9619-5D9F-E7E8EF2E94E6}"/>
              </a:ext>
            </a:extLst>
          </p:cNvPr>
          <p:cNvSpPr>
            <a:spLocks noGrp="1"/>
          </p:cNvSpPr>
          <p:nvPr>
            <p:ph type="title"/>
          </p:nvPr>
        </p:nvSpPr>
        <p:spPr>
          <a:xfrm>
            <a:off x="5297762" y="329184"/>
            <a:ext cx="6251110" cy="1783080"/>
          </a:xfrm>
        </p:spPr>
        <p:txBody>
          <a:bodyPr anchor="b">
            <a:normAutofit/>
          </a:bodyPr>
          <a:lstStyle/>
          <a:p>
            <a:r>
              <a:rPr lang="es-ES" sz="5400">
                <a:ea typeface="Calibri Light"/>
                <a:cs typeface="Calibri Light"/>
              </a:rPr>
              <a:t>Chipset. </a:t>
            </a:r>
            <a:r>
              <a:rPr lang="es-ES" sz="5400" err="1">
                <a:ea typeface="Calibri Light"/>
                <a:cs typeface="Calibri Light"/>
              </a:rPr>
              <a:t>SouthBridge</a:t>
            </a:r>
            <a:endParaRPr lang="es-ES" sz="5400" err="1"/>
          </a:p>
        </p:txBody>
      </p:sp>
      <p:pic>
        <p:nvPicPr>
          <p:cNvPr id="5" name="Picture 4" descr="CPU con números binarios y placa base">
            <a:extLst>
              <a:ext uri="{FF2B5EF4-FFF2-40B4-BE49-F238E27FC236}">
                <a16:creationId xmlns:a16="http://schemas.microsoft.com/office/drawing/2014/main" id="{112BC6E5-E1D4-9BEE-E72C-BEC467F1780D}"/>
              </a:ext>
            </a:extLst>
          </p:cNvPr>
          <p:cNvPicPr>
            <a:picLocks noChangeAspect="1"/>
          </p:cNvPicPr>
          <p:nvPr/>
        </p:nvPicPr>
        <p:blipFill rotWithShape="1">
          <a:blip r:embed="rId2"/>
          <a:srcRect l="33863" r="27937" b="-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161ED83-C620-FA63-1F11-2A26DF959312}"/>
              </a:ext>
            </a:extLst>
          </p:cNvPr>
          <p:cNvSpPr>
            <a:spLocks noGrp="1"/>
          </p:cNvSpPr>
          <p:nvPr>
            <p:ph idx="1"/>
          </p:nvPr>
        </p:nvSpPr>
        <p:spPr>
          <a:xfrm>
            <a:off x="5297762" y="2706624"/>
            <a:ext cx="6251110" cy="3483864"/>
          </a:xfrm>
        </p:spPr>
        <p:txBody>
          <a:bodyPr vert="horz" lIns="91440" tIns="45720" rIns="91440" bIns="45720" rtlCol="0" anchor="t">
            <a:normAutofit/>
          </a:bodyPr>
          <a:lstStyle/>
          <a:p>
            <a:r>
              <a:rPr lang="es-ES" sz="1500">
                <a:ea typeface="+mn-lt"/>
                <a:cs typeface="+mn-lt"/>
              </a:rPr>
              <a:t>El </a:t>
            </a:r>
            <a:r>
              <a:rPr lang="es-ES" sz="1500" err="1">
                <a:ea typeface="+mn-lt"/>
                <a:cs typeface="+mn-lt"/>
              </a:rPr>
              <a:t>SouthBrige</a:t>
            </a:r>
            <a:r>
              <a:rPr lang="es-ES" sz="1500">
                <a:ea typeface="+mn-lt"/>
                <a:cs typeface="+mn-lt"/>
              </a:rPr>
              <a:t> es un circuito integrado que se encarga de coordinar los diferentes dispositivos de entrada y salida y algunas otras funcionalidades de baja velocidad dentro de la placa base. Es en realidad un puente para acceder a otros buses más lentos como el PCI, el IDE (SATA o PATA), el USB y el LPC (</a:t>
            </a:r>
            <a:r>
              <a:rPr lang="es-ES" sz="1500" err="1">
                <a:ea typeface="+mn-lt"/>
                <a:cs typeface="+mn-lt"/>
              </a:rPr>
              <a:t>low</a:t>
            </a:r>
            <a:r>
              <a:rPr lang="es-ES" sz="1500">
                <a:ea typeface="+mn-lt"/>
                <a:cs typeface="+mn-lt"/>
              </a:rPr>
              <a:t> pin </a:t>
            </a:r>
            <a:r>
              <a:rPr lang="es-ES" sz="1500" err="1">
                <a:ea typeface="+mn-lt"/>
                <a:cs typeface="+mn-lt"/>
              </a:rPr>
              <a:t>count</a:t>
            </a:r>
            <a:r>
              <a:rPr lang="es-ES" sz="1500">
                <a:ea typeface="+mn-lt"/>
                <a:cs typeface="+mn-lt"/>
              </a:rPr>
              <a:t>), al que se conectan la BIOS, el controlador del ratón y teclado y los puertos serie y paralelo.</a:t>
            </a:r>
            <a:endParaRPr lang="es-ES"/>
          </a:p>
          <a:p>
            <a:r>
              <a:rPr lang="es-ES" sz="1500">
                <a:ea typeface="+mn-lt"/>
                <a:cs typeface="+mn-lt"/>
              </a:rPr>
              <a:t>En los últimos modelos de placas el </a:t>
            </a:r>
            <a:r>
              <a:rPr lang="es-ES" sz="1500" err="1">
                <a:ea typeface="+mn-lt"/>
                <a:cs typeface="+mn-lt"/>
              </a:rPr>
              <a:t>Southbridge</a:t>
            </a:r>
            <a:r>
              <a:rPr lang="es-ES" sz="1500">
                <a:ea typeface="+mn-lt"/>
                <a:cs typeface="+mn-lt"/>
              </a:rPr>
              <a:t> integra cada vez mayor número de dispositivos a conectar y comunicar por lo que fabricantes como AMD o VIA Technologies han desarrollado tecnologías como </a:t>
            </a:r>
            <a:r>
              <a:rPr lang="es-ES" sz="1500" err="1">
                <a:ea typeface="+mn-lt"/>
                <a:cs typeface="+mn-lt"/>
              </a:rPr>
              <a:t>HyperTransport</a:t>
            </a:r>
            <a:r>
              <a:rPr lang="es-ES" sz="1500">
                <a:ea typeface="+mn-lt"/>
                <a:cs typeface="+mn-lt"/>
              </a:rPr>
              <a:t> o Ultra V-Link respectivamente para evitar el efecto cuello de botella que se producía al usar como puente el bus PCI.</a:t>
            </a:r>
            <a:endParaRPr lang="es-ES"/>
          </a:p>
          <a:p>
            <a:r>
              <a:rPr lang="es-ES" sz="1500">
                <a:ea typeface="+mn-lt"/>
                <a:cs typeface="+mn-lt"/>
              </a:rPr>
              <a:t>Se unen ambos puentes mediante su propio bus denominado Hub Link.</a:t>
            </a:r>
            <a:endParaRPr lang="es-ES">
              <a:ea typeface="+mn-lt"/>
              <a:cs typeface="+mn-lt"/>
            </a:endParaRPr>
          </a:p>
        </p:txBody>
      </p:sp>
    </p:spTree>
    <p:extLst>
      <p:ext uri="{BB962C8B-B14F-4D97-AF65-F5344CB8AC3E}">
        <p14:creationId xmlns:p14="http://schemas.microsoft.com/office/powerpoint/2010/main" val="2836646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97F539C-E3D0-D8FD-0083-E1645667795F}"/>
              </a:ext>
            </a:extLst>
          </p:cNvPr>
          <p:cNvSpPr>
            <a:spLocks noGrp="1"/>
          </p:cNvSpPr>
          <p:nvPr>
            <p:ph type="title"/>
          </p:nvPr>
        </p:nvSpPr>
        <p:spPr>
          <a:xfrm>
            <a:off x="572493" y="238539"/>
            <a:ext cx="11018520" cy="1434415"/>
          </a:xfrm>
        </p:spPr>
        <p:txBody>
          <a:bodyPr anchor="b">
            <a:normAutofit/>
          </a:bodyPr>
          <a:lstStyle/>
          <a:p>
            <a:r>
              <a:rPr lang="es-ES" sz="5400">
                <a:ea typeface="Calibri Light"/>
                <a:cs typeface="Calibri Light"/>
              </a:rPr>
              <a:t>BIOS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5AE860A-6895-81F1-282C-F39EE964F315}"/>
              </a:ext>
            </a:extLst>
          </p:cNvPr>
          <p:cNvSpPr>
            <a:spLocks noGrp="1"/>
          </p:cNvSpPr>
          <p:nvPr>
            <p:ph idx="1"/>
          </p:nvPr>
        </p:nvSpPr>
        <p:spPr>
          <a:xfrm>
            <a:off x="572493" y="2071316"/>
            <a:ext cx="6713552" cy="4119172"/>
          </a:xfrm>
        </p:spPr>
        <p:txBody>
          <a:bodyPr vert="horz" lIns="91440" tIns="45720" rIns="91440" bIns="45720" rtlCol="0" anchor="t">
            <a:normAutofit lnSpcReduction="10000"/>
          </a:bodyPr>
          <a:lstStyle/>
          <a:p>
            <a:r>
              <a:rPr lang="es-ES" sz="1700" dirty="0">
                <a:ea typeface="+mn-lt"/>
                <a:cs typeface="+mn-lt"/>
              </a:rPr>
              <a:t>BIOS (Basic Input Output </a:t>
            </a:r>
            <a:r>
              <a:rPr lang="es-ES" sz="1700" dirty="0" err="1">
                <a:ea typeface="+mn-lt"/>
                <a:cs typeface="+mn-lt"/>
              </a:rPr>
              <a:t>System</a:t>
            </a:r>
            <a:r>
              <a:rPr lang="es-ES" sz="1700" dirty="0">
                <a:ea typeface="+mn-lt"/>
                <a:cs typeface="+mn-lt"/>
              </a:rPr>
              <a:t>). Se implementa mediante memoria ROM o EEPROM (actualmente memorias de tipo flash -con velocidades de funcionamiento muy superiores a las primeras EEPROM- que se puede borrar y escribir, ahora es también la tecnología empleada en dispositivos USB) y los datos de configuración se almacenan en una memoria CMOS. Consiste en un conjunto de rutinas básicas que permiten la entrada y salida al sistema además de permitir configurar determinados parámetros mediante una RAM CMOS. Tiene pues un papel muy importante justo antes de que el sistema operativo tome el control del equipo ya que identifica los componentes (RAM, microprocesador, chipset, unidades de disco, etc.) y le proporciona acceso y control a todos ellos. Este tipo de memoria es volátil por lo que tiene que estar siendo alimentada permanentemente, para lo cual se emplea una pequeña batería o pila. Existen diversos fabricantes de BIOS como </a:t>
            </a:r>
            <a:r>
              <a:rPr lang="es-ES" sz="1700" dirty="0" err="1">
                <a:ea typeface="+mn-lt"/>
                <a:cs typeface="+mn-lt"/>
              </a:rPr>
              <a:t>Award</a:t>
            </a:r>
            <a:r>
              <a:rPr lang="es-ES" sz="1700" dirty="0">
                <a:ea typeface="+mn-lt"/>
                <a:cs typeface="+mn-lt"/>
              </a:rPr>
              <a:t> o AMI.</a:t>
            </a:r>
          </a:p>
          <a:p>
            <a:r>
              <a:rPr lang="es-ES" sz="1700" dirty="0">
                <a:ea typeface="Calibri"/>
                <a:cs typeface="Calibri"/>
              </a:rPr>
              <a:t>Simulador de Lenovo: </a:t>
            </a:r>
            <a:r>
              <a:rPr lang="es-ES" sz="1700" dirty="0">
                <a:ea typeface="+mn-lt"/>
                <a:cs typeface="+mn-lt"/>
                <a:hlinkClick r:id="rId2"/>
              </a:rPr>
              <a:t>https://download.lenovo.com/bsco/index.html</a:t>
            </a:r>
          </a:p>
          <a:p>
            <a:r>
              <a:rPr lang="es-ES" sz="1700" dirty="0">
                <a:ea typeface="+mn-lt"/>
                <a:cs typeface="+mn-lt"/>
                <a:hlinkClick r:id="rId3"/>
              </a:rPr>
              <a:t>https://download.lenovo.com/bsco/index.html#/graphicalsimulator/Lenovo%20Legion%20T5%2026AMR5%20(90RB,90RC)</a:t>
            </a:r>
          </a:p>
          <a:p>
            <a:endParaRPr lang="es-ES" sz="1700" dirty="0">
              <a:ea typeface="+mn-lt"/>
              <a:cs typeface="+mn-lt"/>
            </a:endParaRPr>
          </a:p>
          <a:p>
            <a:endParaRPr lang="es-ES" sz="1700" dirty="0">
              <a:ea typeface="+mn-lt"/>
              <a:cs typeface="+mn-lt"/>
            </a:endParaRPr>
          </a:p>
        </p:txBody>
      </p:sp>
      <p:pic>
        <p:nvPicPr>
          <p:cNvPr id="4" name="Imagen 3" descr="Imagen que contiene Escala de tiempo&#10;&#10;Descripción generada automáticamente">
            <a:extLst>
              <a:ext uri="{FF2B5EF4-FFF2-40B4-BE49-F238E27FC236}">
                <a16:creationId xmlns:a16="http://schemas.microsoft.com/office/drawing/2014/main" id="{83652016-42F4-AC14-DA32-40647D8331D6}"/>
              </a:ext>
            </a:extLst>
          </p:cNvPr>
          <p:cNvPicPr>
            <a:picLocks noChangeAspect="1"/>
          </p:cNvPicPr>
          <p:nvPr/>
        </p:nvPicPr>
        <p:blipFill rotWithShape="1">
          <a:blip r:embed="rId4"/>
          <a:srcRect l="1245" r="26601"/>
          <a:stretch/>
        </p:blipFill>
        <p:spPr>
          <a:xfrm>
            <a:off x="7675658" y="2093976"/>
            <a:ext cx="3941064" cy="4096512"/>
          </a:xfrm>
          <a:prstGeom prst="rect">
            <a:avLst/>
          </a:prstGeom>
        </p:spPr>
      </p:pic>
    </p:spTree>
    <p:extLst>
      <p:ext uri="{BB962C8B-B14F-4D97-AF65-F5344CB8AC3E}">
        <p14:creationId xmlns:p14="http://schemas.microsoft.com/office/powerpoint/2010/main" val="1519051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97F539C-E3D0-D8FD-0083-E1645667795F}"/>
              </a:ext>
            </a:extLst>
          </p:cNvPr>
          <p:cNvSpPr>
            <a:spLocks noGrp="1"/>
          </p:cNvSpPr>
          <p:nvPr>
            <p:ph type="title"/>
          </p:nvPr>
        </p:nvSpPr>
        <p:spPr>
          <a:xfrm>
            <a:off x="572493" y="238539"/>
            <a:ext cx="11018520" cy="1434415"/>
          </a:xfrm>
        </p:spPr>
        <p:txBody>
          <a:bodyPr anchor="b">
            <a:normAutofit/>
          </a:bodyPr>
          <a:lstStyle/>
          <a:p>
            <a:r>
              <a:rPr lang="es-ES" sz="5400">
                <a:ea typeface="Calibri Light"/>
                <a:cs typeface="Calibri Light"/>
              </a:rPr>
              <a:t>BIOS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5AE860A-6895-81F1-282C-F39EE964F315}"/>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s-ES" sz="1700" dirty="0">
                <a:ea typeface="+mn-lt"/>
                <a:cs typeface="+mn-lt"/>
                <a:hlinkClick r:id="rId2"/>
              </a:rPr>
              <a:t>https://www.youtube.com/watch?v=jmHWY-M-SJI&amp;pp=ygURTUlTU0lORyBSQU0gIEJFRVA%3D </a:t>
            </a:r>
            <a:endParaRPr lang="es-ES" dirty="0"/>
          </a:p>
          <a:p>
            <a:endParaRPr lang="es-ES" sz="1700" dirty="0">
              <a:ea typeface="+mn-lt"/>
              <a:cs typeface="+mn-lt"/>
            </a:endParaRPr>
          </a:p>
          <a:p>
            <a:endParaRPr lang="es-ES" sz="1700" dirty="0">
              <a:ea typeface="+mn-lt"/>
              <a:cs typeface="+mn-lt"/>
            </a:endParaRPr>
          </a:p>
          <a:p>
            <a:endParaRPr lang="es-ES" sz="1700" dirty="0">
              <a:ea typeface="+mn-lt"/>
              <a:cs typeface="+mn-lt"/>
            </a:endParaRPr>
          </a:p>
        </p:txBody>
      </p:sp>
      <p:pic>
        <p:nvPicPr>
          <p:cNvPr id="4" name="Imagen 3" descr="Imagen que contiene Escala de tiempo&#10;&#10;Descripción generada automáticamente">
            <a:extLst>
              <a:ext uri="{FF2B5EF4-FFF2-40B4-BE49-F238E27FC236}">
                <a16:creationId xmlns:a16="http://schemas.microsoft.com/office/drawing/2014/main" id="{83652016-42F4-AC14-DA32-40647D8331D6}"/>
              </a:ext>
            </a:extLst>
          </p:cNvPr>
          <p:cNvPicPr>
            <a:picLocks noChangeAspect="1"/>
          </p:cNvPicPr>
          <p:nvPr/>
        </p:nvPicPr>
        <p:blipFill rotWithShape="1">
          <a:blip r:embed="rId3"/>
          <a:srcRect l="1245" r="26601"/>
          <a:stretch/>
        </p:blipFill>
        <p:spPr>
          <a:xfrm>
            <a:off x="7675658" y="2093976"/>
            <a:ext cx="3941064" cy="4096512"/>
          </a:xfrm>
          <a:prstGeom prst="rect">
            <a:avLst/>
          </a:prstGeom>
        </p:spPr>
      </p:pic>
      <p:pic>
        <p:nvPicPr>
          <p:cNvPr id="5" name="Imagen 4" descr="Qué significan los pitidos del ordenador">
            <a:extLst>
              <a:ext uri="{FF2B5EF4-FFF2-40B4-BE49-F238E27FC236}">
                <a16:creationId xmlns:a16="http://schemas.microsoft.com/office/drawing/2014/main" id="{5E4D9C8D-778B-0E1E-49C4-613CF3E586C7}"/>
              </a:ext>
            </a:extLst>
          </p:cNvPr>
          <p:cNvPicPr>
            <a:picLocks noChangeAspect="1"/>
          </p:cNvPicPr>
          <p:nvPr/>
        </p:nvPicPr>
        <p:blipFill>
          <a:blip r:embed="rId4"/>
          <a:stretch>
            <a:fillRect/>
          </a:stretch>
        </p:blipFill>
        <p:spPr>
          <a:xfrm>
            <a:off x="1978325" y="2874071"/>
            <a:ext cx="3879010" cy="3323971"/>
          </a:xfrm>
          <a:prstGeom prst="rect">
            <a:avLst/>
          </a:prstGeom>
        </p:spPr>
      </p:pic>
    </p:spTree>
    <p:extLst>
      <p:ext uri="{BB962C8B-B14F-4D97-AF65-F5344CB8AC3E}">
        <p14:creationId xmlns:p14="http://schemas.microsoft.com/office/powerpoint/2010/main" val="699912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AF5926-4F45-8132-27AE-EC44E264C25F}"/>
              </a:ext>
            </a:extLst>
          </p:cNvPr>
          <p:cNvSpPr>
            <a:spLocks noGrp="1"/>
          </p:cNvSpPr>
          <p:nvPr>
            <p:ph type="title"/>
          </p:nvPr>
        </p:nvSpPr>
        <p:spPr>
          <a:xfrm>
            <a:off x="640080" y="325369"/>
            <a:ext cx="4368602" cy="1956841"/>
          </a:xfrm>
        </p:spPr>
        <p:txBody>
          <a:bodyPr anchor="b">
            <a:normAutofit/>
          </a:bodyPr>
          <a:lstStyle/>
          <a:p>
            <a:r>
              <a:rPr lang="es-ES" sz="5400">
                <a:ea typeface="Calibri Light"/>
                <a:cs typeface="Calibri Light"/>
              </a:rPr>
              <a:t>Conector de alimentación</a:t>
            </a:r>
            <a:endParaRPr lang="es-ES"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6BD9176-08E1-3CC2-A37E-B31F19555958}"/>
              </a:ext>
            </a:extLst>
          </p:cNvPr>
          <p:cNvSpPr>
            <a:spLocks noGrp="1"/>
          </p:cNvSpPr>
          <p:nvPr>
            <p:ph idx="1"/>
          </p:nvPr>
        </p:nvSpPr>
        <p:spPr>
          <a:xfrm>
            <a:off x="640080" y="2872899"/>
            <a:ext cx="4243589" cy="3320668"/>
          </a:xfrm>
        </p:spPr>
        <p:txBody>
          <a:bodyPr vert="horz" lIns="91440" tIns="45720" rIns="91440" bIns="45720" rtlCol="0">
            <a:normAutofit/>
          </a:bodyPr>
          <a:lstStyle/>
          <a:p>
            <a:r>
              <a:rPr lang="es-ES" sz="2200">
                <a:ea typeface="+mn-lt"/>
                <a:cs typeface="+mn-lt"/>
              </a:rPr>
              <a:t>En el formato más extendido de placas, ATX, se trata de un conector de 20 pines.</a:t>
            </a:r>
            <a:endParaRPr lang="es-ES" sz="2200"/>
          </a:p>
        </p:txBody>
      </p:sp>
      <p:pic>
        <p:nvPicPr>
          <p:cNvPr id="4" name="Imagen 3">
            <a:extLst>
              <a:ext uri="{FF2B5EF4-FFF2-40B4-BE49-F238E27FC236}">
                <a16:creationId xmlns:a16="http://schemas.microsoft.com/office/drawing/2014/main" id="{F9BBCFE2-D937-D4A0-9417-8A0152F9BAD8}"/>
              </a:ext>
            </a:extLst>
          </p:cNvPr>
          <p:cNvPicPr>
            <a:picLocks noChangeAspect="1"/>
          </p:cNvPicPr>
          <p:nvPr/>
        </p:nvPicPr>
        <p:blipFill rotWithShape="1">
          <a:blip r:embed="rId2"/>
          <a:srcRect l="18062" r="746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7932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300B67-40B5-8426-6137-2EDC9B7D1D34}"/>
              </a:ext>
            </a:extLst>
          </p:cNvPr>
          <p:cNvSpPr>
            <a:spLocks noGrp="1"/>
          </p:cNvSpPr>
          <p:nvPr>
            <p:ph type="title"/>
          </p:nvPr>
        </p:nvSpPr>
        <p:spPr>
          <a:xfrm>
            <a:off x="629301" y="955589"/>
            <a:ext cx="3457669" cy="2865458"/>
          </a:xfrm>
        </p:spPr>
        <p:txBody>
          <a:bodyPr vert="horz" lIns="91440" tIns="45720" rIns="91440" bIns="45720" rtlCol="0" anchor="ctr">
            <a:normAutofit/>
          </a:bodyPr>
          <a:lstStyle/>
          <a:p>
            <a:pPr algn="ctr"/>
            <a:r>
              <a:rPr lang="en-US" sz="3600">
                <a:solidFill>
                  <a:schemeClr val="tx2"/>
                </a:solidFill>
              </a:rPr>
              <a:t>PILA</a:t>
            </a:r>
          </a:p>
        </p:txBody>
      </p:sp>
      <p:grpSp>
        <p:nvGrpSpPr>
          <p:cNvPr id="9" name="Group 8">
            <a:extLst>
              <a:ext uri="{FF2B5EF4-FFF2-40B4-BE49-F238E27FC236}">
                <a16:creationId xmlns:a16="http://schemas.microsoft.com/office/drawing/2014/main" id="{30483244-3FE1-5CDD-710A-F74FDBFB2F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707" y="5350720"/>
            <a:ext cx="1952954" cy="1663853"/>
            <a:chOff x="-115707" y="5350720"/>
            <a:chExt cx="1952954" cy="1663853"/>
          </a:xfrm>
        </p:grpSpPr>
        <p:sp>
          <p:nvSpPr>
            <p:cNvPr id="10" name="Freeform: Shape 9">
              <a:extLst>
                <a:ext uri="{FF2B5EF4-FFF2-40B4-BE49-F238E27FC236}">
                  <a16:creationId xmlns:a16="http://schemas.microsoft.com/office/drawing/2014/main" id="{C19FC087-ADB8-F0CB-388D-4029C1B53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111881">
              <a:off x="259292" y="6176131"/>
              <a:ext cx="325448" cy="313454"/>
            </a:xfrm>
            <a:custGeom>
              <a:avLst/>
              <a:gdLst>
                <a:gd name="connsiteX0" fmla="*/ 845218 w 2601267"/>
                <a:gd name="connsiteY0" fmla="*/ 6508 h 3247197"/>
                <a:gd name="connsiteX1" fmla="*/ 666313 w 2601267"/>
                <a:gd name="connsiteY1" fmla="*/ 158908 h 3247197"/>
                <a:gd name="connsiteX2" fmla="*/ 778957 w 2601267"/>
                <a:gd name="connsiteY2" fmla="*/ 3213534 h 3247197"/>
                <a:gd name="connsiteX3" fmla="*/ 1415061 w 2601267"/>
                <a:gd name="connsiteY3" fmla="*/ 3240039 h 3247197"/>
                <a:gd name="connsiteX4" fmla="*/ 1965026 w 2601267"/>
                <a:gd name="connsiteY4" fmla="*/ 2994874 h 3247197"/>
                <a:gd name="connsiteX5" fmla="*/ 2521618 w 2601267"/>
                <a:gd name="connsiteY5" fmla="*/ 2179865 h 3247197"/>
                <a:gd name="connsiteX6" fmla="*/ 2601131 w 2601267"/>
                <a:gd name="connsiteY6" fmla="*/ 1722665 h 3247197"/>
                <a:gd name="connsiteX7" fmla="*/ 2501739 w 2601267"/>
                <a:gd name="connsiteY7" fmla="*/ 1238960 h 3247197"/>
                <a:gd name="connsiteX8" fmla="*/ 2276452 w 2601267"/>
                <a:gd name="connsiteY8" fmla="*/ 801639 h 3247197"/>
                <a:gd name="connsiteX9" fmla="*/ 1627096 w 2601267"/>
                <a:gd name="connsiteY9" fmla="*/ 198665 h 3247197"/>
                <a:gd name="connsiteX10" fmla="*/ 1415061 w 2601267"/>
                <a:gd name="connsiteY10" fmla="*/ 132404 h 3247197"/>
                <a:gd name="connsiteX11" fmla="*/ 1189774 w 2601267"/>
                <a:gd name="connsiteY11" fmla="*/ 79395 h 3247197"/>
                <a:gd name="connsiteX12" fmla="*/ 1024122 w 2601267"/>
                <a:gd name="connsiteY12" fmla="*/ 46265 h 3247197"/>
                <a:gd name="connsiteX13" fmla="*/ 878348 w 2601267"/>
                <a:gd name="connsiteY13" fmla="*/ 52891 h 3247197"/>
                <a:gd name="connsiteX14" fmla="*/ 818713 w 2601267"/>
                <a:gd name="connsiteY14" fmla="*/ 26387 h 3247197"/>
                <a:gd name="connsiteX15" fmla="*/ 845218 w 2601267"/>
                <a:gd name="connsiteY15" fmla="*/ 6508 h 3247197"/>
                <a:gd name="connsiteX0" fmla="*/ 1205667 w 2961716"/>
                <a:gd name="connsiteY0" fmla="*/ 75319 h 3445468"/>
                <a:gd name="connsiteX1" fmla="*/ 72605 w 2961716"/>
                <a:gd name="connsiteY1" fmla="*/ 1175249 h 3445468"/>
                <a:gd name="connsiteX2" fmla="*/ 1139406 w 2961716"/>
                <a:gd name="connsiteY2" fmla="*/ 3282345 h 3445468"/>
                <a:gd name="connsiteX3" fmla="*/ 1775510 w 2961716"/>
                <a:gd name="connsiteY3" fmla="*/ 3308850 h 3445468"/>
                <a:gd name="connsiteX4" fmla="*/ 2325475 w 2961716"/>
                <a:gd name="connsiteY4" fmla="*/ 3063685 h 3445468"/>
                <a:gd name="connsiteX5" fmla="*/ 2882067 w 2961716"/>
                <a:gd name="connsiteY5" fmla="*/ 2248676 h 3445468"/>
                <a:gd name="connsiteX6" fmla="*/ 2961580 w 2961716"/>
                <a:gd name="connsiteY6" fmla="*/ 1791476 h 3445468"/>
                <a:gd name="connsiteX7" fmla="*/ 2862188 w 2961716"/>
                <a:gd name="connsiteY7" fmla="*/ 1307771 h 3445468"/>
                <a:gd name="connsiteX8" fmla="*/ 2636901 w 2961716"/>
                <a:gd name="connsiteY8" fmla="*/ 870450 h 3445468"/>
                <a:gd name="connsiteX9" fmla="*/ 1987545 w 2961716"/>
                <a:gd name="connsiteY9" fmla="*/ 267476 h 3445468"/>
                <a:gd name="connsiteX10" fmla="*/ 1775510 w 2961716"/>
                <a:gd name="connsiteY10" fmla="*/ 201215 h 3445468"/>
                <a:gd name="connsiteX11" fmla="*/ 1550223 w 2961716"/>
                <a:gd name="connsiteY11" fmla="*/ 148206 h 3445468"/>
                <a:gd name="connsiteX12" fmla="*/ 1384571 w 2961716"/>
                <a:gd name="connsiteY12" fmla="*/ 115076 h 3445468"/>
                <a:gd name="connsiteX13" fmla="*/ 1238797 w 2961716"/>
                <a:gd name="connsiteY13" fmla="*/ 121702 h 3445468"/>
                <a:gd name="connsiteX14" fmla="*/ 1179162 w 2961716"/>
                <a:gd name="connsiteY14" fmla="*/ 95198 h 3445468"/>
                <a:gd name="connsiteX15" fmla="*/ 1205667 w 2961716"/>
                <a:gd name="connsiteY15" fmla="*/ 75319 h 3445468"/>
                <a:gd name="connsiteX0" fmla="*/ 1237442 w 2993491"/>
                <a:gd name="connsiteY0" fmla="*/ 75319 h 3308850"/>
                <a:gd name="connsiteX1" fmla="*/ 104380 w 2993491"/>
                <a:gd name="connsiteY1" fmla="*/ 1175249 h 3308850"/>
                <a:gd name="connsiteX2" fmla="*/ 243528 w 2993491"/>
                <a:gd name="connsiteY2" fmla="*/ 2878153 h 3308850"/>
                <a:gd name="connsiteX3" fmla="*/ 1807285 w 2993491"/>
                <a:gd name="connsiteY3" fmla="*/ 3308850 h 3308850"/>
                <a:gd name="connsiteX4" fmla="*/ 2357250 w 2993491"/>
                <a:gd name="connsiteY4" fmla="*/ 3063685 h 3308850"/>
                <a:gd name="connsiteX5" fmla="*/ 2913842 w 2993491"/>
                <a:gd name="connsiteY5" fmla="*/ 2248676 h 3308850"/>
                <a:gd name="connsiteX6" fmla="*/ 2993355 w 2993491"/>
                <a:gd name="connsiteY6" fmla="*/ 1791476 h 3308850"/>
                <a:gd name="connsiteX7" fmla="*/ 2893963 w 2993491"/>
                <a:gd name="connsiteY7" fmla="*/ 1307771 h 3308850"/>
                <a:gd name="connsiteX8" fmla="*/ 2668676 w 2993491"/>
                <a:gd name="connsiteY8" fmla="*/ 870450 h 3308850"/>
                <a:gd name="connsiteX9" fmla="*/ 2019320 w 2993491"/>
                <a:gd name="connsiteY9" fmla="*/ 267476 h 3308850"/>
                <a:gd name="connsiteX10" fmla="*/ 1807285 w 2993491"/>
                <a:gd name="connsiteY10" fmla="*/ 201215 h 3308850"/>
                <a:gd name="connsiteX11" fmla="*/ 1581998 w 2993491"/>
                <a:gd name="connsiteY11" fmla="*/ 148206 h 3308850"/>
                <a:gd name="connsiteX12" fmla="*/ 1416346 w 2993491"/>
                <a:gd name="connsiteY12" fmla="*/ 115076 h 3308850"/>
                <a:gd name="connsiteX13" fmla="*/ 1270572 w 2993491"/>
                <a:gd name="connsiteY13" fmla="*/ 121702 h 3308850"/>
                <a:gd name="connsiteX14" fmla="*/ 1210937 w 2993491"/>
                <a:gd name="connsiteY14" fmla="*/ 95198 h 3308850"/>
                <a:gd name="connsiteX15" fmla="*/ 1237442 w 2993491"/>
                <a:gd name="connsiteY15" fmla="*/ 75319 h 3308850"/>
                <a:gd name="connsiteX0" fmla="*/ 1209047 w 2991601"/>
                <a:gd name="connsiteY0" fmla="*/ 0 h 3213652"/>
                <a:gd name="connsiteX1" fmla="*/ 102490 w 2991601"/>
                <a:gd name="connsiteY1" fmla="*/ 1080051 h 3213652"/>
                <a:gd name="connsiteX2" fmla="*/ 241638 w 2991601"/>
                <a:gd name="connsiteY2" fmla="*/ 2782955 h 3213652"/>
                <a:gd name="connsiteX3" fmla="*/ 1805395 w 2991601"/>
                <a:gd name="connsiteY3" fmla="*/ 3213652 h 3213652"/>
                <a:gd name="connsiteX4" fmla="*/ 2355360 w 2991601"/>
                <a:gd name="connsiteY4" fmla="*/ 2968487 h 3213652"/>
                <a:gd name="connsiteX5" fmla="*/ 2911952 w 2991601"/>
                <a:gd name="connsiteY5" fmla="*/ 2153478 h 3213652"/>
                <a:gd name="connsiteX6" fmla="*/ 2991465 w 2991601"/>
                <a:gd name="connsiteY6" fmla="*/ 1696278 h 3213652"/>
                <a:gd name="connsiteX7" fmla="*/ 2892073 w 2991601"/>
                <a:gd name="connsiteY7" fmla="*/ 1212573 h 3213652"/>
                <a:gd name="connsiteX8" fmla="*/ 2666786 w 2991601"/>
                <a:gd name="connsiteY8" fmla="*/ 775252 h 3213652"/>
                <a:gd name="connsiteX9" fmla="*/ 2017430 w 2991601"/>
                <a:gd name="connsiteY9" fmla="*/ 172278 h 3213652"/>
                <a:gd name="connsiteX10" fmla="*/ 1805395 w 2991601"/>
                <a:gd name="connsiteY10" fmla="*/ 106017 h 3213652"/>
                <a:gd name="connsiteX11" fmla="*/ 1580108 w 2991601"/>
                <a:gd name="connsiteY11" fmla="*/ 53008 h 3213652"/>
                <a:gd name="connsiteX12" fmla="*/ 1414456 w 2991601"/>
                <a:gd name="connsiteY12" fmla="*/ 19878 h 3213652"/>
                <a:gd name="connsiteX13" fmla="*/ 1268682 w 2991601"/>
                <a:gd name="connsiteY13" fmla="*/ 26504 h 3213652"/>
                <a:gd name="connsiteX14" fmla="*/ 1209047 w 2991601"/>
                <a:gd name="connsiteY14" fmla="*/ 0 h 3213652"/>
                <a:gd name="connsiteX0" fmla="*/ 564076 w 2949603"/>
                <a:gd name="connsiteY0" fmla="*/ 153160 h 3201160"/>
                <a:gd name="connsiteX1" fmla="*/ 60492 w 2949603"/>
                <a:gd name="connsiteY1" fmla="*/ 1067559 h 3201160"/>
                <a:gd name="connsiteX2" fmla="*/ 199640 w 2949603"/>
                <a:gd name="connsiteY2" fmla="*/ 2770463 h 3201160"/>
                <a:gd name="connsiteX3" fmla="*/ 1763397 w 2949603"/>
                <a:gd name="connsiteY3" fmla="*/ 3201160 h 3201160"/>
                <a:gd name="connsiteX4" fmla="*/ 2313362 w 2949603"/>
                <a:gd name="connsiteY4" fmla="*/ 2955995 h 3201160"/>
                <a:gd name="connsiteX5" fmla="*/ 2869954 w 2949603"/>
                <a:gd name="connsiteY5" fmla="*/ 2140986 h 3201160"/>
                <a:gd name="connsiteX6" fmla="*/ 2949467 w 2949603"/>
                <a:gd name="connsiteY6" fmla="*/ 1683786 h 3201160"/>
                <a:gd name="connsiteX7" fmla="*/ 2850075 w 2949603"/>
                <a:gd name="connsiteY7" fmla="*/ 1200081 h 3201160"/>
                <a:gd name="connsiteX8" fmla="*/ 2624788 w 2949603"/>
                <a:gd name="connsiteY8" fmla="*/ 762760 h 3201160"/>
                <a:gd name="connsiteX9" fmla="*/ 1975432 w 2949603"/>
                <a:gd name="connsiteY9" fmla="*/ 159786 h 3201160"/>
                <a:gd name="connsiteX10" fmla="*/ 1763397 w 2949603"/>
                <a:gd name="connsiteY10" fmla="*/ 93525 h 3201160"/>
                <a:gd name="connsiteX11" fmla="*/ 1538110 w 2949603"/>
                <a:gd name="connsiteY11" fmla="*/ 40516 h 3201160"/>
                <a:gd name="connsiteX12" fmla="*/ 1372458 w 2949603"/>
                <a:gd name="connsiteY12" fmla="*/ 7386 h 3201160"/>
                <a:gd name="connsiteX13" fmla="*/ 1226684 w 2949603"/>
                <a:gd name="connsiteY13" fmla="*/ 14012 h 3201160"/>
                <a:gd name="connsiteX14" fmla="*/ 564076 w 2949603"/>
                <a:gd name="connsiteY14" fmla="*/ 153160 h 3201160"/>
                <a:gd name="connsiteX0" fmla="*/ 564076 w 2949538"/>
                <a:gd name="connsiteY0" fmla="*/ 153160 h 3201160"/>
                <a:gd name="connsiteX1" fmla="*/ 60492 w 2949538"/>
                <a:gd name="connsiteY1" fmla="*/ 1067559 h 3201160"/>
                <a:gd name="connsiteX2" fmla="*/ 199640 w 2949538"/>
                <a:gd name="connsiteY2" fmla="*/ 2770463 h 3201160"/>
                <a:gd name="connsiteX3" fmla="*/ 1763397 w 2949538"/>
                <a:gd name="connsiteY3" fmla="*/ 3201160 h 3201160"/>
                <a:gd name="connsiteX4" fmla="*/ 2313362 w 2949538"/>
                <a:gd name="connsiteY4" fmla="*/ 2955995 h 3201160"/>
                <a:gd name="connsiteX5" fmla="*/ 2869954 w 2949538"/>
                <a:gd name="connsiteY5" fmla="*/ 2140986 h 3201160"/>
                <a:gd name="connsiteX6" fmla="*/ 2949467 w 2949538"/>
                <a:gd name="connsiteY6" fmla="*/ 1683786 h 3201160"/>
                <a:gd name="connsiteX7" fmla="*/ 2855983 w 2949538"/>
                <a:gd name="connsiteY7" fmla="*/ 1085218 h 3201160"/>
                <a:gd name="connsiteX8" fmla="*/ 2624788 w 2949538"/>
                <a:gd name="connsiteY8" fmla="*/ 762760 h 3201160"/>
                <a:gd name="connsiteX9" fmla="*/ 1975432 w 2949538"/>
                <a:gd name="connsiteY9" fmla="*/ 159786 h 3201160"/>
                <a:gd name="connsiteX10" fmla="*/ 1763397 w 2949538"/>
                <a:gd name="connsiteY10" fmla="*/ 93525 h 3201160"/>
                <a:gd name="connsiteX11" fmla="*/ 1538110 w 2949538"/>
                <a:gd name="connsiteY11" fmla="*/ 40516 h 3201160"/>
                <a:gd name="connsiteX12" fmla="*/ 1372458 w 2949538"/>
                <a:gd name="connsiteY12" fmla="*/ 7386 h 3201160"/>
                <a:gd name="connsiteX13" fmla="*/ 1226684 w 2949538"/>
                <a:gd name="connsiteY13" fmla="*/ 14012 h 3201160"/>
                <a:gd name="connsiteX14" fmla="*/ 564076 w 2949538"/>
                <a:gd name="connsiteY14" fmla="*/ 153160 h 3201160"/>
                <a:gd name="connsiteX0" fmla="*/ 564076 w 2949538"/>
                <a:gd name="connsiteY0" fmla="*/ 153160 h 3201160"/>
                <a:gd name="connsiteX1" fmla="*/ 60492 w 2949538"/>
                <a:gd name="connsiteY1" fmla="*/ 1067559 h 3201160"/>
                <a:gd name="connsiteX2" fmla="*/ 199640 w 2949538"/>
                <a:gd name="connsiteY2" fmla="*/ 2770463 h 3201160"/>
                <a:gd name="connsiteX3" fmla="*/ 1763397 w 2949538"/>
                <a:gd name="connsiteY3" fmla="*/ 3201160 h 3201160"/>
                <a:gd name="connsiteX4" fmla="*/ 2313362 w 2949538"/>
                <a:gd name="connsiteY4" fmla="*/ 2955995 h 3201160"/>
                <a:gd name="connsiteX5" fmla="*/ 2869954 w 2949538"/>
                <a:gd name="connsiteY5" fmla="*/ 2140986 h 3201160"/>
                <a:gd name="connsiteX6" fmla="*/ 2949467 w 2949538"/>
                <a:gd name="connsiteY6" fmla="*/ 1683786 h 3201160"/>
                <a:gd name="connsiteX7" fmla="*/ 2855983 w 2949538"/>
                <a:gd name="connsiteY7" fmla="*/ 1085218 h 3201160"/>
                <a:gd name="connsiteX8" fmla="*/ 2595248 w 2949538"/>
                <a:gd name="connsiteY8" fmla="*/ 653943 h 3201160"/>
                <a:gd name="connsiteX9" fmla="*/ 1975432 w 2949538"/>
                <a:gd name="connsiteY9" fmla="*/ 159786 h 3201160"/>
                <a:gd name="connsiteX10" fmla="*/ 1763397 w 2949538"/>
                <a:gd name="connsiteY10" fmla="*/ 93525 h 3201160"/>
                <a:gd name="connsiteX11" fmla="*/ 1538110 w 2949538"/>
                <a:gd name="connsiteY11" fmla="*/ 40516 h 3201160"/>
                <a:gd name="connsiteX12" fmla="*/ 1372458 w 2949538"/>
                <a:gd name="connsiteY12" fmla="*/ 7386 h 3201160"/>
                <a:gd name="connsiteX13" fmla="*/ 1226684 w 2949538"/>
                <a:gd name="connsiteY13" fmla="*/ 14012 h 3201160"/>
                <a:gd name="connsiteX14" fmla="*/ 564076 w 2949538"/>
                <a:gd name="connsiteY14" fmla="*/ 153160 h 3201160"/>
                <a:gd name="connsiteX0" fmla="*/ 564076 w 2949538"/>
                <a:gd name="connsiteY0" fmla="*/ 144905 h 3192905"/>
                <a:gd name="connsiteX1" fmla="*/ 60492 w 2949538"/>
                <a:gd name="connsiteY1" fmla="*/ 1059304 h 3192905"/>
                <a:gd name="connsiteX2" fmla="*/ 199640 w 2949538"/>
                <a:gd name="connsiteY2" fmla="*/ 2762208 h 3192905"/>
                <a:gd name="connsiteX3" fmla="*/ 1763397 w 2949538"/>
                <a:gd name="connsiteY3" fmla="*/ 3192905 h 3192905"/>
                <a:gd name="connsiteX4" fmla="*/ 2313362 w 2949538"/>
                <a:gd name="connsiteY4" fmla="*/ 2947740 h 3192905"/>
                <a:gd name="connsiteX5" fmla="*/ 2869954 w 2949538"/>
                <a:gd name="connsiteY5" fmla="*/ 2132731 h 3192905"/>
                <a:gd name="connsiteX6" fmla="*/ 2949467 w 2949538"/>
                <a:gd name="connsiteY6" fmla="*/ 1675531 h 3192905"/>
                <a:gd name="connsiteX7" fmla="*/ 2855983 w 2949538"/>
                <a:gd name="connsiteY7" fmla="*/ 1076963 h 3192905"/>
                <a:gd name="connsiteX8" fmla="*/ 2595248 w 2949538"/>
                <a:gd name="connsiteY8" fmla="*/ 645688 h 3192905"/>
                <a:gd name="connsiteX9" fmla="*/ 1975432 w 2949538"/>
                <a:gd name="connsiteY9" fmla="*/ 151531 h 3192905"/>
                <a:gd name="connsiteX10" fmla="*/ 1763397 w 2949538"/>
                <a:gd name="connsiteY10" fmla="*/ 85270 h 3192905"/>
                <a:gd name="connsiteX11" fmla="*/ 1538110 w 2949538"/>
                <a:gd name="connsiteY11" fmla="*/ 32261 h 3192905"/>
                <a:gd name="connsiteX12" fmla="*/ 1226684 w 2949538"/>
                <a:gd name="connsiteY12" fmla="*/ 5757 h 3192905"/>
                <a:gd name="connsiteX13" fmla="*/ 564076 w 2949538"/>
                <a:gd name="connsiteY13" fmla="*/ 144905 h 3192905"/>
                <a:gd name="connsiteX0" fmla="*/ 564076 w 2949538"/>
                <a:gd name="connsiteY0" fmla="*/ 146377 h 3194377"/>
                <a:gd name="connsiteX1" fmla="*/ 60492 w 2949538"/>
                <a:gd name="connsiteY1" fmla="*/ 1060776 h 3194377"/>
                <a:gd name="connsiteX2" fmla="*/ 199640 w 2949538"/>
                <a:gd name="connsiteY2" fmla="*/ 2763680 h 3194377"/>
                <a:gd name="connsiteX3" fmla="*/ 1763397 w 2949538"/>
                <a:gd name="connsiteY3" fmla="*/ 3194377 h 3194377"/>
                <a:gd name="connsiteX4" fmla="*/ 2313362 w 2949538"/>
                <a:gd name="connsiteY4" fmla="*/ 2949212 h 3194377"/>
                <a:gd name="connsiteX5" fmla="*/ 2869954 w 2949538"/>
                <a:gd name="connsiteY5" fmla="*/ 2134203 h 3194377"/>
                <a:gd name="connsiteX6" fmla="*/ 2949467 w 2949538"/>
                <a:gd name="connsiteY6" fmla="*/ 1677003 h 3194377"/>
                <a:gd name="connsiteX7" fmla="*/ 2855983 w 2949538"/>
                <a:gd name="connsiteY7" fmla="*/ 1078435 h 3194377"/>
                <a:gd name="connsiteX8" fmla="*/ 2595248 w 2949538"/>
                <a:gd name="connsiteY8" fmla="*/ 647160 h 3194377"/>
                <a:gd name="connsiteX9" fmla="*/ 1975432 w 2949538"/>
                <a:gd name="connsiteY9" fmla="*/ 153003 h 3194377"/>
                <a:gd name="connsiteX10" fmla="*/ 1538110 w 2949538"/>
                <a:gd name="connsiteY10" fmla="*/ 33733 h 3194377"/>
                <a:gd name="connsiteX11" fmla="*/ 1226684 w 2949538"/>
                <a:gd name="connsiteY11" fmla="*/ 7229 h 3194377"/>
                <a:gd name="connsiteX12" fmla="*/ 564076 w 2949538"/>
                <a:gd name="connsiteY12" fmla="*/ 146377 h 3194377"/>
                <a:gd name="connsiteX0" fmla="*/ 564076 w 2949538"/>
                <a:gd name="connsiteY0" fmla="*/ 146377 h 3194377"/>
                <a:gd name="connsiteX1" fmla="*/ 60492 w 2949538"/>
                <a:gd name="connsiteY1" fmla="*/ 1060776 h 3194377"/>
                <a:gd name="connsiteX2" fmla="*/ 199640 w 2949538"/>
                <a:gd name="connsiteY2" fmla="*/ 2763680 h 3194377"/>
                <a:gd name="connsiteX3" fmla="*/ 1763397 w 2949538"/>
                <a:gd name="connsiteY3" fmla="*/ 3194377 h 3194377"/>
                <a:gd name="connsiteX4" fmla="*/ 2313362 w 2949538"/>
                <a:gd name="connsiteY4" fmla="*/ 2949212 h 3194377"/>
                <a:gd name="connsiteX5" fmla="*/ 2869954 w 2949538"/>
                <a:gd name="connsiteY5" fmla="*/ 2134203 h 3194377"/>
                <a:gd name="connsiteX6" fmla="*/ 2949467 w 2949538"/>
                <a:gd name="connsiteY6" fmla="*/ 1677003 h 3194377"/>
                <a:gd name="connsiteX7" fmla="*/ 2855983 w 2949538"/>
                <a:gd name="connsiteY7" fmla="*/ 1078435 h 3194377"/>
                <a:gd name="connsiteX8" fmla="*/ 2595248 w 2949538"/>
                <a:gd name="connsiteY8" fmla="*/ 647160 h 3194377"/>
                <a:gd name="connsiteX9" fmla="*/ 1975432 w 2949538"/>
                <a:gd name="connsiteY9" fmla="*/ 153003 h 3194377"/>
                <a:gd name="connsiteX10" fmla="*/ 1538110 w 2949538"/>
                <a:gd name="connsiteY10" fmla="*/ 33733 h 3194377"/>
                <a:gd name="connsiteX11" fmla="*/ 1226684 w 2949538"/>
                <a:gd name="connsiteY11" fmla="*/ 7229 h 3194377"/>
                <a:gd name="connsiteX12" fmla="*/ 564076 w 2949538"/>
                <a:gd name="connsiteY12" fmla="*/ 146377 h 3194377"/>
                <a:gd name="connsiteX0" fmla="*/ 678882 w 3064344"/>
                <a:gd name="connsiteY0" fmla="*/ 146377 h 3194377"/>
                <a:gd name="connsiteX1" fmla="*/ 23660 w 3064344"/>
                <a:gd name="connsiteY1" fmla="*/ 1451714 h 3194377"/>
                <a:gd name="connsiteX2" fmla="*/ 314446 w 3064344"/>
                <a:gd name="connsiteY2" fmla="*/ 2763680 h 3194377"/>
                <a:gd name="connsiteX3" fmla="*/ 1878203 w 3064344"/>
                <a:gd name="connsiteY3" fmla="*/ 3194377 h 3194377"/>
                <a:gd name="connsiteX4" fmla="*/ 2428168 w 3064344"/>
                <a:gd name="connsiteY4" fmla="*/ 2949212 h 3194377"/>
                <a:gd name="connsiteX5" fmla="*/ 2984760 w 3064344"/>
                <a:gd name="connsiteY5" fmla="*/ 2134203 h 3194377"/>
                <a:gd name="connsiteX6" fmla="*/ 3064273 w 3064344"/>
                <a:gd name="connsiteY6" fmla="*/ 1677003 h 3194377"/>
                <a:gd name="connsiteX7" fmla="*/ 2970789 w 3064344"/>
                <a:gd name="connsiteY7" fmla="*/ 1078435 h 3194377"/>
                <a:gd name="connsiteX8" fmla="*/ 2710054 w 3064344"/>
                <a:gd name="connsiteY8" fmla="*/ 647160 h 3194377"/>
                <a:gd name="connsiteX9" fmla="*/ 2090238 w 3064344"/>
                <a:gd name="connsiteY9" fmla="*/ 153003 h 3194377"/>
                <a:gd name="connsiteX10" fmla="*/ 1652916 w 3064344"/>
                <a:gd name="connsiteY10" fmla="*/ 33733 h 3194377"/>
                <a:gd name="connsiteX11" fmla="*/ 1341490 w 3064344"/>
                <a:gd name="connsiteY11" fmla="*/ 7229 h 3194377"/>
                <a:gd name="connsiteX12" fmla="*/ 678882 w 3064344"/>
                <a:gd name="connsiteY12" fmla="*/ 146377 h 3194377"/>
                <a:gd name="connsiteX0" fmla="*/ 655721 w 3041183"/>
                <a:gd name="connsiteY0" fmla="*/ 146377 h 3194377"/>
                <a:gd name="connsiteX1" fmla="*/ 499 w 3041183"/>
                <a:gd name="connsiteY1" fmla="*/ 1451714 h 3194377"/>
                <a:gd name="connsiteX2" fmla="*/ 291285 w 3041183"/>
                <a:gd name="connsiteY2" fmla="*/ 2763680 h 3194377"/>
                <a:gd name="connsiteX3" fmla="*/ 1855042 w 3041183"/>
                <a:gd name="connsiteY3" fmla="*/ 3194377 h 3194377"/>
                <a:gd name="connsiteX4" fmla="*/ 2405007 w 3041183"/>
                <a:gd name="connsiteY4" fmla="*/ 2949212 h 3194377"/>
                <a:gd name="connsiteX5" fmla="*/ 2961599 w 3041183"/>
                <a:gd name="connsiteY5" fmla="*/ 2134203 h 3194377"/>
                <a:gd name="connsiteX6" fmla="*/ 3041112 w 3041183"/>
                <a:gd name="connsiteY6" fmla="*/ 1677003 h 3194377"/>
                <a:gd name="connsiteX7" fmla="*/ 2947628 w 3041183"/>
                <a:gd name="connsiteY7" fmla="*/ 1078435 h 3194377"/>
                <a:gd name="connsiteX8" fmla="*/ 2686893 w 3041183"/>
                <a:gd name="connsiteY8" fmla="*/ 647160 h 3194377"/>
                <a:gd name="connsiteX9" fmla="*/ 2067077 w 3041183"/>
                <a:gd name="connsiteY9" fmla="*/ 153003 h 3194377"/>
                <a:gd name="connsiteX10" fmla="*/ 1629755 w 3041183"/>
                <a:gd name="connsiteY10" fmla="*/ 33733 h 3194377"/>
                <a:gd name="connsiteX11" fmla="*/ 1318329 w 3041183"/>
                <a:gd name="connsiteY11" fmla="*/ 7229 h 3194377"/>
                <a:gd name="connsiteX12" fmla="*/ 655721 w 3041183"/>
                <a:gd name="connsiteY12" fmla="*/ 146377 h 3194377"/>
                <a:gd name="connsiteX0" fmla="*/ 655720 w 3041182"/>
                <a:gd name="connsiteY0" fmla="*/ 146377 h 3162134"/>
                <a:gd name="connsiteX1" fmla="*/ 498 w 3041182"/>
                <a:gd name="connsiteY1" fmla="*/ 1451714 h 3162134"/>
                <a:gd name="connsiteX2" fmla="*/ 291284 w 3041182"/>
                <a:gd name="connsiteY2" fmla="*/ 2763680 h 3162134"/>
                <a:gd name="connsiteX3" fmla="*/ 1593121 w 3041182"/>
                <a:gd name="connsiteY3" fmla="*/ 3162134 h 3162134"/>
                <a:gd name="connsiteX4" fmla="*/ 2405006 w 3041182"/>
                <a:gd name="connsiteY4" fmla="*/ 2949212 h 3162134"/>
                <a:gd name="connsiteX5" fmla="*/ 2961598 w 3041182"/>
                <a:gd name="connsiteY5" fmla="*/ 2134203 h 3162134"/>
                <a:gd name="connsiteX6" fmla="*/ 3041111 w 3041182"/>
                <a:gd name="connsiteY6" fmla="*/ 1677003 h 3162134"/>
                <a:gd name="connsiteX7" fmla="*/ 2947627 w 3041182"/>
                <a:gd name="connsiteY7" fmla="*/ 1078435 h 3162134"/>
                <a:gd name="connsiteX8" fmla="*/ 2686892 w 3041182"/>
                <a:gd name="connsiteY8" fmla="*/ 647160 h 3162134"/>
                <a:gd name="connsiteX9" fmla="*/ 2067076 w 3041182"/>
                <a:gd name="connsiteY9" fmla="*/ 153003 h 3162134"/>
                <a:gd name="connsiteX10" fmla="*/ 1629754 w 3041182"/>
                <a:gd name="connsiteY10" fmla="*/ 33733 h 3162134"/>
                <a:gd name="connsiteX11" fmla="*/ 1318328 w 3041182"/>
                <a:gd name="connsiteY11" fmla="*/ 7229 h 3162134"/>
                <a:gd name="connsiteX12" fmla="*/ 655720 w 3041182"/>
                <a:gd name="connsiteY12" fmla="*/ 146377 h 3162134"/>
                <a:gd name="connsiteX0" fmla="*/ 655720 w 3041182"/>
                <a:gd name="connsiteY0" fmla="*/ 146377 h 3162134"/>
                <a:gd name="connsiteX1" fmla="*/ 498 w 3041182"/>
                <a:gd name="connsiteY1" fmla="*/ 1451714 h 3162134"/>
                <a:gd name="connsiteX2" fmla="*/ 291284 w 3041182"/>
                <a:gd name="connsiteY2" fmla="*/ 2763680 h 3162134"/>
                <a:gd name="connsiteX3" fmla="*/ 1593121 w 3041182"/>
                <a:gd name="connsiteY3" fmla="*/ 3162134 h 3162134"/>
                <a:gd name="connsiteX4" fmla="*/ 2405006 w 3041182"/>
                <a:gd name="connsiteY4" fmla="*/ 2949212 h 3162134"/>
                <a:gd name="connsiteX5" fmla="*/ 2961598 w 3041182"/>
                <a:gd name="connsiteY5" fmla="*/ 2134203 h 3162134"/>
                <a:gd name="connsiteX6" fmla="*/ 3041111 w 3041182"/>
                <a:gd name="connsiteY6" fmla="*/ 1677003 h 3162134"/>
                <a:gd name="connsiteX7" fmla="*/ 2947627 w 3041182"/>
                <a:gd name="connsiteY7" fmla="*/ 1078435 h 3162134"/>
                <a:gd name="connsiteX8" fmla="*/ 2686892 w 3041182"/>
                <a:gd name="connsiteY8" fmla="*/ 647160 h 3162134"/>
                <a:gd name="connsiteX9" fmla="*/ 2067076 w 3041182"/>
                <a:gd name="connsiteY9" fmla="*/ 153003 h 3162134"/>
                <a:gd name="connsiteX10" fmla="*/ 1629754 w 3041182"/>
                <a:gd name="connsiteY10" fmla="*/ 33733 h 3162134"/>
                <a:gd name="connsiteX11" fmla="*/ 1318328 w 3041182"/>
                <a:gd name="connsiteY11" fmla="*/ 7229 h 3162134"/>
                <a:gd name="connsiteX12" fmla="*/ 655720 w 3041182"/>
                <a:gd name="connsiteY12" fmla="*/ 146377 h 3162134"/>
                <a:gd name="connsiteX0" fmla="*/ 655720 w 3041182"/>
                <a:gd name="connsiteY0" fmla="*/ 146377 h 3162134"/>
                <a:gd name="connsiteX1" fmla="*/ 498 w 3041182"/>
                <a:gd name="connsiteY1" fmla="*/ 1451714 h 3162134"/>
                <a:gd name="connsiteX2" fmla="*/ 291284 w 3041182"/>
                <a:gd name="connsiteY2" fmla="*/ 2763680 h 3162134"/>
                <a:gd name="connsiteX3" fmla="*/ 1593121 w 3041182"/>
                <a:gd name="connsiteY3" fmla="*/ 3162134 h 3162134"/>
                <a:gd name="connsiteX4" fmla="*/ 2405006 w 3041182"/>
                <a:gd name="connsiteY4" fmla="*/ 2896817 h 3162134"/>
                <a:gd name="connsiteX5" fmla="*/ 2961598 w 3041182"/>
                <a:gd name="connsiteY5" fmla="*/ 2134203 h 3162134"/>
                <a:gd name="connsiteX6" fmla="*/ 3041111 w 3041182"/>
                <a:gd name="connsiteY6" fmla="*/ 1677003 h 3162134"/>
                <a:gd name="connsiteX7" fmla="*/ 2947627 w 3041182"/>
                <a:gd name="connsiteY7" fmla="*/ 1078435 h 3162134"/>
                <a:gd name="connsiteX8" fmla="*/ 2686892 w 3041182"/>
                <a:gd name="connsiteY8" fmla="*/ 647160 h 3162134"/>
                <a:gd name="connsiteX9" fmla="*/ 2067076 w 3041182"/>
                <a:gd name="connsiteY9" fmla="*/ 153003 h 3162134"/>
                <a:gd name="connsiteX10" fmla="*/ 1629754 w 3041182"/>
                <a:gd name="connsiteY10" fmla="*/ 33733 h 3162134"/>
                <a:gd name="connsiteX11" fmla="*/ 1318328 w 3041182"/>
                <a:gd name="connsiteY11" fmla="*/ 7229 h 3162134"/>
                <a:gd name="connsiteX12" fmla="*/ 655720 w 3041182"/>
                <a:gd name="connsiteY12" fmla="*/ 146377 h 3162134"/>
                <a:gd name="connsiteX0" fmla="*/ 655720 w 3041182"/>
                <a:gd name="connsiteY0" fmla="*/ 146377 h 3109741"/>
                <a:gd name="connsiteX1" fmla="*/ 498 w 3041182"/>
                <a:gd name="connsiteY1" fmla="*/ 1451714 h 3109741"/>
                <a:gd name="connsiteX2" fmla="*/ 291284 w 3041182"/>
                <a:gd name="connsiteY2" fmla="*/ 2763680 h 3109741"/>
                <a:gd name="connsiteX3" fmla="*/ 1518287 w 3041182"/>
                <a:gd name="connsiteY3" fmla="*/ 3109741 h 3109741"/>
                <a:gd name="connsiteX4" fmla="*/ 2405006 w 3041182"/>
                <a:gd name="connsiteY4" fmla="*/ 2896817 h 3109741"/>
                <a:gd name="connsiteX5" fmla="*/ 2961598 w 3041182"/>
                <a:gd name="connsiteY5" fmla="*/ 2134203 h 3109741"/>
                <a:gd name="connsiteX6" fmla="*/ 3041111 w 3041182"/>
                <a:gd name="connsiteY6" fmla="*/ 1677003 h 3109741"/>
                <a:gd name="connsiteX7" fmla="*/ 2947627 w 3041182"/>
                <a:gd name="connsiteY7" fmla="*/ 1078435 h 3109741"/>
                <a:gd name="connsiteX8" fmla="*/ 2686892 w 3041182"/>
                <a:gd name="connsiteY8" fmla="*/ 647160 h 3109741"/>
                <a:gd name="connsiteX9" fmla="*/ 2067076 w 3041182"/>
                <a:gd name="connsiteY9" fmla="*/ 153003 h 3109741"/>
                <a:gd name="connsiteX10" fmla="*/ 1629754 w 3041182"/>
                <a:gd name="connsiteY10" fmla="*/ 33733 h 3109741"/>
                <a:gd name="connsiteX11" fmla="*/ 1318328 w 3041182"/>
                <a:gd name="connsiteY11" fmla="*/ 7229 h 3109741"/>
                <a:gd name="connsiteX12" fmla="*/ 655720 w 3041182"/>
                <a:gd name="connsiteY12" fmla="*/ 146377 h 3109741"/>
                <a:gd name="connsiteX0" fmla="*/ 683078 w 3068540"/>
                <a:gd name="connsiteY0" fmla="*/ 146377 h 3109741"/>
                <a:gd name="connsiteX1" fmla="*/ 27856 w 3068540"/>
                <a:gd name="connsiteY1" fmla="*/ 1451714 h 3109741"/>
                <a:gd name="connsiteX2" fmla="*/ 265470 w 3068540"/>
                <a:gd name="connsiteY2" fmla="*/ 2550075 h 3109741"/>
                <a:gd name="connsiteX3" fmla="*/ 1545645 w 3068540"/>
                <a:gd name="connsiteY3" fmla="*/ 3109741 h 3109741"/>
                <a:gd name="connsiteX4" fmla="*/ 2432364 w 3068540"/>
                <a:gd name="connsiteY4" fmla="*/ 2896817 h 3109741"/>
                <a:gd name="connsiteX5" fmla="*/ 2988956 w 3068540"/>
                <a:gd name="connsiteY5" fmla="*/ 2134203 h 3109741"/>
                <a:gd name="connsiteX6" fmla="*/ 3068469 w 3068540"/>
                <a:gd name="connsiteY6" fmla="*/ 1677003 h 3109741"/>
                <a:gd name="connsiteX7" fmla="*/ 2974985 w 3068540"/>
                <a:gd name="connsiteY7" fmla="*/ 1078435 h 3109741"/>
                <a:gd name="connsiteX8" fmla="*/ 2714250 w 3068540"/>
                <a:gd name="connsiteY8" fmla="*/ 647160 h 3109741"/>
                <a:gd name="connsiteX9" fmla="*/ 2094434 w 3068540"/>
                <a:gd name="connsiteY9" fmla="*/ 153003 h 3109741"/>
                <a:gd name="connsiteX10" fmla="*/ 1657112 w 3068540"/>
                <a:gd name="connsiteY10" fmla="*/ 33733 h 3109741"/>
                <a:gd name="connsiteX11" fmla="*/ 1345686 w 3068540"/>
                <a:gd name="connsiteY11" fmla="*/ 7229 h 3109741"/>
                <a:gd name="connsiteX12" fmla="*/ 683078 w 3068540"/>
                <a:gd name="connsiteY12" fmla="*/ 146377 h 3109741"/>
                <a:gd name="connsiteX0" fmla="*/ 683078 w 3068540"/>
                <a:gd name="connsiteY0" fmla="*/ 146377 h 3112185"/>
                <a:gd name="connsiteX1" fmla="*/ 27856 w 3068540"/>
                <a:gd name="connsiteY1" fmla="*/ 1451714 h 3112185"/>
                <a:gd name="connsiteX2" fmla="*/ 265470 w 3068540"/>
                <a:gd name="connsiteY2" fmla="*/ 2550075 h 3112185"/>
                <a:gd name="connsiteX3" fmla="*/ 1545645 w 3068540"/>
                <a:gd name="connsiteY3" fmla="*/ 3109741 h 3112185"/>
                <a:gd name="connsiteX4" fmla="*/ 2432364 w 3068540"/>
                <a:gd name="connsiteY4" fmla="*/ 2896817 h 3112185"/>
                <a:gd name="connsiteX5" fmla="*/ 2988956 w 3068540"/>
                <a:gd name="connsiteY5" fmla="*/ 2134203 h 3112185"/>
                <a:gd name="connsiteX6" fmla="*/ 3068469 w 3068540"/>
                <a:gd name="connsiteY6" fmla="*/ 1677003 h 3112185"/>
                <a:gd name="connsiteX7" fmla="*/ 2974985 w 3068540"/>
                <a:gd name="connsiteY7" fmla="*/ 1078435 h 3112185"/>
                <a:gd name="connsiteX8" fmla="*/ 2714250 w 3068540"/>
                <a:gd name="connsiteY8" fmla="*/ 647160 h 3112185"/>
                <a:gd name="connsiteX9" fmla="*/ 2094434 w 3068540"/>
                <a:gd name="connsiteY9" fmla="*/ 153003 h 3112185"/>
                <a:gd name="connsiteX10" fmla="*/ 1657112 w 3068540"/>
                <a:gd name="connsiteY10" fmla="*/ 33733 h 3112185"/>
                <a:gd name="connsiteX11" fmla="*/ 1345686 w 3068540"/>
                <a:gd name="connsiteY11" fmla="*/ 7229 h 3112185"/>
                <a:gd name="connsiteX12" fmla="*/ 683078 w 3068540"/>
                <a:gd name="connsiteY12" fmla="*/ 146377 h 3112185"/>
                <a:gd name="connsiteX0" fmla="*/ 683078 w 3068540"/>
                <a:gd name="connsiteY0" fmla="*/ 146377 h 3112185"/>
                <a:gd name="connsiteX1" fmla="*/ 27856 w 3068540"/>
                <a:gd name="connsiteY1" fmla="*/ 1451714 h 3112185"/>
                <a:gd name="connsiteX2" fmla="*/ 265470 w 3068540"/>
                <a:gd name="connsiteY2" fmla="*/ 2550075 h 3112185"/>
                <a:gd name="connsiteX3" fmla="*/ 1545645 w 3068540"/>
                <a:gd name="connsiteY3" fmla="*/ 3109741 h 3112185"/>
                <a:gd name="connsiteX4" fmla="*/ 2432364 w 3068540"/>
                <a:gd name="connsiteY4" fmla="*/ 2896817 h 3112185"/>
                <a:gd name="connsiteX5" fmla="*/ 2988956 w 3068540"/>
                <a:gd name="connsiteY5" fmla="*/ 2134203 h 3112185"/>
                <a:gd name="connsiteX6" fmla="*/ 3068469 w 3068540"/>
                <a:gd name="connsiteY6" fmla="*/ 1677003 h 3112185"/>
                <a:gd name="connsiteX7" fmla="*/ 2974985 w 3068540"/>
                <a:gd name="connsiteY7" fmla="*/ 1078435 h 3112185"/>
                <a:gd name="connsiteX8" fmla="*/ 2714250 w 3068540"/>
                <a:gd name="connsiteY8" fmla="*/ 647160 h 3112185"/>
                <a:gd name="connsiteX9" fmla="*/ 2094434 w 3068540"/>
                <a:gd name="connsiteY9" fmla="*/ 153003 h 3112185"/>
                <a:gd name="connsiteX10" fmla="*/ 1657112 w 3068540"/>
                <a:gd name="connsiteY10" fmla="*/ 33733 h 3112185"/>
                <a:gd name="connsiteX11" fmla="*/ 1345686 w 3068540"/>
                <a:gd name="connsiteY11" fmla="*/ 7229 h 3112185"/>
                <a:gd name="connsiteX12" fmla="*/ 683078 w 3068540"/>
                <a:gd name="connsiteY12" fmla="*/ 146377 h 3112185"/>
                <a:gd name="connsiteX0" fmla="*/ 683078 w 3068540"/>
                <a:gd name="connsiteY0" fmla="*/ 143148 h 3108956"/>
                <a:gd name="connsiteX1" fmla="*/ 27856 w 3068540"/>
                <a:gd name="connsiteY1" fmla="*/ 1448485 h 3108956"/>
                <a:gd name="connsiteX2" fmla="*/ 265470 w 3068540"/>
                <a:gd name="connsiteY2" fmla="*/ 2546846 h 3108956"/>
                <a:gd name="connsiteX3" fmla="*/ 1545645 w 3068540"/>
                <a:gd name="connsiteY3" fmla="*/ 3106512 h 3108956"/>
                <a:gd name="connsiteX4" fmla="*/ 2432364 w 3068540"/>
                <a:gd name="connsiteY4" fmla="*/ 2893588 h 3108956"/>
                <a:gd name="connsiteX5" fmla="*/ 2988956 w 3068540"/>
                <a:gd name="connsiteY5" fmla="*/ 2130974 h 3108956"/>
                <a:gd name="connsiteX6" fmla="*/ 3068469 w 3068540"/>
                <a:gd name="connsiteY6" fmla="*/ 1673774 h 3108956"/>
                <a:gd name="connsiteX7" fmla="*/ 2974985 w 3068540"/>
                <a:gd name="connsiteY7" fmla="*/ 1075206 h 3108956"/>
                <a:gd name="connsiteX8" fmla="*/ 2714250 w 3068540"/>
                <a:gd name="connsiteY8" fmla="*/ 643931 h 3108956"/>
                <a:gd name="connsiteX9" fmla="*/ 2094434 w 3068540"/>
                <a:gd name="connsiteY9" fmla="*/ 149774 h 3108956"/>
                <a:gd name="connsiteX10" fmla="*/ 1345686 w 3068540"/>
                <a:gd name="connsiteY10" fmla="*/ 4000 h 3108956"/>
                <a:gd name="connsiteX11" fmla="*/ 683078 w 3068540"/>
                <a:gd name="connsiteY11" fmla="*/ 143148 h 3108956"/>
                <a:gd name="connsiteX0" fmla="*/ 683078 w 3082038"/>
                <a:gd name="connsiteY0" fmla="*/ 143148 h 3108956"/>
                <a:gd name="connsiteX1" fmla="*/ 27856 w 3082038"/>
                <a:gd name="connsiteY1" fmla="*/ 1448485 h 3108956"/>
                <a:gd name="connsiteX2" fmla="*/ 265470 w 3082038"/>
                <a:gd name="connsiteY2" fmla="*/ 2546846 h 3108956"/>
                <a:gd name="connsiteX3" fmla="*/ 1545645 w 3082038"/>
                <a:gd name="connsiteY3" fmla="*/ 3106512 h 3108956"/>
                <a:gd name="connsiteX4" fmla="*/ 2432364 w 3082038"/>
                <a:gd name="connsiteY4" fmla="*/ 2893588 h 3108956"/>
                <a:gd name="connsiteX5" fmla="*/ 2988956 w 3082038"/>
                <a:gd name="connsiteY5" fmla="*/ 2130974 h 3108956"/>
                <a:gd name="connsiteX6" fmla="*/ 3068469 w 3082038"/>
                <a:gd name="connsiteY6" fmla="*/ 1673774 h 3108956"/>
                <a:gd name="connsiteX7" fmla="*/ 2974985 w 3082038"/>
                <a:gd name="connsiteY7" fmla="*/ 1075206 h 3108956"/>
                <a:gd name="connsiteX8" fmla="*/ 2094434 w 3082038"/>
                <a:gd name="connsiteY8" fmla="*/ 149774 h 3108956"/>
                <a:gd name="connsiteX9" fmla="*/ 1345686 w 3082038"/>
                <a:gd name="connsiteY9" fmla="*/ 4000 h 3108956"/>
                <a:gd name="connsiteX10" fmla="*/ 683078 w 3082038"/>
                <a:gd name="connsiteY10" fmla="*/ 143148 h 3108956"/>
                <a:gd name="connsiteX0" fmla="*/ 683078 w 3082038"/>
                <a:gd name="connsiteY0" fmla="*/ 137480 h 3103288"/>
                <a:gd name="connsiteX1" fmla="*/ 27856 w 3082038"/>
                <a:gd name="connsiteY1" fmla="*/ 1442817 h 3103288"/>
                <a:gd name="connsiteX2" fmla="*/ 265470 w 3082038"/>
                <a:gd name="connsiteY2" fmla="*/ 2541178 h 3103288"/>
                <a:gd name="connsiteX3" fmla="*/ 1545645 w 3082038"/>
                <a:gd name="connsiteY3" fmla="*/ 3100844 h 3103288"/>
                <a:gd name="connsiteX4" fmla="*/ 2432364 w 3082038"/>
                <a:gd name="connsiteY4" fmla="*/ 2887920 h 3103288"/>
                <a:gd name="connsiteX5" fmla="*/ 2988956 w 3082038"/>
                <a:gd name="connsiteY5" fmla="*/ 2125306 h 3103288"/>
                <a:gd name="connsiteX6" fmla="*/ 3068469 w 3082038"/>
                <a:gd name="connsiteY6" fmla="*/ 1668106 h 3103288"/>
                <a:gd name="connsiteX7" fmla="*/ 2974985 w 3082038"/>
                <a:gd name="connsiteY7" fmla="*/ 1069538 h 3103288"/>
                <a:gd name="connsiteX8" fmla="*/ 2094434 w 3082038"/>
                <a:gd name="connsiteY8" fmla="*/ 144106 h 3103288"/>
                <a:gd name="connsiteX9" fmla="*/ 683078 w 3082038"/>
                <a:gd name="connsiteY9" fmla="*/ 137480 h 3103288"/>
                <a:gd name="connsiteX0" fmla="*/ 683078 w 3082038"/>
                <a:gd name="connsiteY0" fmla="*/ 137480 h 3103288"/>
                <a:gd name="connsiteX1" fmla="*/ 27856 w 3082038"/>
                <a:gd name="connsiteY1" fmla="*/ 1442817 h 3103288"/>
                <a:gd name="connsiteX2" fmla="*/ 265470 w 3082038"/>
                <a:gd name="connsiteY2" fmla="*/ 2541178 h 3103288"/>
                <a:gd name="connsiteX3" fmla="*/ 1545645 w 3082038"/>
                <a:gd name="connsiteY3" fmla="*/ 3100844 h 3103288"/>
                <a:gd name="connsiteX4" fmla="*/ 2432364 w 3082038"/>
                <a:gd name="connsiteY4" fmla="*/ 2887920 h 3103288"/>
                <a:gd name="connsiteX5" fmla="*/ 3068469 w 3082038"/>
                <a:gd name="connsiteY5" fmla="*/ 1668106 h 3103288"/>
                <a:gd name="connsiteX6" fmla="*/ 2974985 w 3082038"/>
                <a:gd name="connsiteY6" fmla="*/ 1069538 h 3103288"/>
                <a:gd name="connsiteX7" fmla="*/ 2094434 w 3082038"/>
                <a:gd name="connsiteY7" fmla="*/ 144106 h 3103288"/>
                <a:gd name="connsiteX8" fmla="*/ 683078 w 3082038"/>
                <a:gd name="connsiteY8" fmla="*/ 137480 h 3103288"/>
                <a:gd name="connsiteX0" fmla="*/ 683078 w 2980867"/>
                <a:gd name="connsiteY0" fmla="*/ 137480 h 3121480"/>
                <a:gd name="connsiteX1" fmla="*/ 27856 w 2980867"/>
                <a:gd name="connsiteY1" fmla="*/ 1442817 h 3121480"/>
                <a:gd name="connsiteX2" fmla="*/ 265470 w 2980867"/>
                <a:gd name="connsiteY2" fmla="*/ 2541178 h 3121480"/>
                <a:gd name="connsiteX3" fmla="*/ 1545645 w 2980867"/>
                <a:gd name="connsiteY3" fmla="*/ 3100844 h 3121480"/>
                <a:gd name="connsiteX4" fmla="*/ 2432364 w 2980867"/>
                <a:gd name="connsiteY4" fmla="*/ 2887920 h 3121480"/>
                <a:gd name="connsiteX5" fmla="*/ 2974985 w 2980867"/>
                <a:gd name="connsiteY5" fmla="*/ 1069538 h 3121480"/>
                <a:gd name="connsiteX6" fmla="*/ 2094434 w 2980867"/>
                <a:gd name="connsiteY6" fmla="*/ 144106 h 3121480"/>
                <a:gd name="connsiteX7" fmla="*/ 683078 w 2980867"/>
                <a:gd name="connsiteY7" fmla="*/ 137480 h 3121480"/>
                <a:gd name="connsiteX0" fmla="*/ 683078 w 2992555"/>
                <a:gd name="connsiteY0" fmla="*/ 137480 h 3103288"/>
                <a:gd name="connsiteX1" fmla="*/ 27856 w 2992555"/>
                <a:gd name="connsiteY1" fmla="*/ 1442817 h 3103288"/>
                <a:gd name="connsiteX2" fmla="*/ 265470 w 2992555"/>
                <a:gd name="connsiteY2" fmla="*/ 2541178 h 3103288"/>
                <a:gd name="connsiteX3" fmla="*/ 1545645 w 2992555"/>
                <a:gd name="connsiteY3" fmla="*/ 3100844 h 3103288"/>
                <a:gd name="connsiteX4" fmla="*/ 2593572 w 2992555"/>
                <a:gd name="connsiteY4" fmla="*/ 2617316 h 3103288"/>
                <a:gd name="connsiteX5" fmla="*/ 2974985 w 2992555"/>
                <a:gd name="connsiteY5" fmla="*/ 1069538 h 3103288"/>
                <a:gd name="connsiteX6" fmla="*/ 2094434 w 2992555"/>
                <a:gd name="connsiteY6" fmla="*/ 144106 h 3103288"/>
                <a:gd name="connsiteX7" fmla="*/ 683078 w 2992555"/>
                <a:gd name="connsiteY7" fmla="*/ 137480 h 3103288"/>
                <a:gd name="connsiteX0" fmla="*/ 663919 w 2973396"/>
                <a:gd name="connsiteY0" fmla="*/ 130849 h 3096776"/>
                <a:gd name="connsiteX1" fmla="*/ 31428 w 2973396"/>
                <a:gd name="connsiteY1" fmla="*/ 1337983 h 3096776"/>
                <a:gd name="connsiteX2" fmla="*/ 246311 w 2973396"/>
                <a:gd name="connsiteY2" fmla="*/ 2534547 h 3096776"/>
                <a:gd name="connsiteX3" fmla="*/ 1526486 w 2973396"/>
                <a:gd name="connsiteY3" fmla="*/ 3094213 h 3096776"/>
                <a:gd name="connsiteX4" fmla="*/ 2574413 w 2973396"/>
                <a:gd name="connsiteY4" fmla="*/ 2610685 h 3096776"/>
                <a:gd name="connsiteX5" fmla="*/ 2955826 w 2973396"/>
                <a:gd name="connsiteY5" fmla="*/ 1062907 h 3096776"/>
                <a:gd name="connsiteX6" fmla="*/ 2075275 w 2973396"/>
                <a:gd name="connsiteY6" fmla="*/ 137475 h 3096776"/>
                <a:gd name="connsiteX7" fmla="*/ 663919 w 2973396"/>
                <a:gd name="connsiteY7" fmla="*/ 130849 h 3096776"/>
                <a:gd name="connsiteX0" fmla="*/ 711207 w 3020684"/>
                <a:gd name="connsiteY0" fmla="*/ 130849 h 2750940"/>
                <a:gd name="connsiteX1" fmla="*/ 78716 w 3020684"/>
                <a:gd name="connsiteY1" fmla="*/ 1337983 h 2750940"/>
                <a:gd name="connsiteX2" fmla="*/ 293599 w 3020684"/>
                <a:gd name="connsiteY2" fmla="*/ 2534547 h 2750940"/>
                <a:gd name="connsiteX3" fmla="*/ 2621701 w 3020684"/>
                <a:gd name="connsiteY3" fmla="*/ 2610685 h 2750940"/>
                <a:gd name="connsiteX4" fmla="*/ 3003114 w 3020684"/>
                <a:gd name="connsiteY4" fmla="*/ 1062907 h 2750940"/>
                <a:gd name="connsiteX5" fmla="*/ 2122563 w 3020684"/>
                <a:gd name="connsiteY5" fmla="*/ 137475 h 2750940"/>
                <a:gd name="connsiteX6" fmla="*/ 711207 w 3020684"/>
                <a:gd name="connsiteY6" fmla="*/ 130849 h 2750940"/>
                <a:gd name="connsiteX0" fmla="*/ 529556 w 2839033"/>
                <a:gd name="connsiteY0" fmla="*/ 130849 h 2750940"/>
                <a:gd name="connsiteX1" fmla="*/ 111948 w 2839033"/>
                <a:gd name="connsiteY1" fmla="*/ 2534547 h 2750940"/>
                <a:gd name="connsiteX2" fmla="*/ 2440050 w 2839033"/>
                <a:gd name="connsiteY2" fmla="*/ 2610685 h 2750940"/>
                <a:gd name="connsiteX3" fmla="*/ 2821463 w 2839033"/>
                <a:gd name="connsiteY3" fmla="*/ 1062907 h 2750940"/>
                <a:gd name="connsiteX4" fmla="*/ 1940912 w 2839033"/>
                <a:gd name="connsiteY4" fmla="*/ 137475 h 2750940"/>
                <a:gd name="connsiteX5" fmla="*/ 529556 w 2839033"/>
                <a:gd name="connsiteY5" fmla="*/ 130849 h 2750940"/>
                <a:gd name="connsiteX0" fmla="*/ 274338 w 2973736"/>
                <a:gd name="connsiteY0" fmla="*/ 422384 h 2697767"/>
                <a:gd name="connsiteX1" fmla="*/ 246651 w 2973736"/>
                <a:gd name="connsiteY1" fmla="*/ 2436688 h 2697767"/>
                <a:gd name="connsiteX2" fmla="*/ 2574753 w 2973736"/>
                <a:gd name="connsiteY2" fmla="*/ 2512826 h 2697767"/>
                <a:gd name="connsiteX3" fmla="*/ 2956166 w 2973736"/>
                <a:gd name="connsiteY3" fmla="*/ 965048 h 2697767"/>
                <a:gd name="connsiteX4" fmla="*/ 2075615 w 2973736"/>
                <a:gd name="connsiteY4" fmla="*/ 39616 h 2697767"/>
                <a:gd name="connsiteX5" fmla="*/ 274338 w 2973736"/>
                <a:gd name="connsiteY5" fmla="*/ 422384 h 2697767"/>
                <a:gd name="connsiteX0" fmla="*/ 100018 w 2811870"/>
                <a:gd name="connsiteY0" fmla="*/ 446539 h 2755139"/>
                <a:gd name="connsiteX1" fmla="*/ 462726 w 2811870"/>
                <a:gd name="connsiteY1" fmla="*/ 2519633 h 2755139"/>
                <a:gd name="connsiteX2" fmla="*/ 2400433 w 2811870"/>
                <a:gd name="connsiteY2" fmla="*/ 2536981 h 2755139"/>
                <a:gd name="connsiteX3" fmla="*/ 2781846 w 2811870"/>
                <a:gd name="connsiteY3" fmla="*/ 989203 h 2755139"/>
                <a:gd name="connsiteX4" fmla="*/ 1901295 w 2811870"/>
                <a:gd name="connsiteY4" fmla="*/ 63771 h 2755139"/>
                <a:gd name="connsiteX5" fmla="*/ 100018 w 2811870"/>
                <a:gd name="connsiteY5" fmla="*/ 446539 h 2755139"/>
                <a:gd name="connsiteX0" fmla="*/ 91560 w 2784878"/>
                <a:gd name="connsiteY0" fmla="*/ 446539 h 2832031"/>
                <a:gd name="connsiteX1" fmla="*/ 454268 w 2784878"/>
                <a:gd name="connsiteY1" fmla="*/ 2519633 h 2832031"/>
                <a:gd name="connsiteX2" fmla="*/ 2087171 w 2784878"/>
                <a:gd name="connsiteY2" fmla="*/ 2666122 h 2832031"/>
                <a:gd name="connsiteX3" fmla="*/ 2773388 w 2784878"/>
                <a:gd name="connsiteY3" fmla="*/ 989203 h 2832031"/>
                <a:gd name="connsiteX4" fmla="*/ 1892837 w 2784878"/>
                <a:gd name="connsiteY4" fmla="*/ 63771 h 2832031"/>
                <a:gd name="connsiteX5" fmla="*/ 91560 w 2784878"/>
                <a:gd name="connsiteY5" fmla="*/ 446539 h 2832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4878" h="2832031">
                  <a:moveTo>
                    <a:pt x="91560" y="446539"/>
                  </a:moveTo>
                  <a:cubicBezTo>
                    <a:pt x="-148201" y="855849"/>
                    <a:pt x="121666" y="2149703"/>
                    <a:pt x="454268" y="2519633"/>
                  </a:cubicBezTo>
                  <a:cubicBezTo>
                    <a:pt x="786870" y="2889563"/>
                    <a:pt x="1700651" y="2921194"/>
                    <a:pt x="2087171" y="2666122"/>
                  </a:cubicBezTo>
                  <a:cubicBezTo>
                    <a:pt x="2473691" y="2411050"/>
                    <a:pt x="2856578" y="1401405"/>
                    <a:pt x="2773388" y="989203"/>
                  </a:cubicBezTo>
                  <a:cubicBezTo>
                    <a:pt x="2690198" y="577001"/>
                    <a:pt x="2164387" y="242305"/>
                    <a:pt x="1892837" y="63771"/>
                  </a:cubicBezTo>
                  <a:cubicBezTo>
                    <a:pt x="1510852" y="-91572"/>
                    <a:pt x="331321" y="37229"/>
                    <a:pt x="91560" y="44653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DCB3265-6690-DE15-57A0-D46EAD5D5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40295">
              <a:off x="-115707" y="5352001"/>
              <a:ext cx="1075445" cy="459406"/>
            </a:xfrm>
            <a:custGeom>
              <a:avLst/>
              <a:gdLst>
                <a:gd name="connsiteX0" fmla="*/ 0 w 1075445"/>
                <a:gd name="connsiteY0" fmla="*/ 0 h 459406"/>
                <a:gd name="connsiteX1" fmla="*/ 125139 w 1075445"/>
                <a:gd name="connsiteY1" fmla="*/ 34070 h 459406"/>
                <a:gd name="connsiteX2" fmla="*/ 1075445 w 1075445"/>
                <a:gd name="connsiteY2" fmla="*/ 296789 h 459406"/>
                <a:gd name="connsiteX3" fmla="*/ 1040119 w 1075445"/>
                <a:gd name="connsiteY3" fmla="*/ 459252 h 459406"/>
                <a:gd name="connsiteX4" fmla="*/ 209223 w 1075445"/>
                <a:gd name="connsiteY4" fmla="*/ 342343 h 459406"/>
                <a:gd name="connsiteX5" fmla="*/ 123893 w 1075445"/>
                <a:gd name="connsiteY5" fmla="*/ 328364 h 45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445" h="459406">
                  <a:moveTo>
                    <a:pt x="0" y="0"/>
                  </a:moveTo>
                  <a:lnTo>
                    <a:pt x="125139" y="34070"/>
                  </a:lnTo>
                  <a:cubicBezTo>
                    <a:pt x="505458" y="136618"/>
                    <a:pt x="1044653" y="276605"/>
                    <a:pt x="1075445" y="296789"/>
                  </a:cubicBezTo>
                  <a:cubicBezTo>
                    <a:pt x="1071846" y="332177"/>
                    <a:pt x="1052634" y="464544"/>
                    <a:pt x="1040119" y="459252"/>
                  </a:cubicBezTo>
                  <a:cubicBezTo>
                    <a:pt x="1010602" y="460855"/>
                    <a:pt x="384281" y="402112"/>
                    <a:pt x="209223" y="342343"/>
                  </a:cubicBezTo>
                  <a:lnTo>
                    <a:pt x="123893" y="328364"/>
                  </a:ln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250FBE3D-043E-DA22-353D-CC5A0EEC7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40295">
              <a:off x="-115707" y="5350720"/>
              <a:ext cx="1075445" cy="459406"/>
            </a:xfrm>
            <a:custGeom>
              <a:avLst/>
              <a:gdLst>
                <a:gd name="connsiteX0" fmla="*/ 0 w 1075445"/>
                <a:gd name="connsiteY0" fmla="*/ 0 h 459406"/>
                <a:gd name="connsiteX1" fmla="*/ 125139 w 1075445"/>
                <a:gd name="connsiteY1" fmla="*/ 34070 h 459406"/>
                <a:gd name="connsiteX2" fmla="*/ 1075445 w 1075445"/>
                <a:gd name="connsiteY2" fmla="*/ 296789 h 459406"/>
                <a:gd name="connsiteX3" fmla="*/ 1040119 w 1075445"/>
                <a:gd name="connsiteY3" fmla="*/ 459252 h 459406"/>
                <a:gd name="connsiteX4" fmla="*/ 209223 w 1075445"/>
                <a:gd name="connsiteY4" fmla="*/ 342343 h 459406"/>
                <a:gd name="connsiteX5" fmla="*/ 123893 w 1075445"/>
                <a:gd name="connsiteY5" fmla="*/ 328364 h 45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445" h="459406">
                  <a:moveTo>
                    <a:pt x="0" y="0"/>
                  </a:moveTo>
                  <a:lnTo>
                    <a:pt x="125139" y="34070"/>
                  </a:lnTo>
                  <a:cubicBezTo>
                    <a:pt x="505458" y="136618"/>
                    <a:pt x="1044653" y="276605"/>
                    <a:pt x="1075445" y="296789"/>
                  </a:cubicBezTo>
                  <a:cubicBezTo>
                    <a:pt x="1071846" y="332177"/>
                    <a:pt x="1052634" y="464544"/>
                    <a:pt x="1040119" y="459252"/>
                  </a:cubicBezTo>
                  <a:cubicBezTo>
                    <a:pt x="1010602" y="460855"/>
                    <a:pt x="384281" y="402112"/>
                    <a:pt x="209223" y="342343"/>
                  </a:cubicBezTo>
                  <a:lnTo>
                    <a:pt x="123893" y="328364"/>
                  </a:lnTo>
                  <a:close/>
                </a:path>
              </a:pathLst>
            </a:custGeom>
            <a:solidFill>
              <a:schemeClr val="accent3">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546BE822-3E2C-8A7A-8BDC-049080C181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435277" flipH="1" flipV="1">
              <a:off x="926606" y="6033104"/>
              <a:ext cx="910640" cy="981469"/>
            </a:xfrm>
            <a:custGeom>
              <a:avLst/>
              <a:gdLst>
                <a:gd name="connsiteX0" fmla="*/ 0 w 910640"/>
                <a:gd name="connsiteY0" fmla="*/ 141849 h 981469"/>
                <a:gd name="connsiteX1" fmla="*/ 528917 w 910640"/>
                <a:gd name="connsiteY1" fmla="*/ 646629 h 981469"/>
                <a:gd name="connsiteX2" fmla="*/ 805510 w 910640"/>
                <a:gd name="connsiteY2" fmla="*/ 986 h 981469"/>
                <a:gd name="connsiteX3" fmla="*/ 895796 w 910640"/>
                <a:gd name="connsiteY3" fmla="*/ 403546 h 981469"/>
                <a:gd name="connsiteX4" fmla="*/ 910640 w 910640"/>
                <a:gd name="connsiteY4" fmla="*/ 516168 h 981469"/>
                <a:gd name="connsiteX5" fmla="*/ 427480 w 910640"/>
                <a:gd name="connsiteY5" fmla="*/ 981469 h 981469"/>
                <a:gd name="connsiteX6" fmla="*/ 346136 w 910640"/>
                <a:gd name="connsiteY6" fmla="*/ 971263 h 981469"/>
                <a:gd name="connsiteX7" fmla="*/ 271594 w 910640"/>
                <a:gd name="connsiteY7" fmla="*/ 941984 h 981469"/>
                <a:gd name="connsiteX8" fmla="*/ 109689 w 910640"/>
                <a:gd name="connsiteY8" fmla="*/ 652521 h 981469"/>
                <a:gd name="connsiteX9" fmla="*/ 0 w 910640"/>
                <a:gd name="connsiteY9" fmla="*/ 141849 h 98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0640" h="981469">
                  <a:moveTo>
                    <a:pt x="0" y="141849"/>
                  </a:moveTo>
                  <a:cubicBezTo>
                    <a:pt x="129897" y="117360"/>
                    <a:pt x="365447" y="465069"/>
                    <a:pt x="528917" y="646629"/>
                  </a:cubicBezTo>
                  <a:cubicBezTo>
                    <a:pt x="621115" y="431415"/>
                    <a:pt x="793780" y="-14848"/>
                    <a:pt x="805510" y="986"/>
                  </a:cubicBezTo>
                  <a:cubicBezTo>
                    <a:pt x="811749" y="-18180"/>
                    <a:pt x="877877" y="246482"/>
                    <a:pt x="895796" y="403546"/>
                  </a:cubicBezTo>
                  <a:lnTo>
                    <a:pt x="910640" y="516168"/>
                  </a:lnTo>
                  <a:lnTo>
                    <a:pt x="427480" y="981469"/>
                  </a:lnTo>
                  <a:lnTo>
                    <a:pt x="346136" y="971263"/>
                  </a:lnTo>
                  <a:cubicBezTo>
                    <a:pt x="317946" y="964813"/>
                    <a:pt x="292334" y="955366"/>
                    <a:pt x="271594" y="941984"/>
                  </a:cubicBezTo>
                  <a:cubicBezTo>
                    <a:pt x="188637" y="888458"/>
                    <a:pt x="125212" y="719108"/>
                    <a:pt x="109689" y="652521"/>
                  </a:cubicBezTo>
                  <a:cubicBezTo>
                    <a:pt x="79978" y="541726"/>
                    <a:pt x="23903" y="300243"/>
                    <a:pt x="0" y="141849"/>
                  </a:cubicBezTo>
                  <a:close/>
                </a:path>
              </a:pathLst>
            </a:cu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8315343-0191-368B-3F08-DD7E500DB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435277" flipH="1" flipV="1">
              <a:off x="926607" y="6033104"/>
              <a:ext cx="910640" cy="981469"/>
            </a:xfrm>
            <a:custGeom>
              <a:avLst/>
              <a:gdLst>
                <a:gd name="connsiteX0" fmla="*/ 0 w 910640"/>
                <a:gd name="connsiteY0" fmla="*/ 141849 h 981469"/>
                <a:gd name="connsiteX1" fmla="*/ 528918 w 910640"/>
                <a:gd name="connsiteY1" fmla="*/ 646629 h 981469"/>
                <a:gd name="connsiteX2" fmla="*/ 805509 w 910640"/>
                <a:gd name="connsiteY2" fmla="*/ 986 h 981469"/>
                <a:gd name="connsiteX3" fmla="*/ 895796 w 910640"/>
                <a:gd name="connsiteY3" fmla="*/ 403546 h 981469"/>
                <a:gd name="connsiteX4" fmla="*/ 910640 w 910640"/>
                <a:gd name="connsiteY4" fmla="*/ 516168 h 981469"/>
                <a:gd name="connsiteX5" fmla="*/ 427480 w 910640"/>
                <a:gd name="connsiteY5" fmla="*/ 981469 h 981469"/>
                <a:gd name="connsiteX6" fmla="*/ 346136 w 910640"/>
                <a:gd name="connsiteY6" fmla="*/ 971263 h 981469"/>
                <a:gd name="connsiteX7" fmla="*/ 271594 w 910640"/>
                <a:gd name="connsiteY7" fmla="*/ 941984 h 981469"/>
                <a:gd name="connsiteX8" fmla="*/ 109689 w 910640"/>
                <a:gd name="connsiteY8" fmla="*/ 652521 h 981469"/>
                <a:gd name="connsiteX9" fmla="*/ 0 w 910640"/>
                <a:gd name="connsiteY9" fmla="*/ 141849 h 98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0640" h="981469">
                  <a:moveTo>
                    <a:pt x="0" y="141849"/>
                  </a:moveTo>
                  <a:cubicBezTo>
                    <a:pt x="129897" y="117360"/>
                    <a:pt x="365447" y="465069"/>
                    <a:pt x="528918" y="646629"/>
                  </a:cubicBezTo>
                  <a:cubicBezTo>
                    <a:pt x="621115" y="431415"/>
                    <a:pt x="793780" y="-14848"/>
                    <a:pt x="805509" y="986"/>
                  </a:cubicBezTo>
                  <a:cubicBezTo>
                    <a:pt x="811749" y="-18180"/>
                    <a:pt x="877878" y="246482"/>
                    <a:pt x="895796" y="403546"/>
                  </a:cubicBezTo>
                  <a:lnTo>
                    <a:pt x="910640" y="516168"/>
                  </a:lnTo>
                  <a:lnTo>
                    <a:pt x="427480" y="981469"/>
                  </a:lnTo>
                  <a:lnTo>
                    <a:pt x="346136" y="971263"/>
                  </a:lnTo>
                  <a:cubicBezTo>
                    <a:pt x="317946" y="964813"/>
                    <a:pt x="292334" y="955366"/>
                    <a:pt x="271594" y="941984"/>
                  </a:cubicBezTo>
                  <a:cubicBezTo>
                    <a:pt x="188637" y="888458"/>
                    <a:pt x="125212" y="719108"/>
                    <a:pt x="109689" y="652521"/>
                  </a:cubicBezTo>
                  <a:cubicBezTo>
                    <a:pt x="79978" y="541726"/>
                    <a:pt x="23903" y="300243"/>
                    <a:pt x="0" y="141849"/>
                  </a:cubicBezTo>
                  <a:close/>
                </a:path>
              </a:pathLst>
            </a:custGeom>
            <a:solidFill>
              <a:schemeClr val="accent4">
                <a:lumMod val="40000"/>
                <a:lumOff val="60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Marcador de contenido 3" descr="Imagen que contiene electrónica, circuito&#10;&#10;Descripción generada automáticamente">
            <a:extLst>
              <a:ext uri="{FF2B5EF4-FFF2-40B4-BE49-F238E27FC236}">
                <a16:creationId xmlns:a16="http://schemas.microsoft.com/office/drawing/2014/main" id="{A63FC438-6C64-1FBF-513E-4B38C50309C2}"/>
              </a:ext>
            </a:extLst>
          </p:cNvPr>
          <p:cNvPicPr>
            <a:picLocks noGrp="1" noChangeAspect="1"/>
          </p:cNvPicPr>
          <p:nvPr>
            <p:ph idx="1"/>
          </p:nvPr>
        </p:nvPicPr>
        <p:blipFill rotWithShape="1">
          <a:blip r:embed="rId2"/>
          <a:srcRect l="14915" r="13623" b="1"/>
          <a:stretch/>
        </p:blipFill>
        <p:spPr>
          <a:xfrm>
            <a:off x="4716326" y="10"/>
            <a:ext cx="7475674" cy="6857990"/>
          </a:xfrm>
          <a:prstGeom prst="rect">
            <a:avLst/>
          </a:prstGeom>
        </p:spPr>
      </p:pic>
      <p:sp>
        <p:nvSpPr>
          <p:cNvPr id="5" name="CuadroTexto 4">
            <a:extLst>
              <a:ext uri="{FF2B5EF4-FFF2-40B4-BE49-F238E27FC236}">
                <a16:creationId xmlns:a16="http://schemas.microsoft.com/office/drawing/2014/main" id="{7FF3507D-6FDA-BC10-7C09-B4BA6A1452EF}"/>
              </a:ext>
            </a:extLst>
          </p:cNvPr>
          <p:cNvSpPr txBox="1"/>
          <p:nvPr/>
        </p:nvSpPr>
        <p:spPr>
          <a:xfrm>
            <a:off x="641684" y="3088105"/>
            <a:ext cx="362284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t>El ordenador usa una batería para seguir suministrando corriente y permitir guardar cierta información cuando no está alimentado.</a:t>
            </a:r>
          </a:p>
          <a:p>
            <a:r>
              <a:rPr lang="es-ES"/>
              <a:t>El procedimiento de sustitución de la pila es sumamente sencillo aunque conviene emplear un objeto de plástico para retirar la pila vacía cuando quiera cambiarse.</a:t>
            </a:r>
          </a:p>
          <a:p>
            <a:r>
              <a:rPr lang="es-ES"/>
              <a:t>Nunca se deben utilizar elementos metálicos sobre la placa base pues puede dañarse.</a:t>
            </a:r>
          </a:p>
        </p:txBody>
      </p:sp>
    </p:spTree>
    <p:extLst>
      <p:ext uri="{BB962C8B-B14F-4D97-AF65-F5344CB8AC3E}">
        <p14:creationId xmlns:p14="http://schemas.microsoft.com/office/powerpoint/2010/main" val="3201919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C328CB-2275-69BC-4C11-4CFFD131728D}"/>
              </a:ext>
            </a:extLst>
          </p:cNvPr>
          <p:cNvSpPr>
            <a:spLocks noGrp="1"/>
          </p:cNvSpPr>
          <p:nvPr>
            <p:ph type="title"/>
          </p:nvPr>
        </p:nvSpPr>
        <p:spPr>
          <a:xfrm>
            <a:off x="640080" y="325369"/>
            <a:ext cx="4368602" cy="1956841"/>
          </a:xfrm>
        </p:spPr>
        <p:txBody>
          <a:bodyPr anchor="b">
            <a:normAutofit/>
          </a:bodyPr>
          <a:lstStyle/>
          <a:p>
            <a:r>
              <a:rPr lang="es-ES" sz="5400">
                <a:ea typeface="Calibri Light"/>
                <a:cs typeface="Calibri Light"/>
              </a:rPr>
              <a:t>Jumper</a:t>
            </a:r>
            <a:endParaRPr lang="es-ES"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DEF60F8-B77A-1238-3804-662052F99295}"/>
              </a:ext>
            </a:extLst>
          </p:cNvPr>
          <p:cNvSpPr>
            <a:spLocks noGrp="1"/>
          </p:cNvSpPr>
          <p:nvPr>
            <p:ph idx="1"/>
          </p:nvPr>
        </p:nvSpPr>
        <p:spPr>
          <a:xfrm>
            <a:off x="640080" y="2872899"/>
            <a:ext cx="4243589" cy="3320668"/>
          </a:xfrm>
        </p:spPr>
        <p:txBody>
          <a:bodyPr vert="horz" lIns="91440" tIns="45720" rIns="91440" bIns="45720" rtlCol="0">
            <a:normAutofit/>
          </a:bodyPr>
          <a:lstStyle/>
          <a:p>
            <a:r>
              <a:rPr lang="es-ES" sz="2200">
                <a:ea typeface="+mn-lt"/>
                <a:cs typeface="+mn-lt"/>
              </a:rPr>
              <a:t>Un jumper está formado por dos pines que se pueden unir a través de un pequeño conector y sirven para configurar el hardware mediante la presencia o ausencia de contactos. Se tiende a reducir su empleo, para, en su lugar, llevarse a cabo la configuración mediante software asignando valores a través de la BIOS.</a:t>
            </a:r>
            <a:endParaRPr lang="es-ES" sz="2200"/>
          </a:p>
        </p:txBody>
      </p:sp>
      <p:pic>
        <p:nvPicPr>
          <p:cNvPr id="4" name="Imagen 3">
            <a:extLst>
              <a:ext uri="{FF2B5EF4-FFF2-40B4-BE49-F238E27FC236}">
                <a16:creationId xmlns:a16="http://schemas.microsoft.com/office/drawing/2014/main" id="{9917A6B1-08CD-AF50-E69E-72E647FD2F7A}"/>
              </a:ext>
            </a:extLst>
          </p:cNvPr>
          <p:cNvPicPr>
            <a:picLocks noChangeAspect="1"/>
          </p:cNvPicPr>
          <p:nvPr/>
        </p:nvPicPr>
        <p:blipFill rotWithShape="1">
          <a:blip r:embed="rId2"/>
          <a:srcRect l="18593" r="14706"/>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22882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2A8AE8-DEE3-C4EF-1EE6-5FDB6DCB1750}"/>
              </a:ext>
            </a:extLst>
          </p:cNvPr>
          <p:cNvSpPr>
            <a:spLocks noGrp="1"/>
          </p:cNvSpPr>
          <p:nvPr>
            <p:ph type="title"/>
          </p:nvPr>
        </p:nvSpPr>
        <p:spPr>
          <a:xfrm>
            <a:off x="793662" y="386930"/>
            <a:ext cx="10066122" cy="1298448"/>
          </a:xfrm>
        </p:spPr>
        <p:txBody>
          <a:bodyPr anchor="b">
            <a:normAutofit/>
          </a:bodyPr>
          <a:lstStyle/>
          <a:p>
            <a:r>
              <a:rPr lang="es-ES" sz="4800">
                <a:ea typeface="Calibri Light"/>
                <a:cs typeface="Calibri Light"/>
              </a:rPr>
              <a:t>Conectores del panel frontal</a:t>
            </a:r>
            <a:endParaRPr lang="es-ES"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ADEF3F6-6122-7EE7-0617-20C1491408AB}"/>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s-ES" sz="2000">
                <a:ea typeface="Calibri" panose="020F0502020204030204"/>
                <a:cs typeface="Calibri" panose="020F0502020204030204"/>
              </a:rPr>
              <a:t>La placa base incluye cada vez más controladores de periféricos que anteriormente residían en tarjetas separadas. Es el caso del controlador de teclado, de ratón, de unidades de almacenamiento masivo (IDE y SATA habitualmente), de controlador de la disquetera, de los puertos serie, paralelo, USB, infrarrojos, IEEE-1394, del controlador de la red o del sonido.</a:t>
            </a:r>
            <a:endParaRPr lang="es-ES" sz="2000"/>
          </a:p>
        </p:txBody>
      </p:sp>
      <p:pic>
        <p:nvPicPr>
          <p:cNvPr id="5" name="Imagen 4" descr="Texto, Pizarra&#10;&#10;Descripción generada automáticamente">
            <a:extLst>
              <a:ext uri="{FF2B5EF4-FFF2-40B4-BE49-F238E27FC236}">
                <a16:creationId xmlns:a16="http://schemas.microsoft.com/office/drawing/2014/main" id="{4826C1F2-63AC-B071-73BD-262491F28DFA}"/>
              </a:ext>
            </a:extLst>
          </p:cNvPr>
          <p:cNvPicPr>
            <a:picLocks noChangeAspect="1"/>
          </p:cNvPicPr>
          <p:nvPr/>
        </p:nvPicPr>
        <p:blipFill>
          <a:blip r:embed="rId2"/>
          <a:stretch>
            <a:fillRect/>
          </a:stretch>
        </p:blipFill>
        <p:spPr>
          <a:xfrm>
            <a:off x="5911532" y="3549522"/>
            <a:ext cx="5150277" cy="1583710"/>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5191911E-3089-BD15-5E56-6FE444B8533B}"/>
              </a:ext>
            </a:extLst>
          </p:cNvPr>
          <p:cNvSpPr txBox="1"/>
          <p:nvPr/>
        </p:nvSpPr>
        <p:spPr>
          <a:xfrm>
            <a:off x="795130" y="2595217"/>
            <a:ext cx="6924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a:p>
        </p:txBody>
      </p:sp>
      <p:sp>
        <p:nvSpPr>
          <p:cNvPr id="6" name="CuadroTexto 5">
            <a:extLst>
              <a:ext uri="{FF2B5EF4-FFF2-40B4-BE49-F238E27FC236}">
                <a16:creationId xmlns:a16="http://schemas.microsoft.com/office/drawing/2014/main" id="{B759BFC7-53DE-080B-C14E-BF2355632031}"/>
              </a:ext>
            </a:extLst>
          </p:cNvPr>
          <p:cNvSpPr txBox="1"/>
          <p:nvPr/>
        </p:nvSpPr>
        <p:spPr>
          <a:xfrm>
            <a:off x="6737230" y="2452777"/>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Sacar conector: https://www.youtube.com/shorts/j0YwQh0oG_s</a:t>
            </a:r>
            <a:endParaRPr lang="es-ES" dirty="0"/>
          </a:p>
          <a:p>
            <a:endParaRPr lang="en-US" dirty="0">
              <a:ea typeface="Calibri"/>
              <a:cs typeface="Calibri"/>
            </a:endParaRPr>
          </a:p>
        </p:txBody>
      </p:sp>
    </p:spTree>
    <p:extLst>
      <p:ext uri="{BB962C8B-B14F-4D97-AF65-F5344CB8AC3E}">
        <p14:creationId xmlns:p14="http://schemas.microsoft.com/office/powerpoint/2010/main" val="1543948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03114E2-4073-7FBF-6FA3-F3B894DB8410}"/>
              </a:ext>
            </a:extLst>
          </p:cNvPr>
          <p:cNvSpPr>
            <a:spLocks noGrp="1"/>
          </p:cNvSpPr>
          <p:nvPr>
            <p:ph type="title"/>
          </p:nvPr>
        </p:nvSpPr>
        <p:spPr>
          <a:xfrm>
            <a:off x="838201" y="365125"/>
            <a:ext cx="5251316" cy="1807305"/>
          </a:xfrm>
        </p:spPr>
        <p:txBody>
          <a:bodyPr>
            <a:normAutofit/>
          </a:bodyPr>
          <a:lstStyle/>
          <a:p>
            <a:r>
              <a:rPr lang="es-ES">
                <a:ea typeface="Calibri Light"/>
                <a:cs typeface="Calibri Light"/>
              </a:rPr>
              <a:t>Controladores</a:t>
            </a:r>
            <a:endParaRPr lang="es-ES"/>
          </a:p>
        </p:txBody>
      </p:sp>
      <p:sp>
        <p:nvSpPr>
          <p:cNvPr id="3" name="Marcador de contenido 2">
            <a:extLst>
              <a:ext uri="{FF2B5EF4-FFF2-40B4-BE49-F238E27FC236}">
                <a16:creationId xmlns:a16="http://schemas.microsoft.com/office/drawing/2014/main" id="{2E408FDB-B1B5-4F4C-4111-C73641D98A3E}"/>
              </a:ext>
            </a:extLst>
          </p:cNvPr>
          <p:cNvSpPr>
            <a:spLocks noGrp="1"/>
          </p:cNvSpPr>
          <p:nvPr>
            <p:ph idx="1"/>
          </p:nvPr>
        </p:nvSpPr>
        <p:spPr>
          <a:xfrm>
            <a:off x="838200" y="2333297"/>
            <a:ext cx="4619621" cy="3843666"/>
          </a:xfrm>
        </p:spPr>
        <p:txBody>
          <a:bodyPr vert="horz" lIns="91440" tIns="45720" rIns="91440" bIns="45720" rtlCol="0">
            <a:normAutofit/>
          </a:bodyPr>
          <a:lstStyle/>
          <a:p>
            <a:pPr lvl="1"/>
            <a:r>
              <a:rPr lang="es-ES" sz="2000">
                <a:ea typeface="+mn-lt"/>
                <a:cs typeface="+mn-lt"/>
              </a:rPr>
              <a:t>La placa base incluye cada vez más controladores de periféricos que anteriormente residían en tarjetas separadas. Es el caso del controlador de teclado, de ratón, de unidades de almacenamiento masivo (IDE y SATA habitualmente), de controlador de la disquetera, de los puertos serie, paralelo, USB, infrarrojos, IEEE-1394, del controlador de la red o del sonido.</a:t>
            </a:r>
            <a:endParaRPr lang="es-ES" sz="2000">
              <a:ea typeface="Calibri" panose="020F0502020204030204"/>
              <a:cs typeface="Calibri" panose="020F0502020204030204"/>
            </a:endParaRPr>
          </a:p>
          <a:p>
            <a:endParaRPr lang="es-ES" sz="2000">
              <a:ea typeface="Calibri" panose="020F0502020204030204"/>
              <a:cs typeface="Calibri" panose="020F0502020204030204"/>
            </a:endParaRPr>
          </a:p>
        </p:txBody>
      </p:sp>
      <p:pic>
        <p:nvPicPr>
          <p:cNvPr id="5" name="Picture 4" descr="Placa de circuito electrónico con procesador">
            <a:extLst>
              <a:ext uri="{FF2B5EF4-FFF2-40B4-BE49-F238E27FC236}">
                <a16:creationId xmlns:a16="http://schemas.microsoft.com/office/drawing/2014/main" id="{F46B6D29-7AC2-9383-FD63-B23528F3ECFC}"/>
              </a:ext>
            </a:extLst>
          </p:cNvPr>
          <p:cNvPicPr>
            <a:picLocks noChangeAspect="1"/>
          </p:cNvPicPr>
          <p:nvPr/>
        </p:nvPicPr>
        <p:blipFill rotWithShape="1">
          <a:blip r:embed="rId2"/>
          <a:srcRect l="27291" r="14757" b="-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27652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762000" y="1138036"/>
            <a:ext cx="4085665" cy="1402470"/>
          </a:xfrm>
        </p:spPr>
        <p:txBody>
          <a:bodyPr anchor="t">
            <a:normAutofit/>
          </a:bodyPr>
          <a:lstStyle/>
          <a:p>
            <a:r>
              <a:rPr lang="es-ES" sz="3200">
                <a:ea typeface="Calibri Light"/>
                <a:cs typeface="Calibri Light"/>
              </a:rPr>
              <a:t>Microprocesador</a:t>
            </a:r>
            <a:endParaRPr lang="es-ES" sz="3200"/>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762000" y="2551176"/>
            <a:ext cx="4085665" cy="3591207"/>
          </a:xfrm>
        </p:spPr>
        <p:txBody>
          <a:bodyPr vert="horz" lIns="91440" tIns="45720" rIns="91440" bIns="45720" rtlCol="0">
            <a:normAutofit/>
          </a:bodyPr>
          <a:lstStyle/>
          <a:p>
            <a:r>
              <a:rPr lang="es-ES" sz="2000">
                <a:ea typeface="+mn-lt"/>
                <a:cs typeface="+mn-lt"/>
              </a:rPr>
              <a:t>Se encarga de controlar todos los componentes hardware del sistema enviando señales a éstos para ordenar las funciones a realizar. Además realiza las operaciones necesarias para ejecutar los programas</a:t>
            </a:r>
          </a:p>
        </p:txBody>
      </p:sp>
      <p:pic>
        <p:nvPicPr>
          <p:cNvPr id="5" name="Picture 4" descr="CPU con números binarios y placa base">
            <a:extLst>
              <a:ext uri="{FF2B5EF4-FFF2-40B4-BE49-F238E27FC236}">
                <a16:creationId xmlns:a16="http://schemas.microsoft.com/office/drawing/2014/main" id="{E7DD12EC-915C-C8EB-1E2C-1254C020D07B}"/>
              </a:ext>
            </a:extLst>
          </p:cNvPr>
          <p:cNvPicPr>
            <a:picLocks noChangeAspect="1"/>
          </p:cNvPicPr>
          <p:nvPr/>
        </p:nvPicPr>
        <p:blipFill rotWithShape="1">
          <a:blip r:embed="rId2"/>
          <a:srcRect l="26137" r="20211" b="-2"/>
          <a:stretch/>
        </p:blipFill>
        <p:spPr>
          <a:xfrm>
            <a:off x="5650992" y="10"/>
            <a:ext cx="6541008" cy="6857990"/>
          </a:xfrm>
          <a:prstGeom prst="rect">
            <a:avLst/>
          </a:prstGeom>
        </p:spPr>
      </p:pic>
    </p:spTree>
    <p:extLst>
      <p:ext uri="{BB962C8B-B14F-4D97-AF65-F5344CB8AC3E}">
        <p14:creationId xmlns:p14="http://schemas.microsoft.com/office/powerpoint/2010/main" val="3044106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991712" y="425089"/>
            <a:ext cx="3455821" cy="638543"/>
          </a:xfrm>
        </p:spPr>
        <p:txBody>
          <a:bodyPr anchor="b">
            <a:normAutofit/>
          </a:bodyPr>
          <a:lstStyle/>
          <a:p>
            <a:r>
              <a:rPr lang="es-ES" sz="3200">
                <a:ea typeface="Calibri Light"/>
                <a:cs typeface="Calibri Light"/>
              </a:rPr>
              <a:t>Microprocesador</a:t>
            </a:r>
            <a:endParaRPr lang="es-ES" sz="3200"/>
          </a:p>
        </p:txBody>
      </p: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991712" y="1368910"/>
            <a:ext cx="3455821" cy="3447832"/>
          </a:xfrm>
        </p:spPr>
        <p:txBody>
          <a:bodyPr vert="horz" lIns="91440" tIns="45720" rIns="91440" bIns="45720" rtlCol="0" anchor="t">
            <a:normAutofit/>
          </a:bodyPr>
          <a:lstStyle/>
          <a:p>
            <a:r>
              <a:rPr lang="es-ES" sz="2000">
                <a:ea typeface="+mn-lt"/>
                <a:cs typeface="+mn-lt"/>
              </a:rPr>
              <a:t>Un microprocesador es en esencia una CPU en un circuito de PCB (</a:t>
            </a:r>
            <a:r>
              <a:rPr lang="es-ES" sz="2000" err="1">
                <a:ea typeface="+mn-lt"/>
                <a:cs typeface="+mn-lt"/>
              </a:rPr>
              <a:t>Printed</a:t>
            </a:r>
            <a:r>
              <a:rPr lang="es-ES" sz="2000">
                <a:ea typeface="+mn-lt"/>
                <a:cs typeface="+mn-lt"/>
              </a:rPr>
              <a:t> </a:t>
            </a:r>
            <a:r>
              <a:rPr lang="es-ES" sz="2000" err="1">
                <a:ea typeface="+mn-lt"/>
                <a:cs typeface="+mn-lt"/>
              </a:rPr>
              <a:t>Circuit</a:t>
            </a:r>
            <a:r>
              <a:rPr lang="es-ES" sz="2000">
                <a:ea typeface="+mn-lt"/>
                <a:cs typeface="+mn-lt"/>
              </a:rPr>
              <a:t> </a:t>
            </a:r>
            <a:r>
              <a:rPr lang="es-ES" sz="2000" err="1">
                <a:ea typeface="+mn-lt"/>
                <a:cs typeface="+mn-lt"/>
              </a:rPr>
              <a:t>Board</a:t>
            </a:r>
            <a:r>
              <a:rPr lang="es-ES" sz="2000">
                <a:ea typeface="+mn-lt"/>
                <a:cs typeface="+mn-lt"/>
              </a:rPr>
              <a:t>, circuito impreso)</a:t>
            </a:r>
          </a:p>
        </p:txBody>
      </p:sp>
      <p:grpSp>
        <p:nvGrpSpPr>
          <p:cNvPr id="14" name="Group 13">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5" name="Rectangle 14">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Elementos multimedia en línea 3" title="Cómo Se Hace Un MICROPROCESADOR? [Proceso En Fábrica]">
            <a:hlinkClick r:id="" action="ppaction://media"/>
            <a:extLst>
              <a:ext uri="{FF2B5EF4-FFF2-40B4-BE49-F238E27FC236}">
                <a16:creationId xmlns:a16="http://schemas.microsoft.com/office/drawing/2014/main" id="{28879CDB-879A-5784-D600-A5830AF1155B}"/>
              </a:ext>
            </a:extLst>
          </p:cNvPr>
          <p:cNvPicPr>
            <a:picLocks noRot="1" noChangeAspect="1"/>
          </p:cNvPicPr>
          <p:nvPr>
            <a:videoFile r:link="rId1"/>
          </p:nvPr>
        </p:nvPicPr>
        <p:blipFill>
          <a:blip r:embed="rId4"/>
          <a:stretch>
            <a:fillRect/>
          </a:stretch>
        </p:blipFill>
        <p:spPr>
          <a:xfrm>
            <a:off x="6091208" y="3516582"/>
            <a:ext cx="4064000" cy="2628420"/>
          </a:xfrm>
          <a:prstGeom prst="rect">
            <a:avLst/>
          </a:prstGeom>
        </p:spPr>
      </p:pic>
      <p:pic>
        <p:nvPicPr>
          <p:cNvPr id="6" name="Elementos multimedia en línea 5" title="From Sand to Silicon: the Making of a Chip | Intel">
            <a:hlinkClick r:id="" action="ppaction://media"/>
            <a:extLst>
              <a:ext uri="{FF2B5EF4-FFF2-40B4-BE49-F238E27FC236}">
                <a16:creationId xmlns:a16="http://schemas.microsoft.com/office/drawing/2014/main" id="{D5B1E027-DA7B-2E50-C17B-E643C5689C1A}"/>
              </a:ext>
            </a:extLst>
          </p:cNvPr>
          <p:cNvPicPr>
            <a:picLocks noRot="1" noChangeAspect="1"/>
          </p:cNvPicPr>
          <p:nvPr>
            <a:videoFile r:link="rId2"/>
          </p:nvPr>
        </p:nvPicPr>
        <p:blipFill>
          <a:blip r:embed="rId5"/>
          <a:stretch>
            <a:fillRect/>
          </a:stretch>
        </p:blipFill>
        <p:spPr>
          <a:xfrm>
            <a:off x="1533585" y="3516582"/>
            <a:ext cx="3733320" cy="2599666"/>
          </a:xfrm>
          <a:prstGeom prst="rect">
            <a:avLst/>
          </a:prstGeom>
        </p:spPr>
      </p:pic>
    </p:spTree>
    <p:extLst>
      <p:ext uri="{BB962C8B-B14F-4D97-AF65-F5344CB8AC3E}">
        <p14:creationId xmlns:p14="http://schemas.microsoft.com/office/powerpoint/2010/main" val="4078537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762000" y="1138036"/>
            <a:ext cx="4085665" cy="1402470"/>
          </a:xfrm>
        </p:spPr>
        <p:txBody>
          <a:bodyPr anchor="t">
            <a:normAutofit/>
          </a:bodyPr>
          <a:lstStyle/>
          <a:p>
            <a:r>
              <a:rPr lang="es-ES" sz="3200">
                <a:ea typeface="Calibri Light"/>
                <a:cs typeface="Calibri Light"/>
              </a:rPr>
              <a:t>Microprocesador</a:t>
            </a:r>
            <a:endParaRPr lang="es-ES" sz="3200"/>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762000" y="2551176"/>
            <a:ext cx="4085665" cy="3591207"/>
          </a:xfrm>
        </p:spPr>
        <p:txBody>
          <a:bodyPr vert="horz" lIns="91440" tIns="45720" rIns="91440" bIns="45720" rtlCol="0" anchor="t">
            <a:normAutofit fontScale="92500" lnSpcReduction="10000"/>
          </a:bodyPr>
          <a:lstStyle/>
          <a:p>
            <a:r>
              <a:rPr lang="es-ES" sz="2000">
                <a:ea typeface="+mn-lt"/>
                <a:cs typeface="+mn-lt"/>
              </a:rPr>
              <a:t>Actualmente se buscan alternativas al silicio debido a que ya no se pueden integrar más componentes en el espacio que ocupa una CPU. Se ha optado por el paralelismo, duplicando, triplicando, etc., el número de CPU de un mismo micro, consiguiendo así ordenadores cada vez más rápidos pero no es posible aumentar aún más la velocidad de una CPU. Se están investigando nuevos materiales a usar, formas de innovar para conseguir nuevos equipos basados en arquitecturas alternativas.</a:t>
            </a:r>
            <a:endParaRPr lang="es-ES">
              <a:ea typeface="+mn-lt"/>
              <a:cs typeface="+mn-lt"/>
            </a:endParaRPr>
          </a:p>
        </p:txBody>
      </p:sp>
      <p:pic>
        <p:nvPicPr>
          <p:cNvPr id="5" name="Picture 4" descr="CPU con números binarios y placa base">
            <a:extLst>
              <a:ext uri="{FF2B5EF4-FFF2-40B4-BE49-F238E27FC236}">
                <a16:creationId xmlns:a16="http://schemas.microsoft.com/office/drawing/2014/main" id="{E7DD12EC-915C-C8EB-1E2C-1254C020D07B}"/>
              </a:ext>
            </a:extLst>
          </p:cNvPr>
          <p:cNvPicPr>
            <a:picLocks noChangeAspect="1"/>
          </p:cNvPicPr>
          <p:nvPr/>
        </p:nvPicPr>
        <p:blipFill rotWithShape="1">
          <a:blip r:embed="rId2"/>
          <a:srcRect l="26137" r="20211" b="-2"/>
          <a:stretch/>
        </p:blipFill>
        <p:spPr>
          <a:xfrm>
            <a:off x="5650992" y="10"/>
            <a:ext cx="6541008" cy="6857990"/>
          </a:xfrm>
          <a:prstGeom prst="rect">
            <a:avLst/>
          </a:prstGeom>
        </p:spPr>
      </p:pic>
    </p:spTree>
    <p:extLst>
      <p:ext uri="{BB962C8B-B14F-4D97-AF65-F5344CB8AC3E}">
        <p14:creationId xmlns:p14="http://schemas.microsoft.com/office/powerpoint/2010/main" val="2920928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838201" y="365125"/>
            <a:ext cx="5251316" cy="1807305"/>
          </a:xfrm>
        </p:spPr>
        <p:txBody>
          <a:bodyPr>
            <a:normAutofit/>
          </a:bodyPr>
          <a:lstStyle/>
          <a:p>
            <a:r>
              <a:rPr lang="es-ES">
                <a:ea typeface="Calibri Light"/>
                <a:cs typeface="Calibri Light"/>
              </a:rPr>
              <a:t>Microprocesador. Funciones</a:t>
            </a:r>
            <a:endParaRPr lang="es-ES"/>
          </a:p>
        </p:txBody>
      </p: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838200" y="2333297"/>
            <a:ext cx="4619621" cy="4605666"/>
          </a:xfrm>
        </p:spPr>
        <p:txBody>
          <a:bodyPr vert="horz" lIns="91440" tIns="45720" rIns="91440" bIns="45720" rtlCol="0" anchor="t">
            <a:normAutofit fontScale="77500" lnSpcReduction="20000"/>
          </a:bodyPr>
          <a:lstStyle/>
          <a:p>
            <a:pPr marL="114300" lvl="2" indent="-57150"/>
            <a:r>
              <a:rPr lang="es-ES" sz="2800">
                <a:ea typeface="+mn-lt"/>
                <a:cs typeface="+mn-lt"/>
              </a:rPr>
              <a:t>Almacenar temporalmente las instrucciones que se extraen de la memoria principal.</a:t>
            </a:r>
            <a:endParaRPr lang="es-ES">
              <a:ea typeface="Calibri"/>
              <a:cs typeface="Calibri"/>
            </a:endParaRPr>
          </a:p>
          <a:p>
            <a:pPr marL="114300" lvl="2" indent="-57150"/>
            <a:r>
              <a:rPr lang="es-ES" sz="2800">
                <a:ea typeface="+mn-lt"/>
                <a:cs typeface="+mn-lt"/>
              </a:rPr>
              <a:t>Decodifica estas instrucciones, extrayendo el código de operación y dando las órdenes oportunas al resto de circuitos (internos de microprocesador o externos a este) para que dicha operación se realice.</a:t>
            </a:r>
          </a:p>
          <a:p>
            <a:pPr marL="114300" lvl="2" indent="-57150"/>
            <a:r>
              <a:rPr lang="es-ES" sz="2800">
                <a:ea typeface="+mn-lt"/>
                <a:cs typeface="+mn-lt"/>
              </a:rPr>
              <a:t>Genera los pulsos o secuencias de tiempo necesarios para que las instrucciones y órdenes se lleven a cabo síncronamente.</a:t>
            </a:r>
          </a:p>
          <a:p>
            <a:pPr marL="114300" lvl="2" indent="-57150"/>
            <a:r>
              <a:rPr lang="es-ES" sz="2800">
                <a:ea typeface="+mn-lt"/>
                <a:cs typeface="+mn-lt"/>
              </a:rPr>
              <a:t>Efectúa las operaciones aritmético-lógicas que anteriormente se han decodificado.</a:t>
            </a:r>
          </a:p>
        </p:txBody>
      </p:sp>
      <p:pic>
        <p:nvPicPr>
          <p:cNvPr id="5" name="Picture 4" descr="CPU con números binarios y placa base">
            <a:extLst>
              <a:ext uri="{FF2B5EF4-FFF2-40B4-BE49-F238E27FC236}">
                <a16:creationId xmlns:a16="http://schemas.microsoft.com/office/drawing/2014/main" id="{E7DD12EC-915C-C8EB-1E2C-1254C020D07B}"/>
              </a:ext>
            </a:extLst>
          </p:cNvPr>
          <p:cNvPicPr>
            <a:picLocks noChangeAspect="1"/>
          </p:cNvPicPr>
          <p:nvPr/>
        </p:nvPicPr>
        <p:blipFill rotWithShape="1">
          <a:blip r:embed="rId2"/>
          <a:srcRect l="29010" r="2208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10234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838201" y="365125"/>
            <a:ext cx="5251316" cy="1807305"/>
          </a:xfrm>
        </p:spPr>
        <p:txBody>
          <a:bodyPr>
            <a:normAutofit/>
          </a:bodyPr>
          <a:lstStyle/>
          <a:p>
            <a:r>
              <a:rPr lang="es-ES">
                <a:ea typeface="Calibri Light"/>
                <a:cs typeface="Calibri Light"/>
              </a:rPr>
              <a:t>Microprocesador. Funciones</a:t>
            </a:r>
            <a:endParaRPr lang="es-ES"/>
          </a:p>
        </p:txBody>
      </p: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838200" y="2333297"/>
            <a:ext cx="4619621" cy="4605666"/>
          </a:xfrm>
        </p:spPr>
        <p:txBody>
          <a:bodyPr vert="horz" lIns="91440" tIns="45720" rIns="91440" bIns="45720" rtlCol="0" anchor="t">
            <a:normAutofit fontScale="92500" lnSpcReduction="10000"/>
          </a:bodyPr>
          <a:lstStyle/>
          <a:p>
            <a:pPr marL="114300" indent="-57150">
              <a:lnSpc>
                <a:spcPct val="70000"/>
              </a:lnSpc>
            </a:pPr>
            <a:r>
              <a:rPr lang="es-ES" dirty="0">
                <a:ea typeface="+mn-lt"/>
                <a:cs typeface="+mn-lt"/>
              </a:rPr>
              <a:t>Además el microprocesador dispone de una serie de elementos funcionales </a:t>
            </a:r>
            <a:r>
              <a:rPr lang="es-ES" sz="2800" dirty="0">
                <a:ea typeface="+mn-lt"/>
                <a:cs typeface="+mn-lt"/>
              </a:rPr>
              <a:t>que </a:t>
            </a:r>
            <a:r>
              <a:rPr lang="es-ES" dirty="0">
                <a:ea typeface="+mn-lt"/>
                <a:cs typeface="+mn-lt"/>
              </a:rPr>
              <a:t>le proporciona una mayor potencia, por ejemplo:</a:t>
            </a:r>
            <a:br>
              <a:rPr lang="en-US" dirty="0"/>
            </a:br>
            <a:endParaRPr lang="en-US">
              <a:ea typeface="Calibri" panose="020F0502020204030204"/>
              <a:cs typeface="Calibri" panose="020F0502020204030204"/>
            </a:endParaRPr>
          </a:p>
          <a:p>
            <a:pPr marL="114300" lvl="2" indent="-57150">
              <a:lnSpc>
                <a:spcPct val="70000"/>
              </a:lnSpc>
            </a:pPr>
            <a:endParaRPr lang="es-ES"/>
          </a:p>
          <a:p>
            <a:pPr marL="114300" lvl="2" indent="-57150">
              <a:lnSpc>
                <a:spcPct val="70000"/>
              </a:lnSpc>
            </a:pPr>
            <a:r>
              <a:rPr lang="es-ES" sz="2800" dirty="0">
                <a:ea typeface="+mn-lt"/>
                <a:cs typeface="+mn-lt"/>
              </a:rPr>
              <a:t>Unidad de coma flotante (FPU, </a:t>
            </a:r>
            <a:r>
              <a:rPr lang="es-ES" sz="2800" dirty="0" err="1">
                <a:ea typeface="+mn-lt"/>
                <a:cs typeface="+mn-lt"/>
              </a:rPr>
              <a:t>Float</a:t>
            </a:r>
            <a:r>
              <a:rPr lang="es-ES" sz="2800" dirty="0">
                <a:ea typeface="+mn-lt"/>
                <a:cs typeface="+mn-lt"/>
              </a:rPr>
              <a:t> Point </a:t>
            </a:r>
            <a:r>
              <a:rPr lang="es-ES" sz="2800" dirty="0" err="1">
                <a:ea typeface="+mn-lt"/>
                <a:cs typeface="+mn-lt"/>
              </a:rPr>
              <a:t>Unit</a:t>
            </a:r>
            <a:r>
              <a:rPr lang="es-ES" sz="2800" dirty="0">
                <a:ea typeface="+mn-lt"/>
                <a:cs typeface="+mn-lt"/>
              </a:rPr>
              <a:t>).</a:t>
            </a:r>
            <a:endParaRPr lang="es-ES" dirty="0"/>
          </a:p>
          <a:p>
            <a:pPr marL="114300" lvl="2" indent="-57150">
              <a:lnSpc>
                <a:spcPct val="70000"/>
              </a:lnSpc>
            </a:pPr>
            <a:endParaRPr lang="es-ES"/>
          </a:p>
          <a:p>
            <a:pPr marL="114300" lvl="2" indent="-57150">
              <a:lnSpc>
                <a:spcPct val="70000"/>
              </a:lnSpc>
            </a:pPr>
            <a:r>
              <a:rPr lang="es-ES" sz="2800" dirty="0">
                <a:ea typeface="+mn-lt"/>
                <a:cs typeface="+mn-lt"/>
              </a:rPr>
              <a:t>Unidad de gestión de memoria (MMU, </a:t>
            </a:r>
            <a:r>
              <a:rPr lang="es-ES" sz="2800" dirty="0" err="1">
                <a:ea typeface="+mn-lt"/>
                <a:cs typeface="+mn-lt"/>
              </a:rPr>
              <a:t>Memory</a:t>
            </a:r>
            <a:r>
              <a:rPr lang="es-ES" sz="2800" dirty="0">
                <a:ea typeface="+mn-lt"/>
                <a:cs typeface="+mn-lt"/>
              </a:rPr>
              <a:t> Management </a:t>
            </a:r>
            <a:r>
              <a:rPr lang="es-ES" sz="2800" dirty="0" err="1">
                <a:ea typeface="+mn-lt"/>
                <a:cs typeface="+mn-lt"/>
              </a:rPr>
              <a:t>Unit</a:t>
            </a:r>
            <a:r>
              <a:rPr lang="es-ES" sz="2800" dirty="0">
                <a:ea typeface="+mn-lt"/>
                <a:cs typeface="+mn-lt"/>
              </a:rPr>
              <a:t>)</a:t>
            </a:r>
            <a:endParaRPr lang="es-ES" dirty="0"/>
          </a:p>
          <a:p>
            <a:pPr marL="114300" lvl="2" indent="-57150">
              <a:lnSpc>
                <a:spcPct val="70000"/>
              </a:lnSpc>
            </a:pPr>
            <a:endParaRPr lang="es-ES"/>
          </a:p>
          <a:p>
            <a:pPr marL="114300" lvl="2" indent="-57150">
              <a:lnSpc>
                <a:spcPct val="70000"/>
              </a:lnSpc>
            </a:pPr>
            <a:r>
              <a:rPr lang="es-ES" sz="2800" dirty="0">
                <a:ea typeface="+mn-lt"/>
                <a:cs typeface="+mn-lt"/>
              </a:rPr>
              <a:t>Diferentes niveles de caché L1, L2 y actualmente L3.</a:t>
            </a:r>
            <a:endParaRPr lang="es-ES" dirty="0"/>
          </a:p>
          <a:p>
            <a:pPr marL="114300" lvl="2" indent="-57150"/>
            <a:endParaRPr lang="es-ES" sz="2800">
              <a:ea typeface="Calibri"/>
              <a:cs typeface="Calibri"/>
            </a:endParaRPr>
          </a:p>
        </p:txBody>
      </p:sp>
      <p:pic>
        <p:nvPicPr>
          <p:cNvPr id="5" name="Picture 4" descr="CPU con números binarios y placa base">
            <a:extLst>
              <a:ext uri="{FF2B5EF4-FFF2-40B4-BE49-F238E27FC236}">
                <a16:creationId xmlns:a16="http://schemas.microsoft.com/office/drawing/2014/main" id="{E7DD12EC-915C-C8EB-1E2C-1254C020D07B}"/>
              </a:ext>
            </a:extLst>
          </p:cNvPr>
          <p:cNvPicPr>
            <a:picLocks noChangeAspect="1"/>
          </p:cNvPicPr>
          <p:nvPr/>
        </p:nvPicPr>
        <p:blipFill rotWithShape="1">
          <a:blip r:embed="rId2"/>
          <a:srcRect l="29010" r="2208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97796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838201" y="365125"/>
            <a:ext cx="5251316" cy="1807305"/>
          </a:xfrm>
        </p:spPr>
        <p:txBody>
          <a:bodyPr>
            <a:normAutofit fontScale="90000"/>
          </a:bodyPr>
          <a:lstStyle/>
          <a:p>
            <a:r>
              <a:rPr lang="es-ES">
                <a:ea typeface="Calibri Light"/>
                <a:cs typeface="Calibri Light"/>
              </a:rPr>
              <a:t>Microprocesador. Características. Frecuencia de reloj</a:t>
            </a:r>
            <a:endParaRPr lang="es-ES"/>
          </a:p>
        </p:txBody>
      </p: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838200" y="2333297"/>
            <a:ext cx="4619621" cy="4605666"/>
          </a:xfrm>
        </p:spPr>
        <p:txBody>
          <a:bodyPr vert="horz" lIns="91440" tIns="45720" rIns="91440" bIns="45720" rtlCol="0" anchor="t">
            <a:normAutofit/>
          </a:bodyPr>
          <a:lstStyle/>
          <a:p>
            <a:pPr marL="114300" indent="-57150">
              <a:lnSpc>
                <a:spcPct val="70000"/>
              </a:lnSpc>
            </a:pPr>
            <a:endParaRPr lang="es-ES">
              <a:ea typeface="Calibri"/>
              <a:cs typeface="Calibri"/>
            </a:endParaRPr>
          </a:p>
          <a:p>
            <a:pPr marL="114300" lvl="2" indent="-57150"/>
            <a:endParaRPr lang="es-ES" sz="2800">
              <a:ea typeface="Calibri"/>
              <a:cs typeface="Calibri"/>
            </a:endParaRPr>
          </a:p>
        </p:txBody>
      </p:sp>
      <p:graphicFrame>
        <p:nvGraphicFramePr>
          <p:cNvPr id="6" name="Tabla 5">
            <a:extLst>
              <a:ext uri="{FF2B5EF4-FFF2-40B4-BE49-F238E27FC236}">
                <a16:creationId xmlns:a16="http://schemas.microsoft.com/office/drawing/2014/main" id="{087FBC93-61B8-CD05-FB16-303EE1815605}"/>
              </a:ext>
            </a:extLst>
          </p:cNvPr>
          <p:cNvGraphicFramePr>
            <a:graphicFrameLocks noGrp="1"/>
          </p:cNvGraphicFramePr>
          <p:nvPr>
            <p:extLst>
              <p:ext uri="{D42A27DB-BD31-4B8C-83A1-F6EECF244321}">
                <p14:modId xmlns:p14="http://schemas.microsoft.com/office/powerpoint/2010/main" val="2701573087"/>
              </p:ext>
            </p:extLst>
          </p:nvPr>
        </p:nvGraphicFramePr>
        <p:xfrm>
          <a:off x="6097797" y="1276290"/>
          <a:ext cx="3619500" cy="1746250"/>
        </p:xfrm>
        <a:graphic>
          <a:graphicData uri="http://schemas.openxmlformats.org/drawingml/2006/table">
            <a:tbl>
              <a:tblPr firstRow="1" firstCol="1" lastRow="1" lastCol="1" bandRow="1" bandCol="1">
                <a:tableStyleId>{5C22544A-7EE6-4342-B048-85BDC9FD1C3A}</a:tableStyleId>
              </a:tblPr>
              <a:tblGrid>
                <a:gridCol w="1207135">
                  <a:extLst>
                    <a:ext uri="{9D8B030D-6E8A-4147-A177-3AD203B41FA5}">
                      <a16:colId xmlns:a16="http://schemas.microsoft.com/office/drawing/2014/main" val="412748399"/>
                    </a:ext>
                  </a:extLst>
                </a:gridCol>
                <a:gridCol w="1205230">
                  <a:extLst>
                    <a:ext uri="{9D8B030D-6E8A-4147-A177-3AD203B41FA5}">
                      <a16:colId xmlns:a16="http://schemas.microsoft.com/office/drawing/2014/main" val="1737857630"/>
                    </a:ext>
                  </a:extLst>
                </a:gridCol>
                <a:gridCol w="1207135">
                  <a:extLst>
                    <a:ext uri="{9D8B030D-6E8A-4147-A177-3AD203B41FA5}">
                      <a16:colId xmlns:a16="http://schemas.microsoft.com/office/drawing/2014/main" val="76520270"/>
                    </a:ext>
                  </a:extLst>
                </a:gridCol>
              </a:tblGrid>
              <a:tr h="296545">
                <a:tc>
                  <a:txBody>
                    <a:bodyPr/>
                    <a:lstStyle/>
                    <a:p>
                      <a:pPr marL="205105" marR="196215">
                        <a:lnSpc>
                          <a:spcPts val="1255"/>
                        </a:lnSpc>
                        <a:spcAft>
                          <a:spcPts val="0"/>
                        </a:spcAft>
                      </a:pPr>
                      <a:r>
                        <a:rPr lang="es-ES">
                          <a:effectLst/>
                        </a:rPr>
                        <a:t>1000</a:t>
                      </a:r>
                      <a:r>
                        <a:rPr lang="es-ES" spc="-5">
                          <a:effectLst/>
                        </a:rPr>
                        <a:t> </a:t>
                      </a:r>
                      <a:r>
                        <a:rPr lang="es-ES">
                          <a:effectLst/>
                        </a:rPr>
                        <a:t>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1480" algn="l">
                        <a:lnSpc>
                          <a:spcPts val="1255"/>
                        </a:lnSpc>
                      </a:pPr>
                      <a:r>
                        <a:rPr lang="es-ES">
                          <a:effectLst/>
                        </a:rPr>
                        <a:t>1</a:t>
                      </a:r>
                      <a:r>
                        <a:rPr lang="es-ES" spc="-5">
                          <a:effectLst/>
                        </a:rPr>
                        <a:t> </a:t>
                      </a:r>
                      <a:r>
                        <a:rPr lang="es-ES">
                          <a:effectLst/>
                        </a:rPr>
                        <a:t>KHz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5105" marR="196215">
                        <a:lnSpc>
                          <a:spcPts val="1255"/>
                        </a:lnSpc>
                        <a:spcAft>
                          <a:spcPts val="0"/>
                        </a:spcAft>
                      </a:pPr>
                      <a:r>
                        <a:rPr lang="es-ES">
                          <a:effectLst/>
                        </a:rPr>
                        <a:t>Kilohertzio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135706"/>
                  </a:ext>
                </a:extLst>
              </a:tr>
              <a:tr h="290195">
                <a:tc>
                  <a:txBody>
                    <a:bodyPr/>
                    <a:lstStyle/>
                    <a:p>
                      <a:pPr marL="203200" marR="196215">
                        <a:lnSpc>
                          <a:spcPts val="1250"/>
                        </a:lnSpc>
                        <a:spcAft>
                          <a:spcPts val="0"/>
                        </a:spcAft>
                      </a:pPr>
                      <a:r>
                        <a:rPr lang="es-ES">
                          <a:effectLst/>
                        </a:rPr>
                        <a:t>1000</a:t>
                      </a:r>
                      <a:r>
                        <a:rPr lang="es-ES" spc="-5">
                          <a:effectLst/>
                        </a:rPr>
                        <a:t> </a:t>
                      </a:r>
                      <a:r>
                        <a:rPr lang="es-ES">
                          <a:effectLst/>
                        </a:rPr>
                        <a:t>KHz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98780" algn="l">
                        <a:lnSpc>
                          <a:spcPts val="1250"/>
                        </a:lnSpc>
                      </a:pPr>
                      <a:r>
                        <a:rPr lang="es-ES">
                          <a:effectLst/>
                        </a:rPr>
                        <a:t>1</a:t>
                      </a:r>
                      <a:r>
                        <a:rPr lang="es-ES" spc="-5">
                          <a:effectLst/>
                        </a:rPr>
                        <a:t> </a:t>
                      </a:r>
                      <a:r>
                        <a:rPr lang="es-ES">
                          <a:effectLst/>
                        </a:rPr>
                        <a:t>MHz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6375" marR="196215">
                        <a:lnSpc>
                          <a:spcPts val="1250"/>
                        </a:lnSpc>
                        <a:spcAft>
                          <a:spcPts val="0"/>
                        </a:spcAft>
                      </a:pPr>
                      <a:r>
                        <a:rPr lang="es-ES">
                          <a:effectLst/>
                        </a:rPr>
                        <a:t>Megahertzio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2288989"/>
                  </a:ext>
                </a:extLst>
              </a:tr>
              <a:tr h="296545">
                <a:tc>
                  <a:txBody>
                    <a:bodyPr/>
                    <a:lstStyle/>
                    <a:p>
                      <a:pPr marL="204470" marR="196215">
                        <a:lnSpc>
                          <a:spcPts val="1250"/>
                        </a:lnSpc>
                        <a:spcAft>
                          <a:spcPts val="0"/>
                        </a:spcAft>
                      </a:pPr>
                      <a:r>
                        <a:rPr lang="es-ES">
                          <a:effectLst/>
                        </a:rPr>
                        <a:t>1000</a:t>
                      </a:r>
                      <a:r>
                        <a:rPr lang="es-ES" spc="-5">
                          <a:effectLst/>
                        </a:rPr>
                        <a:t> </a:t>
                      </a:r>
                      <a:r>
                        <a:rPr lang="es-ES">
                          <a:effectLst/>
                        </a:rPr>
                        <a:t>MHz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03860" algn="l">
                        <a:lnSpc>
                          <a:spcPts val="1250"/>
                        </a:lnSpc>
                      </a:pPr>
                      <a:r>
                        <a:rPr lang="es-ES">
                          <a:effectLst/>
                        </a:rPr>
                        <a:t>1 GHz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4470" marR="196215">
                        <a:lnSpc>
                          <a:spcPts val="1250"/>
                        </a:lnSpc>
                        <a:spcAft>
                          <a:spcPts val="0"/>
                        </a:spcAft>
                      </a:pPr>
                      <a:r>
                        <a:rPr lang="es-ES">
                          <a:effectLst/>
                        </a:rPr>
                        <a:t>Gigahertzio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364222"/>
                  </a:ext>
                </a:extLst>
              </a:tr>
              <a:tr h="296545">
                <a:tc>
                  <a:txBody>
                    <a:bodyPr/>
                    <a:lstStyle/>
                    <a:p>
                      <a:pPr marL="204470" marR="196215">
                        <a:lnSpc>
                          <a:spcPts val="1250"/>
                        </a:lnSpc>
                        <a:spcAft>
                          <a:spcPts val="0"/>
                        </a:spcAft>
                      </a:pPr>
                      <a:r>
                        <a:rPr lang="es-ES">
                          <a:effectLst/>
                        </a:rPr>
                        <a:t>1000 GHz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5925" algn="l">
                        <a:lnSpc>
                          <a:spcPts val="1250"/>
                        </a:lnSpc>
                      </a:pPr>
                      <a:r>
                        <a:rPr lang="es-ES">
                          <a:effectLst/>
                        </a:rPr>
                        <a:t>1</a:t>
                      </a:r>
                      <a:r>
                        <a:rPr lang="es-ES" spc="-10">
                          <a:effectLst/>
                        </a:rPr>
                        <a:t> </a:t>
                      </a:r>
                      <a:r>
                        <a:rPr lang="es-ES">
                          <a:effectLst/>
                        </a:rPr>
                        <a:t>THz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5105" marR="196215">
                        <a:lnSpc>
                          <a:spcPts val="1250"/>
                        </a:lnSpc>
                        <a:spcAft>
                          <a:spcPts val="0"/>
                        </a:spcAft>
                      </a:pPr>
                      <a:r>
                        <a:rPr lang="es-ES">
                          <a:effectLst/>
                        </a:rPr>
                        <a:t>Terahertzio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124221"/>
                  </a:ext>
                </a:extLst>
              </a:tr>
              <a:tr h="296545">
                <a:tc>
                  <a:txBody>
                    <a:bodyPr/>
                    <a:lstStyle/>
                    <a:p>
                      <a:pPr marL="205105" marR="196215">
                        <a:lnSpc>
                          <a:spcPts val="1250"/>
                        </a:lnSpc>
                        <a:spcAft>
                          <a:spcPts val="0"/>
                        </a:spcAft>
                      </a:pPr>
                      <a:r>
                        <a:rPr lang="es-ES">
                          <a:effectLst/>
                        </a:rPr>
                        <a:t>1000</a:t>
                      </a:r>
                      <a:r>
                        <a:rPr lang="es-ES" spc="-10">
                          <a:effectLst/>
                        </a:rPr>
                        <a:t> </a:t>
                      </a:r>
                      <a:r>
                        <a:rPr lang="es-ES">
                          <a:effectLst/>
                        </a:rPr>
                        <a:t>THz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11480" algn="l">
                        <a:lnSpc>
                          <a:spcPts val="1250"/>
                        </a:lnSpc>
                      </a:pPr>
                      <a:r>
                        <a:rPr lang="es-ES">
                          <a:effectLst/>
                        </a:rPr>
                        <a:t>1</a:t>
                      </a:r>
                      <a:r>
                        <a:rPr lang="es-ES" spc="-5">
                          <a:effectLst/>
                        </a:rPr>
                        <a:t> </a:t>
                      </a:r>
                      <a:r>
                        <a:rPr lang="es-ES">
                          <a:effectLst/>
                        </a:rPr>
                        <a:t>PHz</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6375" marR="196215">
                        <a:lnSpc>
                          <a:spcPts val="1250"/>
                        </a:lnSpc>
                        <a:spcAft>
                          <a:spcPts val="0"/>
                        </a:spcAft>
                      </a:pPr>
                      <a:r>
                        <a:rPr lang="es-ES">
                          <a:effectLst/>
                        </a:rPr>
                        <a:t>Petahertzio</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6350678"/>
                  </a:ext>
                </a:extLst>
              </a:tr>
            </a:tbl>
          </a:graphicData>
        </a:graphic>
      </p:graphicFrame>
      <p:sp>
        <p:nvSpPr>
          <p:cNvPr id="7" name="CuadroTexto 6">
            <a:extLst>
              <a:ext uri="{FF2B5EF4-FFF2-40B4-BE49-F238E27FC236}">
                <a16:creationId xmlns:a16="http://schemas.microsoft.com/office/drawing/2014/main" id="{2BFC321C-98BB-4C83-E716-DA6C51A84BC3}"/>
              </a:ext>
            </a:extLst>
          </p:cNvPr>
          <p:cNvSpPr txBox="1"/>
          <p:nvPr/>
        </p:nvSpPr>
        <p:spPr>
          <a:xfrm>
            <a:off x="2050212" y="3430438"/>
            <a:ext cx="8120331" cy="26622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t>Uno de los principales elementos de la UC es el reloj que da</a:t>
            </a:r>
            <a:r>
              <a:rPr lang="en-US" spc="5"/>
              <a:t> </a:t>
            </a:r>
            <a:r>
              <a:rPr lang="en-US"/>
              <a:t>los intervalos necesarios por los que se ejecutan en tiempo las instrucciones. La</a:t>
            </a:r>
            <a:r>
              <a:rPr lang="en-US" spc="5"/>
              <a:t> </a:t>
            </a:r>
            <a:r>
              <a:rPr lang="en-US"/>
              <a:t>frecuencia de reloj indica el número de ciclos que el reloj marca en un segundo.</a:t>
            </a:r>
            <a:r>
              <a:rPr lang="en-US" spc="5"/>
              <a:t> </a:t>
            </a:r>
            <a:r>
              <a:rPr lang="en-US"/>
              <a:t>También se denomina ciclos máquina por segundo. La frecuencia es medida en</a:t>
            </a:r>
            <a:r>
              <a:rPr lang="en-US" spc="5"/>
              <a:t> </a:t>
            </a:r>
            <a:r>
              <a:rPr lang="en-US" b="1">
                <a:latin typeface="Arial"/>
                <a:cs typeface="Arial"/>
              </a:rPr>
              <a:t>hertzios</a:t>
            </a:r>
            <a:r>
              <a:rPr lang="en-US"/>
              <a:t>,</a:t>
            </a:r>
            <a:r>
              <a:rPr lang="en-US" spc="-10"/>
              <a:t> </a:t>
            </a:r>
            <a:r>
              <a:rPr lang="en-US"/>
              <a:t>indicando esta</a:t>
            </a:r>
            <a:r>
              <a:rPr lang="en-US" spc="-20"/>
              <a:t> </a:t>
            </a:r>
            <a:r>
              <a:rPr lang="en-US"/>
              <a:t>medida el</a:t>
            </a:r>
            <a:r>
              <a:rPr lang="en-US" spc="-10"/>
              <a:t> </a:t>
            </a:r>
            <a:r>
              <a:rPr lang="en-US"/>
              <a:t>número</a:t>
            </a:r>
            <a:r>
              <a:rPr lang="en-US" spc="-10"/>
              <a:t> </a:t>
            </a:r>
            <a:r>
              <a:rPr lang="en-US"/>
              <a:t>de operaciones en</a:t>
            </a:r>
            <a:r>
              <a:rPr lang="en-US" spc="-15"/>
              <a:t> </a:t>
            </a:r>
            <a:r>
              <a:rPr lang="en-US"/>
              <a:t>un segundo.</a:t>
            </a:r>
          </a:p>
          <a:p>
            <a:pPr algn="just"/>
            <a:r>
              <a:rPr lang="en-US"/>
              <a:t>En los microprocesadores antiguos las operaciones por segundo o hertzios eran</a:t>
            </a:r>
            <a:r>
              <a:rPr lang="en-US" spc="5"/>
              <a:t> </a:t>
            </a:r>
            <a:r>
              <a:rPr lang="en-US"/>
              <a:t>reducidos, ya que no disponían de la potencia que hoy tienen. Para indicar la</a:t>
            </a:r>
            <a:r>
              <a:rPr lang="en-US" spc="5"/>
              <a:t> </a:t>
            </a:r>
            <a:r>
              <a:rPr lang="en-US"/>
              <a:t>frecuencia de reloj, velocidad de microprocesador, se usan multiplicadores del tipo</a:t>
            </a:r>
            <a:r>
              <a:rPr lang="en-US" spc="5"/>
              <a:t> </a:t>
            </a:r>
            <a:r>
              <a:rPr lang="en-US"/>
              <a:t>Kilo, Mega,</a:t>
            </a:r>
            <a:r>
              <a:rPr lang="en-US" spc="-5"/>
              <a:t> </a:t>
            </a:r>
            <a:r>
              <a:rPr lang="en-US"/>
              <a:t>Giga,…</a:t>
            </a:r>
            <a:r>
              <a:rPr lang="en-US" spc="-15"/>
              <a:t> </a:t>
            </a:r>
            <a:r>
              <a:rPr lang="en-US"/>
              <a:t>como se</a:t>
            </a:r>
            <a:r>
              <a:rPr lang="en-US" spc="-10"/>
              <a:t> </a:t>
            </a:r>
            <a:r>
              <a:rPr lang="en-US"/>
              <a:t>muestra</a:t>
            </a:r>
            <a:r>
              <a:rPr lang="en-US" spc="-10"/>
              <a:t> </a:t>
            </a:r>
            <a:r>
              <a:rPr lang="en-US"/>
              <a:t>en la</a:t>
            </a:r>
            <a:r>
              <a:rPr lang="en-US" spc="-15"/>
              <a:t> </a:t>
            </a:r>
            <a:r>
              <a:rPr lang="en-US"/>
              <a:t>siguiente</a:t>
            </a:r>
            <a:r>
              <a:rPr lang="en-US" spc="-5"/>
              <a:t> </a:t>
            </a:r>
            <a:r>
              <a:rPr lang="en-US"/>
              <a:t>tabla.</a:t>
            </a:r>
          </a:p>
          <a:p>
            <a:endParaRPr lang="en-US" sz="500"/>
          </a:p>
        </p:txBody>
      </p:sp>
    </p:spTree>
    <p:extLst>
      <p:ext uri="{BB962C8B-B14F-4D97-AF65-F5344CB8AC3E}">
        <p14:creationId xmlns:p14="http://schemas.microsoft.com/office/powerpoint/2010/main" val="2358122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 name="Picture 17">
            <a:extLst>
              <a:ext uri="{FF2B5EF4-FFF2-40B4-BE49-F238E27FC236}">
                <a16:creationId xmlns:a16="http://schemas.microsoft.com/office/drawing/2014/main" id="{55A3BAD0-240B-DD80-EA17-DDE10DBDEBD6}"/>
              </a:ext>
            </a:extLst>
          </p:cNvPr>
          <p:cNvPicPr>
            <a:picLocks noChangeAspect="1"/>
          </p:cNvPicPr>
          <p:nvPr/>
        </p:nvPicPr>
        <p:blipFill rotWithShape="1">
          <a:blip r:embed="rId2"/>
          <a:srcRect r="9085" b="14781"/>
          <a:stretch/>
        </p:blipFill>
        <p:spPr>
          <a:xfrm>
            <a:off x="20" y="10"/>
            <a:ext cx="12191980" cy="6857990"/>
          </a:xfrm>
          <a:prstGeom prst="rect">
            <a:avLst/>
          </a:prstGeom>
        </p:spPr>
      </p:pic>
      <p:sp>
        <p:nvSpPr>
          <p:cNvPr id="25" name="Rectangle 21">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221AD1C-D674-4387-453C-340126B50244}"/>
              </a:ext>
            </a:extLst>
          </p:cNvPr>
          <p:cNvSpPr>
            <a:spLocks noGrp="1"/>
          </p:cNvSpPr>
          <p:nvPr>
            <p:ph type="title"/>
          </p:nvPr>
        </p:nvSpPr>
        <p:spPr>
          <a:xfrm>
            <a:off x="838200" y="365125"/>
            <a:ext cx="10515600" cy="1325563"/>
          </a:xfrm>
        </p:spPr>
        <p:txBody>
          <a:bodyPr>
            <a:normAutofit/>
          </a:bodyPr>
          <a:lstStyle/>
          <a:p>
            <a:r>
              <a:rPr lang="es-ES">
                <a:ea typeface="Calibri Light"/>
                <a:cs typeface="Calibri Light"/>
              </a:rPr>
              <a:t>Microprocesador. Características. </a:t>
            </a:r>
            <a:endParaRPr lang="es-ES"/>
          </a:p>
        </p:txBody>
      </p:sp>
      <p:sp>
        <p:nvSpPr>
          <p:cNvPr id="3" name="Marcador de contenido 2">
            <a:extLst>
              <a:ext uri="{FF2B5EF4-FFF2-40B4-BE49-F238E27FC236}">
                <a16:creationId xmlns:a16="http://schemas.microsoft.com/office/drawing/2014/main" id="{7845DD8B-32C5-6F20-016E-DF748F16ECBE}"/>
              </a:ext>
            </a:extLst>
          </p:cNvPr>
          <p:cNvSpPr>
            <a:spLocks noGrp="1"/>
          </p:cNvSpPr>
          <p:nvPr>
            <p:ph idx="1"/>
          </p:nvPr>
        </p:nvSpPr>
        <p:spPr>
          <a:xfrm>
            <a:off x="838200" y="2333297"/>
            <a:ext cx="4619621" cy="4605666"/>
          </a:xfrm>
        </p:spPr>
        <p:txBody>
          <a:bodyPr vert="horz" lIns="91440" tIns="45720" rIns="91440" bIns="45720" rtlCol="0" anchor="t">
            <a:normAutofit/>
          </a:bodyPr>
          <a:lstStyle/>
          <a:p>
            <a:pPr marL="114300" indent="-57150">
              <a:lnSpc>
                <a:spcPct val="70000"/>
              </a:lnSpc>
            </a:pPr>
            <a:endParaRPr lang="es-ES">
              <a:ea typeface="Calibri"/>
              <a:cs typeface="Calibri"/>
            </a:endParaRPr>
          </a:p>
          <a:p>
            <a:pPr marL="114300" lvl="2" indent="-57150"/>
            <a:endParaRPr lang="es-ES" sz="2800">
              <a:ea typeface="Calibri"/>
              <a:cs typeface="Calibri"/>
            </a:endParaRPr>
          </a:p>
        </p:txBody>
      </p:sp>
      <p:graphicFrame>
        <p:nvGraphicFramePr>
          <p:cNvPr id="16" name="CuadroTexto 6">
            <a:extLst>
              <a:ext uri="{FF2B5EF4-FFF2-40B4-BE49-F238E27FC236}">
                <a16:creationId xmlns:a16="http://schemas.microsoft.com/office/drawing/2014/main" id="{C3CC8C2F-2551-4944-4C29-B05E434EA1A1}"/>
              </a:ext>
            </a:extLst>
          </p:cNvPr>
          <p:cNvGraphicFramePr/>
          <p:nvPr>
            <p:extLst>
              <p:ext uri="{D42A27DB-BD31-4B8C-83A1-F6EECF244321}">
                <p14:modId xmlns:p14="http://schemas.microsoft.com/office/powerpoint/2010/main" val="26661490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428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CAC2D5-0FAC-642C-CFC1-21CD2B205439}"/>
              </a:ext>
            </a:extLst>
          </p:cNvPr>
          <p:cNvSpPr>
            <a:spLocks noGrp="1"/>
          </p:cNvSpPr>
          <p:nvPr>
            <p:ph type="title"/>
          </p:nvPr>
        </p:nvSpPr>
        <p:spPr>
          <a:xfrm>
            <a:off x="761800" y="762001"/>
            <a:ext cx="5334197" cy="1708242"/>
          </a:xfrm>
        </p:spPr>
        <p:txBody>
          <a:bodyPr anchor="ctr">
            <a:normAutofit/>
          </a:bodyPr>
          <a:lstStyle/>
          <a:p>
            <a:r>
              <a:rPr lang="es-ES" sz="2200">
                <a:ea typeface="Calibri Light"/>
                <a:cs typeface="Calibri Light"/>
              </a:rPr>
              <a:t>Microprocesador. Características. Frecuencia de Reloj</a:t>
            </a:r>
            <a:endParaRPr lang="es-ES" sz="2200"/>
          </a:p>
        </p:txBody>
      </p:sp>
      <p:sp>
        <p:nvSpPr>
          <p:cNvPr id="3" name="Marcador de contenido 2">
            <a:extLst>
              <a:ext uri="{FF2B5EF4-FFF2-40B4-BE49-F238E27FC236}">
                <a16:creationId xmlns:a16="http://schemas.microsoft.com/office/drawing/2014/main" id="{1E00214F-7A70-FCB2-1CC9-01141E9EB3CC}"/>
              </a:ext>
            </a:extLst>
          </p:cNvPr>
          <p:cNvSpPr>
            <a:spLocks noGrp="1"/>
          </p:cNvSpPr>
          <p:nvPr>
            <p:ph idx="1"/>
          </p:nvPr>
        </p:nvSpPr>
        <p:spPr>
          <a:xfrm>
            <a:off x="603649" y="3088470"/>
            <a:ext cx="5334197" cy="3769835"/>
          </a:xfrm>
        </p:spPr>
        <p:txBody>
          <a:bodyPr vert="horz" lIns="91440" tIns="45720" rIns="91440" bIns="45720" rtlCol="0" anchor="ctr">
            <a:normAutofit fontScale="85000" lnSpcReduction="10000"/>
          </a:bodyPr>
          <a:lstStyle/>
          <a:p>
            <a:pPr lvl="1"/>
            <a:r>
              <a:rPr lang="es-ES" sz="1700" b="1" dirty="0">
                <a:latin typeface="Arial"/>
                <a:cs typeface="Arial"/>
              </a:rPr>
              <a:t>Velocidad interna</a:t>
            </a:r>
            <a:r>
              <a:rPr lang="es-ES" sz="1700" dirty="0">
                <a:ea typeface="+mn-lt"/>
                <a:cs typeface="+mn-lt"/>
              </a:rPr>
              <a:t>: Velocidad de trabajo del microprocesador con sus elementos internos. Es la velocidad que conocemos cuando vamos a cualquier tienda o entramos en cualquier web y vemos las características de un micro que nos interesa. Ejemplos: 200 MHz, 333 MHz,…, 1,6 GHz, 3,2 GHz, etc.</a:t>
            </a:r>
            <a:endParaRPr lang="es-ES" sz="1700" dirty="0">
              <a:ea typeface="Calibri" panose="020F0502020204030204"/>
              <a:cs typeface="Calibri" panose="020F0502020204030204"/>
            </a:endParaRPr>
          </a:p>
          <a:p>
            <a:pPr lvl="1"/>
            <a:r>
              <a:rPr lang="es-ES" sz="1700" b="1" dirty="0">
                <a:ea typeface="+mn-lt"/>
                <a:cs typeface="+mn-lt"/>
              </a:rPr>
              <a:t>Velocidad externa o de bus (FSB – Front </a:t>
            </a:r>
            <a:r>
              <a:rPr lang="es-ES" sz="1700" b="1" dirty="0" err="1">
                <a:ea typeface="+mn-lt"/>
                <a:cs typeface="+mn-lt"/>
              </a:rPr>
              <a:t>Side</a:t>
            </a:r>
            <a:r>
              <a:rPr lang="es-ES" sz="1700" b="1" dirty="0">
                <a:ea typeface="+mn-lt"/>
                <a:cs typeface="+mn-lt"/>
              </a:rPr>
              <a:t> Bus)</a:t>
            </a:r>
            <a:r>
              <a:rPr lang="es-ES" sz="1700" dirty="0">
                <a:ea typeface="+mn-lt"/>
                <a:cs typeface="+mn-lt"/>
              </a:rPr>
              <a:t>: Esta velocidad es la del bus que comunica el microprocesador con el resto de elementos de la placa. Esta velocidad oscila entre 33, 66, 100,…, 800 MHz. El </a:t>
            </a:r>
            <a:r>
              <a:rPr lang="es-ES" sz="1700" dirty="0" err="1">
                <a:ea typeface="+mn-lt"/>
                <a:cs typeface="+mn-lt"/>
              </a:rPr>
              <a:t>front-side</a:t>
            </a:r>
            <a:r>
              <a:rPr lang="es-ES" sz="1700" dirty="0">
                <a:ea typeface="+mn-lt"/>
                <a:cs typeface="+mn-lt"/>
              </a:rPr>
              <a:t> bus, también conocido por su acrónimo FSB ("bus de la parte frontal"), es el tipo de bus usado como bus principal en algunos de los antiguos microprocesadores de la marca Intel para comunicarse con el circuito integrado auxiliar o chipset. </a:t>
            </a:r>
            <a:endParaRPr lang="es-ES" sz="1700" dirty="0">
              <a:ea typeface="Calibri"/>
              <a:cs typeface="Calibri"/>
            </a:endParaRPr>
          </a:p>
          <a:p>
            <a:pPr lvl="1">
              <a:lnSpc>
                <a:spcPct val="100000"/>
              </a:lnSpc>
            </a:pPr>
            <a:r>
              <a:rPr lang="es-ES" sz="1600" b="1" dirty="0">
                <a:latin typeface="Arial"/>
                <a:ea typeface="Calibri"/>
                <a:cs typeface="Arial"/>
              </a:rPr>
              <a:t>V</a:t>
            </a:r>
            <a:r>
              <a:rPr lang="es-ES" sz="1700" b="1" dirty="0">
                <a:latin typeface="Arial"/>
                <a:ea typeface="Calibri"/>
                <a:cs typeface="Arial"/>
              </a:rPr>
              <a:t>elocidad de ejecución de las instrucciones</a:t>
            </a:r>
            <a:r>
              <a:rPr lang="es-ES" sz="1700" dirty="0">
                <a:latin typeface="Arial"/>
                <a:ea typeface="Calibri"/>
                <a:cs typeface="Arial"/>
              </a:rPr>
              <a:t>: Esta característica dependerá del juego de instrucciones que posea el microprocesador. Si estas instrucciones se ejecutan en pocos ciclos de reloj, la velocidad de ejecución de instrucciones será elevada</a:t>
            </a:r>
          </a:p>
          <a:p>
            <a:pPr lvl="1"/>
            <a:endParaRPr lang="es-ES" sz="1700">
              <a:ea typeface="Calibri"/>
              <a:cs typeface="Calibri"/>
            </a:endParaRPr>
          </a:p>
          <a:p>
            <a:pPr lvl="1"/>
            <a:endParaRPr lang="es-ES" sz="1700">
              <a:ea typeface="Calibri"/>
              <a:cs typeface="Calibri"/>
            </a:endParaRPr>
          </a:p>
          <a:p>
            <a:endParaRPr lang="es-ES" sz="1700">
              <a:ea typeface="Calibri"/>
              <a:cs typeface="Calibri"/>
            </a:endParaRPr>
          </a:p>
          <a:p>
            <a:endParaRPr lang="es-ES" sz="1700">
              <a:ea typeface="Calibri"/>
              <a:cs typeface="Calibri"/>
            </a:endParaRPr>
          </a:p>
        </p:txBody>
      </p:sp>
      <p:pic>
        <p:nvPicPr>
          <p:cNvPr id="5" name="Picture 4" descr="Placa de circuito electrónico">
            <a:extLst>
              <a:ext uri="{FF2B5EF4-FFF2-40B4-BE49-F238E27FC236}">
                <a16:creationId xmlns:a16="http://schemas.microsoft.com/office/drawing/2014/main" id="{57CCE77A-23C4-82CB-DA1D-503F990EE35F}"/>
              </a:ext>
            </a:extLst>
          </p:cNvPr>
          <p:cNvPicPr>
            <a:picLocks noChangeAspect="1"/>
          </p:cNvPicPr>
          <p:nvPr/>
        </p:nvPicPr>
        <p:blipFill rotWithShape="1">
          <a:blip r:embed="rId2"/>
          <a:srcRect l="42506" r="5733"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13876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306648-EB91-3A07-A564-021CBD65E620}"/>
              </a:ext>
            </a:extLst>
          </p:cNvPr>
          <p:cNvSpPr>
            <a:spLocks noGrp="1"/>
          </p:cNvSpPr>
          <p:nvPr>
            <p:ph type="title"/>
          </p:nvPr>
        </p:nvSpPr>
        <p:spPr>
          <a:xfrm>
            <a:off x="793662" y="386930"/>
            <a:ext cx="10066122" cy="1298448"/>
          </a:xfrm>
        </p:spPr>
        <p:txBody>
          <a:bodyPr anchor="b">
            <a:normAutofit/>
          </a:bodyPr>
          <a:lstStyle/>
          <a:p>
            <a:r>
              <a:rPr lang="es-ES">
                <a:ea typeface="Calibri Light"/>
                <a:cs typeface="Calibri Light"/>
              </a:rPr>
              <a:t>Microprocesador. Características. Juego de Instrucciones</a:t>
            </a:r>
            <a:endParaRPr lang="es-ES"/>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369D6E8-90F7-B9FD-8A53-412D4A8C7E6A}"/>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s-ES" sz="2000">
                <a:ea typeface="+mn-lt"/>
                <a:cs typeface="+mn-lt"/>
              </a:rPr>
              <a:t>Nos indica el número de instrucciones de que dispone el microprocesador para llevar a cabo todo lo que se le pida</a:t>
            </a:r>
            <a:endParaRPr lang="es-ES" sz="2000"/>
          </a:p>
        </p:txBody>
      </p:sp>
      <p:pic>
        <p:nvPicPr>
          <p:cNvPr id="4" name="Imagen 3" descr="Imagen que contiene electrónica, circuito&#10;&#10;Descripción generada automáticamente">
            <a:extLst>
              <a:ext uri="{FF2B5EF4-FFF2-40B4-BE49-F238E27FC236}">
                <a16:creationId xmlns:a16="http://schemas.microsoft.com/office/drawing/2014/main" id="{9C1EEE2F-32C8-B8B5-227C-4F469C4C69A0}"/>
              </a:ext>
            </a:extLst>
          </p:cNvPr>
          <p:cNvPicPr>
            <a:picLocks noChangeAspect="1"/>
          </p:cNvPicPr>
          <p:nvPr/>
        </p:nvPicPr>
        <p:blipFill>
          <a:blip r:embed="rId2"/>
          <a:stretch>
            <a:fillRect/>
          </a:stretch>
        </p:blipFill>
        <p:spPr>
          <a:xfrm>
            <a:off x="5911532" y="3189003"/>
            <a:ext cx="5150277" cy="2304748"/>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2775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EBF7507-4FD2-F191-30AD-FD0BF7C7CB46}"/>
              </a:ext>
            </a:extLst>
          </p:cNvPr>
          <p:cNvSpPr>
            <a:spLocks noGrp="1"/>
          </p:cNvSpPr>
          <p:nvPr>
            <p:ph type="title"/>
          </p:nvPr>
        </p:nvSpPr>
        <p:spPr>
          <a:xfrm>
            <a:off x="841248" y="256032"/>
            <a:ext cx="10506456" cy="1014984"/>
          </a:xfrm>
        </p:spPr>
        <p:txBody>
          <a:bodyPr anchor="b">
            <a:normAutofit/>
          </a:bodyPr>
          <a:lstStyle/>
          <a:p>
            <a:r>
              <a:rPr lang="es-ES" sz="3100">
                <a:ea typeface="Calibri Light"/>
                <a:cs typeface="Calibri Light"/>
              </a:rPr>
              <a:t>Microprocesador. Características. Ancho del bus de direcciones</a:t>
            </a:r>
          </a:p>
          <a:p>
            <a:endParaRPr lang="es-ES" sz="3100">
              <a:ea typeface="Calibri Light"/>
              <a:cs typeface="Calibri Light"/>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Marcador de contenido 2">
            <a:extLst>
              <a:ext uri="{FF2B5EF4-FFF2-40B4-BE49-F238E27FC236}">
                <a16:creationId xmlns:a16="http://schemas.microsoft.com/office/drawing/2014/main" id="{AA1B4647-5B7B-BDE4-B206-8F47F38E3151}"/>
              </a:ext>
            </a:extLst>
          </p:cNvPr>
          <p:cNvGraphicFramePr>
            <a:graphicFrameLocks noGrp="1"/>
          </p:cNvGraphicFramePr>
          <p:nvPr>
            <p:ph idx="1"/>
            <p:extLst>
              <p:ext uri="{D42A27DB-BD31-4B8C-83A1-F6EECF244321}">
                <p14:modId xmlns:p14="http://schemas.microsoft.com/office/powerpoint/2010/main" val="257954076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7129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4E2A4B-80FB-28A6-CBED-A592014F322C}"/>
              </a:ext>
            </a:extLst>
          </p:cNvPr>
          <p:cNvSpPr>
            <a:spLocks noGrp="1"/>
          </p:cNvSpPr>
          <p:nvPr>
            <p:ph type="title"/>
          </p:nvPr>
        </p:nvSpPr>
        <p:spPr>
          <a:xfrm>
            <a:off x="6094105" y="802955"/>
            <a:ext cx="4977976" cy="1454051"/>
          </a:xfrm>
        </p:spPr>
        <p:txBody>
          <a:bodyPr>
            <a:normAutofit/>
          </a:bodyPr>
          <a:lstStyle/>
          <a:p>
            <a:r>
              <a:rPr lang="es-ES" sz="2800">
                <a:solidFill>
                  <a:schemeClr val="tx2"/>
                </a:solidFill>
                <a:ea typeface="Calibri Light"/>
                <a:cs typeface="Calibri Light"/>
              </a:rPr>
              <a:t>Microprocesador. Características. Número de registros internos</a:t>
            </a:r>
            <a:endParaRPr lang="es-ES" sz="2800">
              <a:solidFill>
                <a:schemeClr val="tx2"/>
              </a:solidFill>
            </a:endParaRPr>
          </a:p>
        </p:txBody>
      </p:sp>
      <p:pic>
        <p:nvPicPr>
          <p:cNvPr id="7" name="Graphic 6" descr="Huella digital">
            <a:extLst>
              <a:ext uri="{FF2B5EF4-FFF2-40B4-BE49-F238E27FC236}">
                <a16:creationId xmlns:a16="http://schemas.microsoft.com/office/drawing/2014/main" id="{C0FA05C7-BD65-AEBD-5FD4-E25D9D55F8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Marcador de contenido 2">
            <a:extLst>
              <a:ext uri="{FF2B5EF4-FFF2-40B4-BE49-F238E27FC236}">
                <a16:creationId xmlns:a16="http://schemas.microsoft.com/office/drawing/2014/main" id="{EDC07A3D-2F7C-A327-5DCB-D4D082986022}"/>
              </a:ext>
            </a:extLst>
          </p:cNvPr>
          <p:cNvSpPr>
            <a:spLocks noGrp="1"/>
          </p:cNvSpPr>
          <p:nvPr>
            <p:ph idx="1"/>
          </p:nvPr>
        </p:nvSpPr>
        <p:spPr>
          <a:xfrm>
            <a:off x="6090574" y="2421682"/>
            <a:ext cx="4977578" cy="3639289"/>
          </a:xfrm>
        </p:spPr>
        <p:txBody>
          <a:bodyPr vert="horz" lIns="91440" tIns="45720" rIns="91440" bIns="45720" rtlCol="0" anchor="ctr">
            <a:normAutofit/>
          </a:bodyPr>
          <a:lstStyle/>
          <a:p>
            <a:r>
              <a:rPr lang="es-ES" sz="1800">
                <a:solidFill>
                  <a:schemeClr val="tx2"/>
                </a:solidFill>
                <a:ea typeface="Calibri"/>
                <a:cs typeface="Calibri"/>
              </a:rPr>
              <a:t>Cada arquitectura de microprocesador dispone e mayor o menor número de registros. Cuanto mayor sea éste, mayor número de datos “tendrá cerca” el microprocesador y mejorará su funcionalidad.</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85059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C93B4A6-CBAE-B738-89F3-E04EDE72C4DA}"/>
              </a:ext>
            </a:extLst>
          </p:cNvPr>
          <p:cNvSpPr>
            <a:spLocks noGrp="1"/>
          </p:cNvSpPr>
          <p:nvPr>
            <p:ph type="title"/>
          </p:nvPr>
        </p:nvSpPr>
        <p:spPr>
          <a:xfrm>
            <a:off x="686834" y="1153572"/>
            <a:ext cx="3200400" cy="4461163"/>
          </a:xfrm>
        </p:spPr>
        <p:txBody>
          <a:bodyPr>
            <a:normAutofit/>
          </a:bodyPr>
          <a:lstStyle/>
          <a:p>
            <a:r>
              <a:rPr lang="es-ES" sz="2800">
                <a:solidFill>
                  <a:srgbClr val="FFFFFF"/>
                </a:solidFill>
                <a:ea typeface="+mj-lt"/>
                <a:cs typeface="+mj-lt"/>
              </a:rPr>
              <a:t>Microprocesadores. Características. </a:t>
            </a:r>
            <a:r>
              <a:rPr lang="es-ES" sz="2800" err="1">
                <a:solidFill>
                  <a:srgbClr val="FFFFFF"/>
                </a:solidFill>
                <a:ea typeface="+mj-lt"/>
                <a:cs typeface="+mj-lt"/>
              </a:rPr>
              <a:t>Memoría</a:t>
            </a:r>
            <a:r>
              <a:rPr lang="es-ES" sz="2800">
                <a:solidFill>
                  <a:srgbClr val="FFFFFF"/>
                </a:solidFill>
                <a:ea typeface="+mj-lt"/>
                <a:cs typeface="+mj-lt"/>
              </a:rPr>
              <a:t> caché</a:t>
            </a:r>
            <a:endParaRPr lang="es-ES"/>
          </a:p>
          <a:p>
            <a:endParaRPr lang="es-ES" sz="2800">
              <a:solidFill>
                <a:srgbClr val="FFFFFF"/>
              </a:solidFill>
              <a:ea typeface="Calibri Light"/>
              <a:cs typeface="Calibri Light"/>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Marcador de contenido 2">
            <a:extLst>
              <a:ext uri="{FF2B5EF4-FFF2-40B4-BE49-F238E27FC236}">
                <a16:creationId xmlns:a16="http://schemas.microsoft.com/office/drawing/2014/main" id="{327BAE53-4B1C-7DB5-65CB-FE4C5F2B5550}"/>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s-ES" sz="2000">
                <a:ea typeface="Calibri"/>
                <a:cs typeface="Calibri"/>
              </a:rPr>
              <a:t>La memoria caché, al ser más rápida que la memoria RAM, acelera el rendimiento, dado que almacena los datos que se prevé que más se van a usar o usados recientemente.</a:t>
            </a:r>
            <a:endParaRPr lang="es-ES"/>
          </a:p>
          <a:p>
            <a:pPr marL="0" indent="0">
              <a:buNone/>
            </a:pPr>
            <a:r>
              <a:rPr lang="es-ES" sz="2000">
                <a:ea typeface="Calibri"/>
                <a:cs typeface="Calibri"/>
              </a:rPr>
              <a:t>Como ya hemos estudiado, existen varios tipos de caché:</a:t>
            </a:r>
          </a:p>
          <a:p>
            <a:endParaRPr lang="es-ES" sz="2000"/>
          </a:p>
          <a:p>
            <a:r>
              <a:rPr lang="es-ES" sz="2000">
                <a:ea typeface="Calibri"/>
                <a:cs typeface="Calibri"/>
              </a:rPr>
              <a:t>Caché L1 o primaria de nivel 1. Están integradas en el núcleo del microprocesador y funcionan a la máxima velocidad.</a:t>
            </a:r>
            <a:endParaRPr lang="es-ES" sz="2000"/>
          </a:p>
          <a:p>
            <a:r>
              <a:rPr lang="es-ES" sz="2000">
                <a:ea typeface="Calibri"/>
                <a:cs typeface="Calibri"/>
              </a:rPr>
              <a:t>Caché L2 y L3 o de niveles 2 y 3. Conectadas al micro mediante el back </a:t>
            </a:r>
            <a:r>
              <a:rPr lang="es-ES" sz="2000" err="1">
                <a:ea typeface="Calibri"/>
                <a:cs typeface="Calibri"/>
              </a:rPr>
              <a:t>side</a:t>
            </a:r>
            <a:r>
              <a:rPr lang="es-ES" sz="2000">
                <a:ea typeface="Calibri"/>
                <a:cs typeface="Calibri"/>
              </a:rPr>
              <a:t> bus (bus trasero), el cual es más rápido que el bus frontal. Pueden estar implementadas en el núcleo, encapsuladas o ser externas. La caché L2 es más lenta que la L1 y la L3 que la L2.</a:t>
            </a:r>
            <a:endParaRPr lang="es-ES" sz="2000"/>
          </a:p>
          <a:p>
            <a:r>
              <a:rPr lang="es-ES" sz="2000">
                <a:ea typeface="Calibri"/>
                <a:cs typeface="Calibri"/>
              </a:rPr>
              <a:t>Los beneficios de caché L3 y L4 dependen de los patrones de acceso de la aplicación. Ejemplos de productos que incluyen cachés L3 y L4 incluyen lo siguiente:</a:t>
            </a:r>
            <a:endParaRPr lang="es-ES" sz="2000"/>
          </a:p>
          <a:p>
            <a:endParaRPr lang="es-ES" sz="2000">
              <a:ea typeface="Calibri"/>
              <a:cs typeface="Calibri"/>
            </a:endParaRPr>
          </a:p>
        </p:txBody>
      </p:sp>
    </p:spTree>
    <p:extLst>
      <p:ext uri="{BB962C8B-B14F-4D97-AF65-F5344CB8AC3E}">
        <p14:creationId xmlns:p14="http://schemas.microsoft.com/office/powerpoint/2010/main" val="30395984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26" name="Straight Connector 25">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2" name="Oval 31">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2" name="Straight Connector 41">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0" name="Straight Connector 49">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5C93B4A6-CBAE-B738-89F3-E04EDE72C4DA}"/>
              </a:ext>
            </a:extLst>
          </p:cNvPr>
          <p:cNvSpPr>
            <a:spLocks noGrp="1"/>
          </p:cNvSpPr>
          <p:nvPr>
            <p:ph type="title"/>
          </p:nvPr>
        </p:nvSpPr>
        <p:spPr>
          <a:xfrm>
            <a:off x="630936" y="495992"/>
            <a:ext cx="4195140" cy="5638831"/>
          </a:xfrm>
          <a:noFill/>
        </p:spPr>
        <p:txBody>
          <a:bodyPr anchor="ctr">
            <a:normAutofit/>
          </a:bodyPr>
          <a:lstStyle/>
          <a:p>
            <a:r>
              <a:rPr lang="es-ES" sz="3700">
                <a:ea typeface="+mj-lt"/>
                <a:cs typeface="+mj-lt"/>
              </a:rPr>
              <a:t>Microprocesadores. Características. Memoría caché</a:t>
            </a:r>
            <a:endParaRPr lang="es-ES" sz="3700"/>
          </a:p>
          <a:p>
            <a:endParaRPr lang="es-ES" sz="3700">
              <a:ea typeface="Calibri Light"/>
              <a:cs typeface="Calibri Light"/>
            </a:endParaRPr>
          </a:p>
        </p:txBody>
      </p:sp>
      <p:graphicFrame>
        <p:nvGraphicFramePr>
          <p:cNvPr id="17" name="Marcador de contenido 2">
            <a:extLst>
              <a:ext uri="{FF2B5EF4-FFF2-40B4-BE49-F238E27FC236}">
                <a16:creationId xmlns:a16="http://schemas.microsoft.com/office/drawing/2014/main" id="{06388A22-FB8B-C231-2FFB-4661CA0B8892}"/>
              </a:ext>
            </a:extLst>
          </p:cNvPr>
          <p:cNvGraphicFramePr>
            <a:graphicFrameLocks noGrp="1"/>
          </p:cNvGraphicFramePr>
          <p:nvPr>
            <p:ph idx="1"/>
            <p:extLst>
              <p:ext uri="{D42A27DB-BD31-4B8C-83A1-F6EECF244321}">
                <p14:modId xmlns:p14="http://schemas.microsoft.com/office/powerpoint/2010/main" val="2917965432"/>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1706960"/>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B54ECD-2435-4CB5-E762-4484E57AFE7D}"/>
              </a:ext>
            </a:extLst>
          </p:cNvPr>
          <p:cNvSpPr>
            <a:spLocks noGrp="1"/>
          </p:cNvSpPr>
          <p:nvPr>
            <p:ph type="title"/>
          </p:nvPr>
        </p:nvSpPr>
        <p:spPr>
          <a:xfrm>
            <a:off x="572493" y="238539"/>
            <a:ext cx="11018520" cy="1434415"/>
          </a:xfrm>
        </p:spPr>
        <p:txBody>
          <a:bodyPr anchor="b">
            <a:normAutofit/>
          </a:bodyPr>
          <a:lstStyle/>
          <a:p>
            <a:r>
              <a:rPr lang="es-ES" sz="4200">
                <a:ea typeface="Calibri Light"/>
                <a:cs typeface="Calibri Light"/>
              </a:rPr>
              <a:t>Microprocesadores. Características. Disipación de calor</a:t>
            </a:r>
            <a:endParaRPr lang="es-ES" sz="42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7BA22BF-5076-CAFC-FC75-AB35CE3A95EE}"/>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s-ES" sz="2200">
                <a:ea typeface="Calibri"/>
                <a:cs typeface="Calibri"/>
              </a:rPr>
              <a:t>Los primeros microprocesadores no tenían ningún sistema de disipación del calor. Sin embargo, a partir del 486 los microprocesadores empezaron a utilizar disipadores (rejillas o aletas que están pegadas al microprocesador) para refrigerarse. Conforme fue necesario, a estos disipadores se les colocó un ventilador que aumentaba la refrigeración al forzar a que el aire recircule más deprisa.</a:t>
            </a:r>
          </a:p>
          <a:p>
            <a:endParaRPr lang="es-ES" sz="2200">
              <a:ea typeface="Calibri"/>
              <a:cs typeface="Calibri"/>
            </a:endParaRPr>
          </a:p>
        </p:txBody>
      </p:sp>
      <p:pic>
        <p:nvPicPr>
          <p:cNvPr id="4" name="Imagen 3" descr="Imagen que contiene objeto, bicicleta, motor, estacionado&#10;&#10;Descripción generada automáticamente">
            <a:extLst>
              <a:ext uri="{FF2B5EF4-FFF2-40B4-BE49-F238E27FC236}">
                <a16:creationId xmlns:a16="http://schemas.microsoft.com/office/drawing/2014/main" id="{5F8BCB33-700E-148B-61BA-6BE39E11E13D}"/>
              </a:ext>
            </a:extLst>
          </p:cNvPr>
          <p:cNvPicPr>
            <a:picLocks noChangeAspect="1"/>
          </p:cNvPicPr>
          <p:nvPr/>
        </p:nvPicPr>
        <p:blipFill rotWithShape="1">
          <a:blip r:embed="rId2"/>
          <a:srcRect r="-1" b="1772"/>
          <a:stretch/>
        </p:blipFill>
        <p:spPr>
          <a:xfrm>
            <a:off x="7675658" y="2093976"/>
            <a:ext cx="3941064" cy="4096512"/>
          </a:xfrm>
          <a:prstGeom prst="rect">
            <a:avLst/>
          </a:prstGeom>
        </p:spPr>
      </p:pic>
    </p:spTree>
    <p:extLst>
      <p:ext uri="{BB962C8B-B14F-4D97-AF65-F5344CB8AC3E}">
        <p14:creationId xmlns:p14="http://schemas.microsoft.com/office/powerpoint/2010/main" val="1465015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Placa de circuito electrónico">
            <a:extLst>
              <a:ext uri="{FF2B5EF4-FFF2-40B4-BE49-F238E27FC236}">
                <a16:creationId xmlns:a16="http://schemas.microsoft.com/office/drawing/2014/main" id="{6B856594-99F6-B806-F26E-A9545BEB7E53}"/>
              </a:ext>
            </a:extLst>
          </p:cNvPr>
          <p:cNvPicPr>
            <a:picLocks noChangeAspect="1"/>
          </p:cNvPicPr>
          <p:nvPr/>
        </p:nvPicPr>
        <p:blipFill rotWithShape="1">
          <a:blip r:embed="rId2"/>
          <a:srcRect l="44791" r="8018" b="-3"/>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2F4429C-A451-D3FF-EAEC-D083EB00ACB7}"/>
              </a:ext>
            </a:extLst>
          </p:cNvPr>
          <p:cNvSpPr>
            <a:spLocks noGrp="1"/>
          </p:cNvSpPr>
          <p:nvPr>
            <p:ph type="title"/>
          </p:nvPr>
        </p:nvSpPr>
        <p:spPr>
          <a:xfrm>
            <a:off x="5827048" y="407987"/>
            <a:ext cx="5721484" cy="1325563"/>
          </a:xfrm>
        </p:spPr>
        <p:txBody>
          <a:bodyPr>
            <a:normAutofit/>
          </a:bodyPr>
          <a:lstStyle/>
          <a:p>
            <a:r>
              <a:rPr lang="es-ES" sz="2100">
                <a:ea typeface="Calibri Light"/>
                <a:cs typeface="Calibri Light"/>
              </a:rPr>
              <a:t>Microprocesadores. Características. Tecnología de fabricación</a:t>
            </a:r>
            <a:endParaRPr lang="es-ES" sz="2100"/>
          </a:p>
        </p:txBody>
      </p:sp>
      <p:sp>
        <p:nvSpPr>
          <p:cNvPr id="3" name="Marcador de contenido 2">
            <a:extLst>
              <a:ext uri="{FF2B5EF4-FFF2-40B4-BE49-F238E27FC236}">
                <a16:creationId xmlns:a16="http://schemas.microsoft.com/office/drawing/2014/main" id="{8179C5C7-3073-17A3-DF36-EEE68EF8E8B0}"/>
              </a:ext>
            </a:extLst>
          </p:cNvPr>
          <p:cNvSpPr>
            <a:spLocks noGrp="1"/>
          </p:cNvSpPr>
          <p:nvPr>
            <p:ph idx="1"/>
          </p:nvPr>
        </p:nvSpPr>
        <p:spPr>
          <a:xfrm>
            <a:off x="5827048" y="1868487"/>
            <a:ext cx="5721484" cy="4351338"/>
          </a:xfrm>
        </p:spPr>
        <p:txBody>
          <a:bodyPr vert="horz" lIns="91440" tIns="45720" rIns="91440" bIns="45720" rtlCol="0">
            <a:normAutofit fontScale="92500"/>
          </a:bodyPr>
          <a:lstStyle/>
          <a:p>
            <a:r>
              <a:rPr lang="es-ES" sz="2600" dirty="0">
                <a:ea typeface="+mn-lt"/>
                <a:cs typeface="+mn-lt"/>
              </a:rPr>
              <a:t>La tecnología de fabricación indica el tamaño del elemento más pequeño del chip y da una idea de lo avanzado del mismo. En 2012 Intel lanzó arquitecturas de 22 nm (un nanómetro es la millonésima parte de un milímetro). En 2014 Intel lanzó sus procesadores </a:t>
            </a:r>
            <a:r>
              <a:rPr lang="es-ES" sz="2600" i="1" dirty="0" err="1">
                <a:latin typeface="Arial"/>
                <a:cs typeface="Arial"/>
              </a:rPr>
              <a:t>Broadwell</a:t>
            </a:r>
            <a:r>
              <a:rPr lang="es-ES" sz="2600" i="1" dirty="0">
                <a:latin typeface="Arial"/>
                <a:cs typeface="Arial"/>
              </a:rPr>
              <a:t> </a:t>
            </a:r>
            <a:r>
              <a:rPr lang="es-ES" sz="2600" dirty="0">
                <a:ea typeface="+mn-lt"/>
                <a:cs typeface="+mn-lt"/>
              </a:rPr>
              <a:t>de 14 nm. Actualmente los procesadores, de Intel Core i3 hasta i7, de octava generación, son también de 14 nm</a:t>
            </a:r>
          </a:p>
          <a:p>
            <a:r>
              <a:rPr lang="es-ES" sz="2600" dirty="0">
                <a:ea typeface="+mn-lt"/>
                <a:cs typeface="+mn-lt"/>
              </a:rPr>
              <a:t>Los i7 13700h (</a:t>
            </a:r>
            <a:r>
              <a:rPr lang="es-ES" dirty="0"/>
              <a:t>Q1 / 2023</a:t>
            </a:r>
            <a:r>
              <a:rPr lang="es-ES" sz="2600" dirty="0">
                <a:ea typeface="+mn-lt"/>
                <a:cs typeface="+mn-lt"/>
              </a:rPr>
              <a:t>) tiene una finura de 7nm</a:t>
            </a:r>
            <a:endParaRPr lang="es-ES" sz="2600" dirty="0"/>
          </a:p>
        </p:txBody>
      </p:sp>
    </p:spTree>
    <p:extLst>
      <p:ext uri="{BB962C8B-B14F-4D97-AF65-F5344CB8AC3E}">
        <p14:creationId xmlns:p14="http://schemas.microsoft.com/office/powerpoint/2010/main" val="3423517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7895A5-C9A9-6AF5-9D73-93F9A806A760}"/>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Microprocesador. Estructura</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D3B7C082-A584-3E1C-8CC7-1F62DE829A86}"/>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342900" indent="-342900">
              <a:lnSpc>
                <a:spcPct val="90000"/>
              </a:lnSpc>
              <a:spcAft>
                <a:spcPts val="600"/>
              </a:spcAft>
              <a:buFont typeface="Arial"/>
              <a:buChar char="•"/>
            </a:pPr>
            <a:r>
              <a:rPr lang="en-US" sz="2200" dirty="0"/>
              <a:t>Cada </a:t>
            </a:r>
            <a:r>
              <a:rPr lang="en-US" sz="2200" dirty="0" err="1"/>
              <a:t>vez</a:t>
            </a:r>
            <a:r>
              <a:rPr lang="en-US" sz="2200" dirty="0"/>
              <a:t> </a:t>
            </a:r>
            <a:r>
              <a:rPr lang="en-US" sz="2200" dirty="0" err="1"/>
              <a:t>agrega</a:t>
            </a:r>
            <a:r>
              <a:rPr lang="en-US" sz="2200" dirty="0"/>
              <a:t> mayor </a:t>
            </a:r>
            <a:r>
              <a:rPr lang="en-US" sz="2200" dirty="0" err="1"/>
              <a:t>número</a:t>
            </a:r>
            <a:r>
              <a:rPr lang="en-US" sz="2200" dirty="0"/>
              <a:t> de </a:t>
            </a:r>
            <a:r>
              <a:rPr lang="en-US" sz="2200" dirty="0" err="1"/>
              <a:t>unidades</a:t>
            </a:r>
            <a:r>
              <a:rPr lang="en-US" sz="2200" dirty="0"/>
              <a:t> </a:t>
            </a:r>
            <a:r>
              <a:rPr lang="en-US" sz="2200" dirty="0" err="1"/>
              <a:t>funcionales</a:t>
            </a:r>
            <a:r>
              <a:rPr lang="en-US" sz="2200" spc="5" dirty="0"/>
              <a:t> </a:t>
            </a:r>
            <a:r>
              <a:rPr lang="en-US" sz="2200" dirty="0" err="1"/>
              <a:t>en</a:t>
            </a:r>
            <a:r>
              <a:rPr lang="en-US" sz="2200" dirty="0"/>
              <a:t> que </a:t>
            </a:r>
            <a:r>
              <a:rPr lang="en-US" sz="2200" dirty="0" err="1"/>
              <a:t>delegar</a:t>
            </a:r>
            <a:r>
              <a:rPr lang="en-US" sz="2200" dirty="0"/>
              <a:t> </a:t>
            </a:r>
            <a:r>
              <a:rPr lang="en-US" sz="2200" dirty="0" err="1"/>
              <a:t>trabajo</a:t>
            </a:r>
            <a:r>
              <a:rPr lang="en-US" sz="2200" dirty="0"/>
              <a:t>. Un </a:t>
            </a:r>
            <a:r>
              <a:rPr lang="en-US" sz="2200" dirty="0" err="1"/>
              <a:t>esquema</a:t>
            </a:r>
            <a:r>
              <a:rPr lang="en-US" sz="2200" dirty="0"/>
              <a:t> de un </a:t>
            </a:r>
            <a:r>
              <a:rPr lang="en-US" sz="2200" dirty="0" err="1"/>
              <a:t>microprocesador</a:t>
            </a:r>
            <a:r>
              <a:rPr lang="en-US" sz="2200" dirty="0"/>
              <a:t> </a:t>
            </a:r>
            <a:r>
              <a:rPr lang="en-US" sz="2200" dirty="0" err="1"/>
              <a:t>podría</a:t>
            </a:r>
            <a:r>
              <a:rPr lang="en-US" sz="2200" dirty="0"/>
              <a:t> ser </a:t>
            </a:r>
            <a:r>
              <a:rPr lang="en-US" sz="2200" dirty="0" err="1"/>
              <a:t>el</a:t>
            </a:r>
            <a:r>
              <a:rPr lang="en-US" sz="2200" dirty="0"/>
              <a:t> que se</a:t>
            </a:r>
            <a:r>
              <a:rPr lang="en-US" sz="2200" spc="5" dirty="0"/>
              <a:t> </a:t>
            </a:r>
            <a:r>
              <a:rPr lang="en-US" sz="2200" dirty="0" err="1"/>
              <a:t>muestra</a:t>
            </a:r>
            <a:r>
              <a:rPr lang="en-US" sz="2200" spc="-5" dirty="0"/>
              <a:t> </a:t>
            </a:r>
            <a:r>
              <a:rPr lang="en-US" sz="2200" dirty="0"/>
              <a:t>a</a:t>
            </a:r>
            <a:r>
              <a:rPr lang="en-US" sz="2200" spc="-10" dirty="0"/>
              <a:t> </a:t>
            </a:r>
            <a:r>
              <a:rPr lang="en-US" sz="2200" dirty="0" err="1"/>
              <a:t>continuación</a:t>
            </a:r>
            <a:r>
              <a:rPr lang="en-US" sz="2200" dirty="0"/>
              <a:t>:</a:t>
            </a:r>
            <a:endParaRPr lang="es-ES">
              <a:ea typeface="Calibri" panose="020F0502020204030204"/>
              <a:cs typeface="Calibri" panose="020F0502020204030204"/>
            </a:endParaRPr>
          </a:p>
        </p:txBody>
      </p:sp>
      <p:pic>
        <p:nvPicPr>
          <p:cNvPr id="4" name="Marcador de contenido 3" descr="Diagrama&#10;&#10;Descripción generada automáticamente">
            <a:extLst>
              <a:ext uri="{FF2B5EF4-FFF2-40B4-BE49-F238E27FC236}">
                <a16:creationId xmlns:a16="http://schemas.microsoft.com/office/drawing/2014/main" id="{EDA8B71A-E102-0BAA-81DE-792002431EAD}"/>
              </a:ext>
            </a:extLst>
          </p:cNvPr>
          <p:cNvPicPr>
            <a:picLocks noGrp="1" noChangeAspect="1"/>
          </p:cNvPicPr>
          <p:nvPr>
            <p:ph idx="1"/>
          </p:nvPr>
        </p:nvPicPr>
        <p:blipFill>
          <a:blip r:embed="rId2"/>
          <a:stretch>
            <a:fillRect/>
          </a:stretch>
        </p:blipFill>
        <p:spPr>
          <a:xfrm>
            <a:off x="4654296" y="1164580"/>
            <a:ext cx="6903720" cy="4528839"/>
          </a:xfrm>
          <a:prstGeom prst="rect">
            <a:avLst/>
          </a:prstGeom>
        </p:spPr>
      </p:pic>
    </p:spTree>
    <p:extLst>
      <p:ext uri="{BB962C8B-B14F-4D97-AF65-F5344CB8AC3E}">
        <p14:creationId xmlns:p14="http://schemas.microsoft.com/office/powerpoint/2010/main" val="1983959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7895A5-C9A9-6AF5-9D73-93F9A806A760}"/>
              </a:ext>
            </a:extLst>
          </p:cNvPr>
          <p:cNvSpPr>
            <a:spLocks noGrp="1"/>
          </p:cNvSpPr>
          <p:nvPr>
            <p:ph type="title"/>
          </p:nvPr>
        </p:nvSpPr>
        <p:spPr>
          <a:xfrm>
            <a:off x="838200" y="459863"/>
            <a:ext cx="10515600" cy="1004594"/>
          </a:xfrm>
        </p:spPr>
        <p:txBody>
          <a:bodyPr vert="horz" lIns="91440" tIns="45720" rIns="91440" bIns="45720" rtlCol="0">
            <a:normAutofit/>
          </a:bodyPr>
          <a:lstStyle/>
          <a:p>
            <a:pPr algn="ctr"/>
            <a:r>
              <a:rPr lang="en-US" kern="1200">
                <a:solidFill>
                  <a:srgbClr val="FFFFFF"/>
                </a:solidFill>
                <a:latin typeface="+mj-lt"/>
                <a:ea typeface="+mj-ea"/>
                <a:cs typeface="+mj-cs"/>
              </a:rPr>
              <a:t>Microprocesador. Estructura</a:t>
            </a:r>
          </a:p>
        </p:txBody>
      </p:sp>
      <p:sp>
        <p:nvSpPr>
          <p:cNvPr id="29" name="Rectangle: Rounded Corners 28">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Marcador de contenido 5">
            <a:extLst>
              <a:ext uri="{FF2B5EF4-FFF2-40B4-BE49-F238E27FC236}">
                <a16:creationId xmlns:a16="http://schemas.microsoft.com/office/drawing/2014/main" id="{439FCB98-D579-DF9E-0B0A-28BB54FF7CD1}"/>
              </a:ext>
            </a:extLst>
          </p:cNvPr>
          <p:cNvGraphicFramePr>
            <a:graphicFrameLocks noGrp="1"/>
          </p:cNvGraphicFramePr>
          <p:nvPr>
            <p:ph idx="1"/>
            <p:extLst>
              <p:ext uri="{D42A27DB-BD31-4B8C-83A1-F6EECF244321}">
                <p14:modId xmlns:p14="http://schemas.microsoft.com/office/powerpoint/2010/main" val="197116582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8625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07895A5-C9A9-6AF5-9D73-93F9A806A760}"/>
              </a:ext>
            </a:extLst>
          </p:cNvPr>
          <p:cNvSpPr>
            <a:spLocks noGrp="1"/>
          </p:cNvSpPr>
          <p:nvPr>
            <p:ph type="title"/>
          </p:nvPr>
        </p:nvSpPr>
        <p:spPr>
          <a:xfrm>
            <a:off x="1115568" y="509521"/>
            <a:ext cx="10232136" cy="1014984"/>
          </a:xfrm>
        </p:spPr>
        <p:txBody>
          <a:bodyPr vert="horz" lIns="91440" tIns="45720" rIns="91440" bIns="45720" rtlCol="0">
            <a:normAutofit/>
          </a:bodyPr>
          <a:lstStyle/>
          <a:p>
            <a:r>
              <a:rPr lang="en-US" sz="4000" err="1"/>
              <a:t>Microprocesapor</a:t>
            </a:r>
            <a:r>
              <a:rPr lang="en-US" sz="4000" kern="1200">
                <a:latin typeface="+mj-lt"/>
                <a:ea typeface="+mj-ea"/>
                <a:cs typeface="+mj-cs"/>
              </a:rPr>
              <a:t>. </a:t>
            </a:r>
            <a:r>
              <a:rPr lang="en-US" sz="4000" err="1"/>
              <a:t>Encapsulado</a:t>
            </a:r>
            <a:endParaRPr lang="en-US" sz="4000" kern="1200" err="1">
              <a:latin typeface="+mj-lt"/>
              <a:ea typeface="Calibri Light"/>
              <a:cs typeface="Calibri Light"/>
            </a:endParaRPr>
          </a:p>
        </p:txBody>
      </p:sp>
      <p:sp>
        <p:nvSpPr>
          <p:cNvPr id="22" name="Rectangle 2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Marcador de contenido 18">
            <a:extLst>
              <a:ext uri="{FF2B5EF4-FFF2-40B4-BE49-F238E27FC236}">
                <a16:creationId xmlns:a16="http://schemas.microsoft.com/office/drawing/2014/main" id="{4CFDCC0F-86B9-EA21-E101-54DFE5809A0D}"/>
              </a:ext>
            </a:extLst>
          </p:cNvPr>
          <p:cNvSpPr>
            <a:spLocks noGrp="1"/>
          </p:cNvSpPr>
          <p:nvPr>
            <p:ph idx="1"/>
          </p:nvPr>
        </p:nvSpPr>
        <p:spPr>
          <a:xfrm>
            <a:off x="838200" y="1825625"/>
            <a:ext cx="6988908" cy="4370876"/>
          </a:xfrm>
        </p:spPr>
        <p:txBody>
          <a:bodyPr vert="horz" lIns="91440" tIns="45720" rIns="91440" bIns="45720" rtlCol="0" anchor="t">
            <a:normAutofit fontScale="70000" lnSpcReduction="20000"/>
          </a:bodyPr>
          <a:lstStyle/>
          <a:p>
            <a:r>
              <a:rPr lang="es-ES">
                <a:ea typeface="+mn-lt"/>
                <a:cs typeface="+mn-lt"/>
              </a:rPr>
              <a:t>Se define como </a:t>
            </a:r>
            <a:r>
              <a:rPr lang="es-ES" b="1">
                <a:latin typeface="Arial"/>
                <a:cs typeface="Arial"/>
              </a:rPr>
              <a:t>encapsulado </a:t>
            </a:r>
            <a:r>
              <a:rPr lang="es-ES">
                <a:ea typeface="+mn-lt"/>
                <a:cs typeface="+mn-lt"/>
              </a:rPr>
              <a:t>la forma en que se empaqueta la </a:t>
            </a:r>
            <a:r>
              <a:rPr lang="es-ES">
                <a:ea typeface="+mn-lt"/>
                <a:cs typeface="+mn-lt"/>
                <a:hlinkClick r:id="rId2"/>
              </a:rPr>
              <a:t>oblea </a:t>
            </a:r>
            <a:r>
              <a:rPr lang="es-ES">
                <a:ea typeface="+mn-lt"/>
                <a:cs typeface="+mn-lt"/>
              </a:rPr>
              <a:t>de </a:t>
            </a:r>
            <a:r>
              <a:rPr lang="es-ES">
                <a:ea typeface="+mn-lt"/>
                <a:cs typeface="+mn-lt"/>
                <a:hlinkClick r:id="rId3"/>
              </a:rPr>
              <a:t>silicio</a:t>
            </a:r>
            <a:r>
              <a:rPr lang="es-ES">
                <a:ea typeface="+mn-lt"/>
                <a:cs typeface="+mn-lt"/>
              </a:rPr>
              <a:t> para efectuar su conexión con el sistema.</a:t>
            </a:r>
          </a:p>
          <a:p>
            <a:pPr marL="457200" indent="-457200"/>
            <a:br>
              <a:rPr lang="en-US"/>
            </a:br>
            <a:r>
              <a:rPr lang="es-ES" b="1">
                <a:latin typeface="Arial"/>
                <a:ea typeface="Calibri" panose="020F0502020204030204"/>
                <a:cs typeface="Arial"/>
              </a:rPr>
              <a:t>DIP (Dual In-Line </a:t>
            </a:r>
            <a:r>
              <a:rPr lang="es-ES" b="1" err="1">
                <a:latin typeface="Arial"/>
                <a:ea typeface="Calibri" panose="020F0502020204030204"/>
                <a:cs typeface="Arial"/>
              </a:rPr>
              <a:t>Package</a:t>
            </a:r>
            <a:r>
              <a:rPr lang="es-ES" b="1">
                <a:latin typeface="Arial"/>
                <a:ea typeface="Calibri" panose="020F0502020204030204"/>
                <a:cs typeface="Arial"/>
              </a:rPr>
              <a:t>)</a:t>
            </a:r>
            <a:r>
              <a:rPr lang="es-ES">
                <a:ea typeface="+mn-lt"/>
                <a:cs typeface="+mn-lt"/>
              </a:rPr>
              <a:t>: Este es el tipo de encapsulado más antiguo. El típico chip con dos hileras de patillas. Este encapsulado tenía ciertos inconvenientes entre los que se encontraban la debilidad de sus contactos que se doblaban o se rompían con frecuencia.</a:t>
            </a:r>
            <a:endParaRPr lang="es-ES">
              <a:latin typeface="Calibri" panose="020F0502020204030204"/>
              <a:ea typeface="Calibri" panose="020F0502020204030204"/>
              <a:cs typeface="Calibri" panose="020F0502020204030204"/>
            </a:endParaRPr>
          </a:p>
          <a:p>
            <a:pPr marL="457200" indent="-457200"/>
            <a:r>
              <a:rPr lang="es-ES" b="1">
                <a:latin typeface="Arial"/>
                <a:ea typeface="Calibri" panose="020F0502020204030204"/>
                <a:cs typeface="Arial"/>
              </a:rPr>
              <a:t>PLCC (</a:t>
            </a:r>
            <a:r>
              <a:rPr lang="es-ES" b="1" err="1">
                <a:latin typeface="Arial"/>
                <a:ea typeface="Calibri" panose="020F0502020204030204"/>
                <a:cs typeface="Arial"/>
              </a:rPr>
              <a:t>Plastic</a:t>
            </a:r>
            <a:r>
              <a:rPr lang="es-ES" b="1">
                <a:latin typeface="Arial"/>
                <a:ea typeface="Calibri" panose="020F0502020204030204"/>
                <a:cs typeface="Arial"/>
              </a:rPr>
              <a:t> </a:t>
            </a:r>
            <a:r>
              <a:rPr lang="es-ES" b="1" err="1">
                <a:latin typeface="Arial"/>
                <a:ea typeface="Calibri" panose="020F0502020204030204"/>
                <a:cs typeface="Arial"/>
              </a:rPr>
              <a:t>Leaded</a:t>
            </a:r>
            <a:r>
              <a:rPr lang="es-ES" b="1">
                <a:latin typeface="Arial"/>
                <a:ea typeface="Calibri" panose="020F0502020204030204"/>
                <a:cs typeface="Arial"/>
              </a:rPr>
              <a:t> Chip Carrier)</a:t>
            </a:r>
            <a:r>
              <a:rPr lang="es-ES">
                <a:ea typeface="+mn-lt"/>
                <a:cs typeface="+mn-lt"/>
              </a:rPr>
              <a:t>: Parecido al anterior con la diferencia de que poseía patillas en todos los lados, es decir, 4 hileras de patillas. Su inserción en el zócalo era difícil.</a:t>
            </a:r>
            <a:endParaRPr lang="es-ES">
              <a:ea typeface="Calibri" panose="020F0502020204030204"/>
              <a:cs typeface="Calibri" panose="020F0502020204030204"/>
            </a:endParaRPr>
          </a:p>
          <a:p>
            <a:pPr marL="457200" indent="-457200"/>
            <a:r>
              <a:rPr lang="es-ES" b="1">
                <a:latin typeface="Arial"/>
                <a:ea typeface="Calibri" panose="020F0502020204030204"/>
                <a:cs typeface="Arial"/>
              </a:rPr>
              <a:t>PGA (</a:t>
            </a:r>
            <a:r>
              <a:rPr lang="es-ES" b="1" err="1">
                <a:latin typeface="Arial"/>
                <a:ea typeface="Calibri" panose="020F0502020204030204"/>
                <a:cs typeface="Arial"/>
              </a:rPr>
              <a:t>Package</a:t>
            </a:r>
            <a:r>
              <a:rPr lang="es-ES" b="1">
                <a:latin typeface="Arial"/>
                <a:ea typeface="Calibri" panose="020F0502020204030204"/>
                <a:cs typeface="Arial"/>
              </a:rPr>
              <a:t> </a:t>
            </a:r>
            <a:r>
              <a:rPr lang="es-ES" b="1" err="1">
                <a:latin typeface="Arial"/>
                <a:ea typeface="Calibri" panose="020F0502020204030204"/>
                <a:cs typeface="Arial"/>
              </a:rPr>
              <a:t>Grid</a:t>
            </a:r>
            <a:r>
              <a:rPr lang="es-ES" b="1">
                <a:latin typeface="Arial"/>
                <a:ea typeface="Calibri" panose="020F0502020204030204"/>
                <a:cs typeface="Arial"/>
              </a:rPr>
              <a:t> Array</a:t>
            </a:r>
            <a:r>
              <a:rPr lang="es-ES">
                <a:ea typeface="+mn-lt"/>
                <a:cs typeface="+mn-lt"/>
              </a:rPr>
              <a:t>): Aparece con el Intel 486. Lleva patillas también en el interior facilitando la inserción en el zócalo.</a:t>
            </a:r>
            <a:endParaRPr lang="es-ES">
              <a:ea typeface="Calibri"/>
              <a:cs typeface="Calibri"/>
            </a:endParaRPr>
          </a:p>
          <a:p>
            <a:pPr marL="457200" indent="-457200"/>
            <a:endParaRPr lang="es-ES">
              <a:ea typeface="Calibri"/>
              <a:cs typeface="Calibri"/>
            </a:endParaRPr>
          </a:p>
          <a:p>
            <a:pPr algn="ctr"/>
            <a:endParaRPr lang="es-ES">
              <a:ea typeface="Calibri"/>
              <a:cs typeface="Calibri"/>
            </a:endParaRPr>
          </a:p>
          <a:p>
            <a:endParaRPr lang="es-ES">
              <a:ea typeface="Calibri"/>
              <a:cs typeface="Calibri"/>
            </a:endParaRPr>
          </a:p>
        </p:txBody>
      </p:sp>
      <p:pic>
        <p:nvPicPr>
          <p:cNvPr id="24" name="Imagen 23">
            <a:extLst>
              <a:ext uri="{FF2B5EF4-FFF2-40B4-BE49-F238E27FC236}">
                <a16:creationId xmlns:a16="http://schemas.microsoft.com/office/drawing/2014/main" id="{33C47E50-9E81-FE7B-4BE8-B8BA932C6974}"/>
              </a:ext>
            </a:extLst>
          </p:cNvPr>
          <p:cNvPicPr>
            <a:picLocks noChangeAspect="1"/>
          </p:cNvPicPr>
          <p:nvPr/>
        </p:nvPicPr>
        <p:blipFill>
          <a:blip r:embed="rId4"/>
          <a:stretch>
            <a:fillRect/>
          </a:stretch>
        </p:blipFill>
        <p:spPr>
          <a:xfrm>
            <a:off x="8701698" y="727198"/>
            <a:ext cx="2076450" cy="1476375"/>
          </a:xfrm>
          <a:prstGeom prst="rect">
            <a:avLst/>
          </a:prstGeom>
        </p:spPr>
      </p:pic>
      <p:pic>
        <p:nvPicPr>
          <p:cNvPr id="25" name="Imagen 24">
            <a:extLst>
              <a:ext uri="{FF2B5EF4-FFF2-40B4-BE49-F238E27FC236}">
                <a16:creationId xmlns:a16="http://schemas.microsoft.com/office/drawing/2014/main" id="{71329265-481C-24B7-95C1-9A8E54EFCA84}"/>
              </a:ext>
            </a:extLst>
          </p:cNvPr>
          <p:cNvPicPr>
            <a:picLocks noChangeAspect="1"/>
          </p:cNvPicPr>
          <p:nvPr/>
        </p:nvPicPr>
        <p:blipFill>
          <a:blip r:embed="rId5"/>
          <a:stretch>
            <a:fillRect/>
          </a:stretch>
        </p:blipFill>
        <p:spPr>
          <a:xfrm>
            <a:off x="9175008" y="2549648"/>
            <a:ext cx="1771650" cy="1895475"/>
          </a:xfrm>
          <a:prstGeom prst="rect">
            <a:avLst/>
          </a:prstGeom>
        </p:spPr>
      </p:pic>
      <p:pic>
        <p:nvPicPr>
          <p:cNvPr id="26" name="Imagen 25" descr="Imagen que contiene electrónica, circuito&#10;&#10;Descripción generada automáticamente">
            <a:extLst>
              <a:ext uri="{FF2B5EF4-FFF2-40B4-BE49-F238E27FC236}">
                <a16:creationId xmlns:a16="http://schemas.microsoft.com/office/drawing/2014/main" id="{A737C80E-5433-2E66-9A4D-503C707878BF}"/>
              </a:ext>
            </a:extLst>
          </p:cNvPr>
          <p:cNvPicPr>
            <a:picLocks noChangeAspect="1"/>
          </p:cNvPicPr>
          <p:nvPr/>
        </p:nvPicPr>
        <p:blipFill>
          <a:blip r:embed="rId6"/>
          <a:stretch>
            <a:fillRect/>
          </a:stretch>
        </p:blipFill>
        <p:spPr>
          <a:xfrm>
            <a:off x="8697527" y="4720967"/>
            <a:ext cx="2743200" cy="1679875"/>
          </a:xfrm>
          <a:prstGeom prst="rect">
            <a:avLst/>
          </a:prstGeom>
        </p:spPr>
      </p:pic>
    </p:spTree>
    <p:extLst>
      <p:ext uri="{BB962C8B-B14F-4D97-AF65-F5344CB8AC3E}">
        <p14:creationId xmlns:p14="http://schemas.microsoft.com/office/powerpoint/2010/main" val="467900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07895A5-C9A9-6AF5-9D73-93F9A806A760}"/>
              </a:ext>
            </a:extLst>
          </p:cNvPr>
          <p:cNvSpPr>
            <a:spLocks noGrp="1"/>
          </p:cNvSpPr>
          <p:nvPr>
            <p:ph type="title"/>
          </p:nvPr>
        </p:nvSpPr>
        <p:spPr>
          <a:xfrm>
            <a:off x="1115568" y="509521"/>
            <a:ext cx="10232136" cy="1014984"/>
          </a:xfrm>
        </p:spPr>
        <p:txBody>
          <a:bodyPr vert="horz" lIns="91440" tIns="45720" rIns="91440" bIns="45720" rtlCol="0">
            <a:normAutofit/>
          </a:bodyPr>
          <a:lstStyle/>
          <a:p>
            <a:r>
              <a:rPr lang="en-US" sz="4000" err="1"/>
              <a:t>Microprocesapor</a:t>
            </a:r>
            <a:r>
              <a:rPr lang="en-US" sz="4000" kern="1200">
                <a:latin typeface="+mj-lt"/>
                <a:ea typeface="+mj-ea"/>
                <a:cs typeface="+mj-cs"/>
              </a:rPr>
              <a:t>. </a:t>
            </a:r>
            <a:r>
              <a:rPr lang="en-US" sz="4000" err="1"/>
              <a:t>Encapsulado</a:t>
            </a:r>
            <a:endParaRPr lang="en-US" sz="4000" kern="1200" err="1">
              <a:latin typeface="+mj-lt"/>
              <a:ea typeface="Calibri Light"/>
              <a:cs typeface="Calibri Light"/>
            </a:endParaRPr>
          </a:p>
        </p:txBody>
      </p:sp>
      <p:sp>
        <p:nvSpPr>
          <p:cNvPr id="22" name="Rectangle 21">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Marcador de contenido 18">
            <a:extLst>
              <a:ext uri="{FF2B5EF4-FFF2-40B4-BE49-F238E27FC236}">
                <a16:creationId xmlns:a16="http://schemas.microsoft.com/office/drawing/2014/main" id="{4CFDCC0F-86B9-EA21-E101-54DFE5809A0D}"/>
              </a:ext>
            </a:extLst>
          </p:cNvPr>
          <p:cNvSpPr>
            <a:spLocks noGrp="1"/>
          </p:cNvSpPr>
          <p:nvPr>
            <p:ph idx="1"/>
          </p:nvPr>
        </p:nvSpPr>
        <p:spPr>
          <a:xfrm>
            <a:off x="838200" y="1825625"/>
            <a:ext cx="6988908" cy="4370876"/>
          </a:xfrm>
        </p:spPr>
        <p:txBody>
          <a:bodyPr vert="horz" lIns="91440" tIns="45720" rIns="91440" bIns="45720" rtlCol="0" anchor="t">
            <a:normAutofit fontScale="70000" lnSpcReduction="20000"/>
          </a:bodyPr>
          <a:lstStyle/>
          <a:p>
            <a:r>
              <a:rPr lang="es-ES" b="1">
                <a:latin typeface="Arial"/>
                <a:ea typeface="+mn-lt"/>
                <a:cs typeface="Arial"/>
              </a:rPr>
              <a:t>LGA (</a:t>
            </a:r>
            <a:r>
              <a:rPr lang="es-ES" b="1" err="1">
                <a:latin typeface="Arial"/>
                <a:ea typeface="+mn-lt"/>
                <a:cs typeface="Arial"/>
              </a:rPr>
              <a:t>Land</a:t>
            </a:r>
            <a:r>
              <a:rPr lang="es-ES" b="1">
                <a:latin typeface="Arial"/>
                <a:ea typeface="+mn-lt"/>
                <a:cs typeface="Arial"/>
              </a:rPr>
              <a:t> </a:t>
            </a:r>
            <a:r>
              <a:rPr lang="es-ES" b="1" err="1">
                <a:latin typeface="Arial"/>
                <a:ea typeface="+mn-lt"/>
                <a:cs typeface="Arial"/>
              </a:rPr>
              <a:t>Grid</a:t>
            </a:r>
            <a:r>
              <a:rPr lang="es-ES" b="1">
                <a:latin typeface="Arial"/>
                <a:ea typeface="+mn-lt"/>
                <a:cs typeface="Arial"/>
              </a:rPr>
              <a:t> Array)</a:t>
            </a:r>
            <a:r>
              <a:rPr lang="es-ES">
                <a:ea typeface="+mn-lt"/>
                <a:cs typeface="+mn-lt"/>
              </a:rPr>
              <a:t>: Los conectores no están en el microprocesador sino en el socket (sobre la placa). En el micro hay unas pequeñas superficies. Se puede conectar sobre el socket o soldarlo directamente a la placa.</a:t>
            </a:r>
          </a:p>
          <a:p>
            <a:br>
              <a:rPr lang="en-US"/>
            </a:br>
            <a:r>
              <a:rPr lang="es-ES" b="1">
                <a:latin typeface="Arial"/>
                <a:cs typeface="Arial"/>
              </a:rPr>
              <a:t>BGA </a:t>
            </a:r>
            <a:r>
              <a:rPr lang="es-ES" b="1">
                <a:latin typeface="Arial"/>
                <a:ea typeface="Calibri" panose="020F0502020204030204"/>
                <a:cs typeface="Arial"/>
              </a:rPr>
              <a:t>(Ball </a:t>
            </a:r>
            <a:r>
              <a:rPr lang="es-ES" b="1" err="1">
                <a:latin typeface="Arial"/>
                <a:ea typeface="Calibri" panose="020F0502020204030204"/>
                <a:cs typeface="Arial"/>
              </a:rPr>
              <a:t>Grid</a:t>
            </a:r>
            <a:r>
              <a:rPr lang="es-ES" b="1">
                <a:latin typeface="Arial"/>
                <a:ea typeface="Calibri" panose="020F0502020204030204"/>
                <a:cs typeface="Arial"/>
              </a:rPr>
              <a:t> Array)</a:t>
            </a:r>
            <a:r>
              <a:rPr lang="es-ES">
                <a:ea typeface="+mn-lt"/>
                <a:cs typeface="+mn-lt"/>
              </a:rPr>
              <a:t>: Sucesor del PGA. Este tipo de encapsulado no tiene patillas sino contactos (bolitas de cobre), que facilitan la colocación en el zócalo. Éstas se sueldan directamente a la placa base. Utilizado en la actualidad a partir del Intel Pentium 4 y en el Intel </a:t>
            </a:r>
            <a:r>
              <a:rPr lang="es-ES" err="1">
                <a:ea typeface="+mn-lt"/>
                <a:cs typeface="+mn-lt"/>
              </a:rPr>
              <a:t>Xeron</a:t>
            </a:r>
            <a:r>
              <a:rPr lang="es-ES">
                <a:ea typeface="+mn-lt"/>
                <a:cs typeface="+mn-lt"/>
              </a:rPr>
              <a:t>, Intel Core 2 </a:t>
            </a:r>
            <a:r>
              <a:rPr lang="es-ES" err="1">
                <a:ea typeface="+mn-lt"/>
                <a:cs typeface="+mn-lt"/>
              </a:rPr>
              <a:t>Duo</a:t>
            </a:r>
            <a:r>
              <a:rPr lang="es-ES">
                <a:ea typeface="+mn-lt"/>
                <a:cs typeface="+mn-lt"/>
              </a:rPr>
              <a:t> y AMD Opteron.</a:t>
            </a:r>
            <a:endParaRPr lang="en-US">
              <a:ea typeface="+mn-lt"/>
              <a:cs typeface="+mn-lt"/>
            </a:endParaRPr>
          </a:p>
          <a:p>
            <a:pPr marL="0" indent="0" algn="ctr">
              <a:buNone/>
            </a:pPr>
            <a:endParaRPr lang="es-ES" sz="1400" i="1">
              <a:latin typeface="Arial"/>
              <a:ea typeface="Calibri" panose="020F0502020204030204"/>
              <a:cs typeface="Arial"/>
            </a:endParaRPr>
          </a:p>
          <a:p>
            <a:br>
              <a:rPr lang="en-US"/>
            </a:br>
            <a:r>
              <a:rPr lang="es-ES" b="1">
                <a:latin typeface="Arial"/>
                <a:ea typeface="Calibri" panose="020F0502020204030204"/>
                <a:cs typeface="Arial"/>
              </a:rPr>
              <a:t>SEC (Single Edge </a:t>
            </a:r>
            <a:r>
              <a:rPr lang="es-ES" b="1" err="1">
                <a:latin typeface="Arial"/>
                <a:ea typeface="Calibri" panose="020F0502020204030204"/>
                <a:cs typeface="Arial"/>
              </a:rPr>
              <a:t>Connect</a:t>
            </a:r>
            <a:r>
              <a:rPr lang="es-ES" b="1">
                <a:latin typeface="Arial"/>
                <a:ea typeface="+mn-lt"/>
                <a:cs typeface="Arial"/>
              </a:rPr>
              <a:t>)</a:t>
            </a:r>
            <a:r>
              <a:rPr lang="es-ES">
                <a:ea typeface="+mn-lt"/>
                <a:cs typeface="+mn-lt"/>
              </a:rPr>
              <a:t>: Tipo de encapsulado que se usa en el Pentium II. Se decidió entonces el uso de este formato para poder mejorar la disipación del calor. No tuvo demasiado éxito y en los próximos microprocesadores el formato usado fue el PGA o LGA.</a:t>
            </a:r>
            <a:endParaRPr lang="es-ES"/>
          </a:p>
          <a:p>
            <a:endParaRPr lang="es-ES"/>
          </a:p>
          <a:p>
            <a:endParaRPr lang="es-ES">
              <a:ea typeface="Calibri"/>
              <a:cs typeface="Calibri"/>
            </a:endParaRPr>
          </a:p>
          <a:p>
            <a:pPr marL="457200" indent="-457200"/>
            <a:endParaRPr lang="es-ES">
              <a:ea typeface="Calibri"/>
              <a:cs typeface="Calibri"/>
            </a:endParaRPr>
          </a:p>
          <a:p>
            <a:pPr algn="ctr"/>
            <a:endParaRPr lang="es-ES">
              <a:ea typeface="Calibri"/>
              <a:cs typeface="Calibri"/>
            </a:endParaRPr>
          </a:p>
          <a:p>
            <a:endParaRPr lang="es-ES">
              <a:ea typeface="Calibri"/>
              <a:cs typeface="Calibri"/>
            </a:endParaRPr>
          </a:p>
        </p:txBody>
      </p:sp>
      <p:pic>
        <p:nvPicPr>
          <p:cNvPr id="3" name="Imagen 2" descr="Código QR&#10;&#10;Descripción generada automáticamente">
            <a:extLst>
              <a:ext uri="{FF2B5EF4-FFF2-40B4-BE49-F238E27FC236}">
                <a16:creationId xmlns:a16="http://schemas.microsoft.com/office/drawing/2014/main" id="{E031678B-E4D1-89B2-737F-6A756B469DF3}"/>
              </a:ext>
            </a:extLst>
          </p:cNvPr>
          <p:cNvPicPr>
            <a:picLocks noChangeAspect="1"/>
          </p:cNvPicPr>
          <p:nvPr/>
        </p:nvPicPr>
        <p:blipFill>
          <a:blip r:embed="rId2"/>
          <a:stretch>
            <a:fillRect/>
          </a:stretch>
        </p:blipFill>
        <p:spPr>
          <a:xfrm>
            <a:off x="9065969" y="417879"/>
            <a:ext cx="1914525" cy="2114550"/>
          </a:xfrm>
          <a:prstGeom prst="rect">
            <a:avLst/>
          </a:prstGeom>
        </p:spPr>
      </p:pic>
      <p:pic>
        <p:nvPicPr>
          <p:cNvPr id="4" name="Imagen 3" descr="Imagen que contiene electrónica, circuito&#10;&#10;Descripción generada automáticamente">
            <a:extLst>
              <a:ext uri="{FF2B5EF4-FFF2-40B4-BE49-F238E27FC236}">
                <a16:creationId xmlns:a16="http://schemas.microsoft.com/office/drawing/2014/main" id="{8716FD05-AC9A-D833-62FF-0437562C1F24}"/>
              </a:ext>
            </a:extLst>
          </p:cNvPr>
          <p:cNvPicPr>
            <a:picLocks noChangeAspect="1"/>
          </p:cNvPicPr>
          <p:nvPr/>
        </p:nvPicPr>
        <p:blipFill>
          <a:blip r:embed="rId3"/>
          <a:stretch>
            <a:fillRect/>
          </a:stretch>
        </p:blipFill>
        <p:spPr>
          <a:xfrm>
            <a:off x="9061573" y="2557462"/>
            <a:ext cx="2333625" cy="1743075"/>
          </a:xfrm>
          <a:prstGeom prst="rect">
            <a:avLst/>
          </a:prstGeom>
        </p:spPr>
      </p:pic>
      <p:pic>
        <p:nvPicPr>
          <p:cNvPr id="5" name="Imagen 4" descr="Imagen que contiene electrónica, circuito&#10;&#10;Descripción generada automáticamente">
            <a:extLst>
              <a:ext uri="{FF2B5EF4-FFF2-40B4-BE49-F238E27FC236}">
                <a16:creationId xmlns:a16="http://schemas.microsoft.com/office/drawing/2014/main" id="{C41CBBC9-9DD6-52D8-D6FD-4310822FA74A}"/>
              </a:ext>
            </a:extLst>
          </p:cNvPr>
          <p:cNvPicPr>
            <a:picLocks noChangeAspect="1"/>
          </p:cNvPicPr>
          <p:nvPr/>
        </p:nvPicPr>
        <p:blipFill>
          <a:blip r:embed="rId4"/>
          <a:stretch>
            <a:fillRect/>
          </a:stretch>
        </p:blipFill>
        <p:spPr>
          <a:xfrm>
            <a:off x="8553938" y="4597512"/>
            <a:ext cx="2743200" cy="1453438"/>
          </a:xfrm>
          <a:prstGeom prst="rect">
            <a:avLst/>
          </a:prstGeom>
        </p:spPr>
      </p:pic>
    </p:spTree>
    <p:extLst>
      <p:ext uri="{BB962C8B-B14F-4D97-AF65-F5344CB8AC3E}">
        <p14:creationId xmlns:p14="http://schemas.microsoft.com/office/powerpoint/2010/main" val="4279637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C45926-D7D9-4E17-81BB-1DC2DD638835}"/>
              </a:ext>
            </a:extLst>
          </p:cNvPr>
          <p:cNvSpPr>
            <a:spLocks noGrp="1"/>
          </p:cNvSpPr>
          <p:nvPr>
            <p:ph type="title"/>
          </p:nvPr>
        </p:nvSpPr>
        <p:spPr/>
        <p:txBody>
          <a:bodyPr/>
          <a:lstStyle/>
          <a:p>
            <a:r>
              <a:rPr lang="es-ES">
                <a:ea typeface="Calibri Light"/>
                <a:cs typeface="Calibri Light"/>
              </a:rPr>
              <a:t>Microprocesador. Zócalo</a:t>
            </a:r>
            <a:endParaRPr lang="es-ES"/>
          </a:p>
        </p:txBody>
      </p:sp>
      <p:sp>
        <p:nvSpPr>
          <p:cNvPr id="3" name="Marcador de contenido 2">
            <a:extLst>
              <a:ext uri="{FF2B5EF4-FFF2-40B4-BE49-F238E27FC236}">
                <a16:creationId xmlns:a16="http://schemas.microsoft.com/office/drawing/2014/main" id="{DAF285E2-3C70-4A30-4EB4-22E0280BB21F}"/>
              </a:ext>
            </a:extLst>
          </p:cNvPr>
          <p:cNvSpPr>
            <a:spLocks noGrp="1"/>
          </p:cNvSpPr>
          <p:nvPr>
            <p:ph idx="1"/>
          </p:nvPr>
        </p:nvSpPr>
        <p:spPr>
          <a:xfrm>
            <a:off x="838200" y="1825625"/>
            <a:ext cx="8522677" cy="4351338"/>
          </a:xfrm>
        </p:spPr>
        <p:txBody>
          <a:bodyPr vert="horz" lIns="91440" tIns="45720" rIns="91440" bIns="45720" rtlCol="0" anchor="t">
            <a:normAutofit fontScale="77500" lnSpcReduction="20000"/>
          </a:bodyPr>
          <a:lstStyle/>
          <a:p>
            <a:r>
              <a:rPr lang="es-ES">
                <a:ea typeface="+mn-lt"/>
                <a:cs typeface="+mn-lt"/>
              </a:rPr>
              <a:t>El zócalo es el elemento de la placa base donde se conecta el microprocesador y que permite la conexión con el resto de componentes del PC.</a:t>
            </a:r>
            <a:endParaRPr lang="es-ES">
              <a:ea typeface="Calibri" panose="020F0502020204030204"/>
              <a:cs typeface="Calibri" panose="020F0502020204030204"/>
            </a:endParaRPr>
          </a:p>
          <a:p>
            <a:pPr marL="457200" indent="-457200"/>
            <a:br>
              <a:rPr lang="en-US"/>
            </a:br>
            <a:r>
              <a:rPr lang="es-ES" b="1">
                <a:latin typeface="Arial"/>
                <a:ea typeface="Calibri"/>
                <a:cs typeface="Arial"/>
              </a:rPr>
              <a:t>ZIF (Zero </a:t>
            </a:r>
            <a:r>
              <a:rPr lang="es-ES" b="1" err="1">
                <a:latin typeface="Arial"/>
                <a:ea typeface="Calibri"/>
                <a:cs typeface="Arial"/>
              </a:rPr>
              <a:t>Insertion</a:t>
            </a:r>
            <a:r>
              <a:rPr lang="es-ES" b="1">
                <a:latin typeface="Arial"/>
                <a:ea typeface="Calibri"/>
                <a:cs typeface="Arial"/>
              </a:rPr>
              <a:t> </a:t>
            </a:r>
            <a:r>
              <a:rPr lang="es-ES" b="1" err="1">
                <a:latin typeface="Arial"/>
                <a:ea typeface="Calibri"/>
                <a:cs typeface="Arial"/>
              </a:rPr>
              <a:t>Force</a:t>
            </a:r>
            <a:r>
              <a:rPr lang="es-ES" b="1">
                <a:latin typeface="Arial"/>
                <a:ea typeface="Calibri"/>
                <a:cs typeface="Arial"/>
              </a:rPr>
              <a:t>)</a:t>
            </a:r>
            <a:r>
              <a:rPr lang="es-ES">
                <a:ea typeface="+mn-lt"/>
                <a:cs typeface="+mn-lt"/>
              </a:rPr>
              <a:t>: Son zócalos de </a:t>
            </a:r>
            <a:r>
              <a:rPr lang="es-ES" b="1">
                <a:latin typeface="Arial"/>
                <a:ea typeface="Calibri"/>
                <a:cs typeface="Arial"/>
              </a:rPr>
              <a:t>“fuerza de inserción cero”</a:t>
            </a:r>
            <a:r>
              <a:rPr lang="es-ES">
                <a:ea typeface="+mn-lt"/>
                <a:cs typeface="+mn-lt"/>
              </a:rPr>
              <a:t>. Son los zócalos usados en los PGA. Disponen de una pequeña palanca que debemos colocar en posición vertical a la hora de montar el microprocesador.</a:t>
            </a:r>
            <a:endParaRPr lang="es-ES">
              <a:ea typeface="Calibri"/>
              <a:cs typeface="Calibri"/>
            </a:endParaRPr>
          </a:p>
          <a:p>
            <a:pPr marL="457200" indent="-457200"/>
            <a:br>
              <a:rPr lang="en-US"/>
            </a:br>
            <a:r>
              <a:rPr lang="es-ES" b="1">
                <a:latin typeface="Arial"/>
                <a:ea typeface="Calibri"/>
                <a:cs typeface="Arial"/>
              </a:rPr>
              <a:t>Slot A</a:t>
            </a:r>
            <a:r>
              <a:rPr lang="es-ES">
                <a:ea typeface="+mn-lt"/>
                <a:cs typeface="+mn-lt"/>
              </a:rPr>
              <a:t>: zócalo creado para el encapsulado SEC, microprocesador Pentium II.</a:t>
            </a:r>
            <a:endParaRPr lang="es-ES">
              <a:ea typeface="Calibri" panose="020F0502020204030204"/>
              <a:cs typeface="Calibri" panose="020F0502020204030204"/>
            </a:endParaRPr>
          </a:p>
          <a:p>
            <a:pPr marL="457200" indent="-457200"/>
            <a:endParaRPr lang="es-ES">
              <a:ea typeface="Calibri" panose="020F0502020204030204"/>
              <a:cs typeface="Calibri" panose="020F0502020204030204"/>
            </a:endParaRPr>
          </a:p>
          <a:p>
            <a:pPr marL="457200" indent="-457200"/>
            <a:r>
              <a:rPr lang="es-ES" b="1">
                <a:latin typeface="Arial"/>
                <a:ea typeface="Calibri"/>
                <a:cs typeface="Arial"/>
              </a:rPr>
              <a:t>LGA (</a:t>
            </a:r>
            <a:r>
              <a:rPr lang="es-ES" b="1" err="1">
                <a:latin typeface="Arial"/>
                <a:ea typeface="Calibri"/>
                <a:cs typeface="Arial"/>
              </a:rPr>
              <a:t>Land</a:t>
            </a:r>
            <a:r>
              <a:rPr lang="es-ES" b="1">
                <a:latin typeface="Arial"/>
                <a:ea typeface="Calibri"/>
                <a:cs typeface="Arial"/>
              </a:rPr>
              <a:t> </a:t>
            </a:r>
            <a:r>
              <a:rPr lang="es-ES" b="1" err="1">
                <a:latin typeface="Arial"/>
                <a:ea typeface="Calibri"/>
                <a:cs typeface="Arial"/>
              </a:rPr>
              <a:t>Grid</a:t>
            </a:r>
            <a:r>
              <a:rPr lang="es-ES" b="1">
                <a:latin typeface="Arial"/>
                <a:ea typeface="Calibri"/>
                <a:cs typeface="Arial"/>
              </a:rPr>
              <a:t> Array)</a:t>
            </a:r>
            <a:r>
              <a:rPr lang="es-ES">
                <a:ea typeface="+mn-lt"/>
                <a:cs typeface="+mn-lt"/>
              </a:rPr>
              <a:t>: tipo de zócalo usado actualmente por los microprocesadores Intel. El encapsulado que admite es del tipo LGA.</a:t>
            </a:r>
            <a:br>
              <a:rPr lang="en-US"/>
            </a:br>
            <a:endParaRPr lang="en-US">
              <a:ea typeface="Calibri" panose="020F0502020204030204"/>
              <a:cs typeface="Calibri" panose="020F0502020204030204"/>
            </a:endParaRPr>
          </a:p>
          <a:p>
            <a:endParaRPr lang="es-ES"/>
          </a:p>
          <a:p>
            <a:endParaRPr lang="es-ES">
              <a:ea typeface="Calibri" panose="020F0502020204030204"/>
              <a:cs typeface="Calibri" panose="020F0502020204030204"/>
            </a:endParaRPr>
          </a:p>
        </p:txBody>
      </p:sp>
      <p:pic>
        <p:nvPicPr>
          <p:cNvPr id="4" name="Imagen 3">
            <a:extLst>
              <a:ext uri="{FF2B5EF4-FFF2-40B4-BE49-F238E27FC236}">
                <a16:creationId xmlns:a16="http://schemas.microsoft.com/office/drawing/2014/main" id="{2983670D-963B-D01C-56ED-8874882CCE8E}"/>
              </a:ext>
            </a:extLst>
          </p:cNvPr>
          <p:cNvPicPr>
            <a:picLocks noChangeAspect="1"/>
          </p:cNvPicPr>
          <p:nvPr/>
        </p:nvPicPr>
        <p:blipFill>
          <a:blip r:embed="rId2"/>
          <a:stretch>
            <a:fillRect/>
          </a:stretch>
        </p:blipFill>
        <p:spPr>
          <a:xfrm>
            <a:off x="9130323" y="935692"/>
            <a:ext cx="2743200" cy="2173077"/>
          </a:xfrm>
          <a:prstGeom prst="rect">
            <a:avLst/>
          </a:prstGeom>
        </p:spPr>
      </p:pic>
      <p:pic>
        <p:nvPicPr>
          <p:cNvPr id="5" name="Imagen 4" descr="Imagen que contiene caja, circuito, gato&#10;&#10;Descripción generada automáticamente">
            <a:extLst>
              <a:ext uri="{FF2B5EF4-FFF2-40B4-BE49-F238E27FC236}">
                <a16:creationId xmlns:a16="http://schemas.microsoft.com/office/drawing/2014/main" id="{5BABAC55-C96E-6BAC-ACEF-F3C6AC80317B}"/>
              </a:ext>
            </a:extLst>
          </p:cNvPr>
          <p:cNvPicPr>
            <a:picLocks noChangeAspect="1"/>
          </p:cNvPicPr>
          <p:nvPr/>
        </p:nvPicPr>
        <p:blipFill>
          <a:blip r:embed="rId3"/>
          <a:stretch>
            <a:fillRect/>
          </a:stretch>
        </p:blipFill>
        <p:spPr>
          <a:xfrm>
            <a:off x="9218246" y="3183398"/>
            <a:ext cx="2743200" cy="1429049"/>
          </a:xfrm>
          <a:prstGeom prst="rect">
            <a:avLst/>
          </a:prstGeom>
        </p:spPr>
      </p:pic>
      <p:pic>
        <p:nvPicPr>
          <p:cNvPr id="6" name="Imagen 5">
            <a:extLst>
              <a:ext uri="{FF2B5EF4-FFF2-40B4-BE49-F238E27FC236}">
                <a16:creationId xmlns:a16="http://schemas.microsoft.com/office/drawing/2014/main" id="{90441956-763A-BB53-A1BA-BAA1B4ED982E}"/>
              </a:ext>
            </a:extLst>
          </p:cNvPr>
          <p:cNvPicPr>
            <a:picLocks noChangeAspect="1"/>
          </p:cNvPicPr>
          <p:nvPr/>
        </p:nvPicPr>
        <p:blipFill>
          <a:blip r:embed="rId4"/>
          <a:stretch>
            <a:fillRect/>
          </a:stretch>
        </p:blipFill>
        <p:spPr>
          <a:xfrm>
            <a:off x="9532571" y="4571267"/>
            <a:ext cx="2114550" cy="2228850"/>
          </a:xfrm>
          <a:prstGeom prst="rect">
            <a:avLst/>
          </a:prstGeom>
        </p:spPr>
      </p:pic>
    </p:spTree>
    <p:extLst>
      <p:ext uri="{BB962C8B-B14F-4D97-AF65-F5344CB8AC3E}">
        <p14:creationId xmlns:p14="http://schemas.microsoft.com/office/powerpoint/2010/main" val="147815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0C45926-D7D9-4E17-81BB-1DC2DD638835}"/>
              </a:ext>
            </a:extLst>
          </p:cNvPr>
          <p:cNvSpPr>
            <a:spLocks noGrp="1"/>
          </p:cNvSpPr>
          <p:nvPr>
            <p:ph type="title"/>
          </p:nvPr>
        </p:nvSpPr>
        <p:spPr>
          <a:xfrm>
            <a:off x="838201" y="643467"/>
            <a:ext cx="3888526" cy="1800526"/>
          </a:xfrm>
        </p:spPr>
        <p:txBody>
          <a:bodyPr>
            <a:normAutofit/>
          </a:bodyPr>
          <a:lstStyle/>
          <a:p>
            <a:r>
              <a:rPr lang="es-ES" sz="4100">
                <a:ea typeface="Calibri Light"/>
                <a:cs typeface="Calibri Light"/>
              </a:rPr>
              <a:t>Microprocesador. Zócalo</a:t>
            </a:r>
            <a:endParaRPr lang="es-ES" sz="4100"/>
          </a:p>
        </p:txBody>
      </p:sp>
      <p:sp>
        <p:nvSpPr>
          <p:cNvPr id="3" name="Marcador de contenido 2">
            <a:extLst>
              <a:ext uri="{FF2B5EF4-FFF2-40B4-BE49-F238E27FC236}">
                <a16:creationId xmlns:a16="http://schemas.microsoft.com/office/drawing/2014/main" id="{DAF285E2-3C70-4A30-4EB4-22E0280BB21F}"/>
              </a:ext>
            </a:extLst>
          </p:cNvPr>
          <p:cNvSpPr>
            <a:spLocks noGrp="1"/>
          </p:cNvSpPr>
          <p:nvPr>
            <p:ph idx="1"/>
          </p:nvPr>
        </p:nvSpPr>
        <p:spPr>
          <a:xfrm>
            <a:off x="838201" y="2623381"/>
            <a:ext cx="3888528" cy="3553581"/>
          </a:xfrm>
        </p:spPr>
        <p:txBody>
          <a:bodyPr vert="horz" lIns="91440" tIns="45720" rIns="91440" bIns="45720" rtlCol="0">
            <a:normAutofit/>
          </a:bodyPr>
          <a:lstStyle/>
          <a:p>
            <a:pPr marL="0" indent="0">
              <a:buNone/>
            </a:pPr>
            <a:endParaRPr lang="es-ES" sz="2000">
              <a:ea typeface="Calibri" panose="020F0502020204030204"/>
              <a:cs typeface="Calibri" panose="020F0502020204030204"/>
            </a:endParaRPr>
          </a:p>
          <a:p>
            <a:endParaRPr lang="es-ES" sz="2000">
              <a:ea typeface="Calibri" panose="020F0502020204030204"/>
              <a:cs typeface="Calibri" panose="020F0502020204030204"/>
            </a:endParaRPr>
          </a:p>
        </p:txBody>
      </p:sp>
      <p:pic>
        <p:nvPicPr>
          <p:cNvPr id="4" name="Imagen 3" descr="Imagen que contiene Interfaz de usuario gráfica&#10;&#10;Descripción generada automáticamente">
            <a:extLst>
              <a:ext uri="{FF2B5EF4-FFF2-40B4-BE49-F238E27FC236}">
                <a16:creationId xmlns:a16="http://schemas.microsoft.com/office/drawing/2014/main" id="{D3CAE42D-FF20-C3F9-EB07-194CDCAEFA1C}"/>
              </a:ext>
            </a:extLst>
          </p:cNvPr>
          <p:cNvPicPr>
            <a:picLocks noChangeAspect="1"/>
          </p:cNvPicPr>
          <p:nvPr/>
        </p:nvPicPr>
        <p:blipFill>
          <a:blip r:embed="rId2"/>
          <a:stretch>
            <a:fillRect/>
          </a:stretch>
        </p:blipFill>
        <p:spPr>
          <a:xfrm>
            <a:off x="6875863" y="643234"/>
            <a:ext cx="4597792" cy="5599876"/>
          </a:xfrm>
          <a:prstGeom prst="rect">
            <a:avLst/>
          </a:prstGeom>
        </p:spPr>
      </p:pic>
      <p:sp>
        <p:nvSpPr>
          <p:cNvPr id="5" name="CuadroTexto 4">
            <a:extLst>
              <a:ext uri="{FF2B5EF4-FFF2-40B4-BE49-F238E27FC236}">
                <a16:creationId xmlns:a16="http://schemas.microsoft.com/office/drawing/2014/main" id="{6731A922-2814-D644-E0FA-FE1943467E87}"/>
              </a:ext>
            </a:extLst>
          </p:cNvPr>
          <p:cNvSpPr txBox="1"/>
          <p:nvPr/>
        </p:nvSpPr>
        <p:spPr>
          <a:xfrm>
            <a:off x="2346960" y="3413760"/>
            <a:ext cx="31089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ea typeface="Calibri"/>
                <a:cs typeface="Calibri"/>
              </a:rPr>
              <a:t>Utilizado en los procesadores AMD</a:t>
            </a:r>
          </a:p>
        </p:txBody>
      </p:sp>
    </p:spTree>
    <p:extLst>
      <p:ext uri="{BB962C8B-B14F-4D97-AF65-F5344CB8AC3E}">
        <p14:creationId xmlns:p14="http://schemas.microsoft.com/office/powerpoint/2010/main" val="2056327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6A97400-7ABE-53DC-DB0A-91B159CA9B94}"/>
              </a:ext>
            </a:extLst>
          </p:cNvPr>
          <p:cNvSpPr>
            <a:spLocks noGrp="1"/>
          </p:cNvSpPr>
          <p:nvPr>
            <p:ph type="title"/>
          </p:nvPr>
        </p:nvSpPr>
        <p:spPr>
          <a:xfrm>
            <a:off x="838201" y="643467"/>
            <a:ext cx="3888526" cy="1800526"/>
          </a:xfrm>
        </p:spPr>
        <p:txBody>
          <a:bodyPr>
            <a:normAutofit/>
          </a:bodyPr>
          <a:lstStyle/>
          <a:p>
            <a:r>
              <a:rPr lang="es-ES" sz="4100">
                <a:ea typeface="Calibri Light"/>
                <a:cs typeface="Calibri Light"/>
              </a:rPr>
              <a:t>La memoria principal . Memoria RAM</a:t>
            </a:r>
            <a:endParaRPr lang="es-ES" sz="4100"/>
          </a:p>
        </p:txBody>
      </p:sp>
      <p:sp>
        <p:nvSpPr>
          <p:cNvPr id="3" name="Marcador de contenido 2">
            <a:extLst>
              <a:ext uri="{FF2B5EF4-FFF2-40B4-BE49-F238E27FC236}">
                <a16:creationId xmlns:a16="http://schemas.microsoft.com/office/drawing/2014/main" id="{185CB1CD-1F22-3958-83EF-9834C57EFA6E}"/>
              </a:ext>
            </a:extLst>
          </p:cNvPr>
          <p:cNvSpPr>
            <a:spLocks noGrp="1"/>
          </p:cNvSpPr>
          <p:nvPr>
            <p:ph idx="1"/>
          </p:nvPr>
        </p:nvSpPr>
        <p:spPr>
          <a:xfrm>
            <a:off x="838201" y="2623381"/>
            <a:ext cx="3888528" cy="3553581"/>
          </a:xfrm>
        </p:spPr>
        <p:txBody>
          <a:bodyPr vert="horz" lIns="91440" tIns="45720" rIns="91440" bIns="45720" rtlCol="0">
            <a:normAutofit/>
          </a:bodyPr>
          <a:lstStyle/>
          <a:p>
            <a:r>
              <a:rPr lang="es-ES" sz="2000">
                <a:ea typeface="+mn-lt"/>
                <a:cs typeface="+mn-lt"/>
              </a:rPr>
              <a:t>La </a:t>
            </a:r>
            <a:r>
              <a:rPr lang="es-ES" sz="2000" b="1">
                <a:latin typeface="Arial"/>
                <a:cs typeface="Arial"/>
              </a:rPr>
              <a:t>memoria principal </a:t>
            </a:r>
            <a:r>
              <a:rPr lang="es-ES" sz="2000">
                <a:ea typeface="+mn-lt"/>
                <a:cs typeface="+mn-lt"/>
              </a:rPr>
              <a:t>o </a:t>
            </a:r>
            <a:r>
              <a:rPr lang="es-ES" sz="2000" b="1">
                <a:latin typeface="Arial"/>
                <a:cs typeface="Arial"/>
              </a:rPr>
              <a:t>RAM </a:t>
            </a:r>
            <a:r>
              <a:rPr lang="es-ES" sz="2000">
                <a:ea typeface="+mn-lt"/>
                <a:cs typeface="+mn-lt"/>
              </a:rPr>
              <a:t>(</a:t>
            </a:r>
            <a:r>
              <a:rPr lang="es-ES" sz="2000" i="1">
                <a:latin typeface="Arial"/>
                <a:cs typeface="Arial"/>
              </a:rPr>
              <a:t>Random Access Memory</a:t>
            </a:r>
            <a:r>
              <a:rPr lang="es-ES" sz="2000">
                <a:ea typeface="+mn-lt"/>
                <a:cs typeface="+mn-lt"/>
              </a:rPr>
              <a:t>, memoria de acceso aleatorio) es donde el ordenador guarda los datos que está utilizando en el momento actual, con el equipo encendido y operativo. Su capacidad de almacenamiento se mide en megabytes (MB) y múltiplos, siendo valores habituales hoy 4 GB, 8 GB o 16 GB</a:t>
            </a:r>
            <a:endParaRPr lang="es-ES" sz="2000"/>
          </a:p>
        </p:txBody>
      </p:sp>
      <p:pic>
        <p:nvPicPr>
          <p:cNvPr id="16" name="Graphic 6" descr="Ordenador">
            <a:extLst>
              <a:ext uri="{FF2B5EF4-FFF2-40B4-BE49-F238E27FC236}">
                <a16:creationId xmlns:a16="http://schemas.microsoft.com/office/drawing/2014/main" id="{2C078391-BB40-1F65-64E9-44225A8412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00986" y="1069398"/>
            <a:ext cx="4747547" cy="4747547"/>
          </a:xfrm>
          <a:prstGeom prst="rect">
            <a:avLst/>
          </a:prstGeom>
        </p:spPr>
      </p:pic>
    </p:spTree>
    <p:extLst>
      <p:ext uri="{BB962C8B-B14F-4D97-AF65-F5344CB8AC3E}">
        <p14:creationId xmlns:p14="http://schemas.microsoft.com/office/powerpoint/2010/main" val="614740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6A97400-7ABE-53DC-DB0A-91B159CA9B94}"/>
              </a:ext>
            </a:extLst>
          </p:cNvPr>
          <p:cNvSpPr>
            <a:spLocks noGrp="1"/>
          </p:cNvSpPr>
          <p:nvPr>
            <p:ph type="title"/>
          </p:nvPr>
        </p:nvSpPr>
        <p:spPr>
          <a:xfrm>
            <a:off x="838201" y="643467"/>
            <a:ext cx="3888526" cy="1800526"/>
          </a:xfrm>
        </p:spPr>
        <p:txBody>
          <a:bodyPr>
            <a:normAutofit/>
          </a:bodyPr>
          <a:lstStyle/>
          <a:p>
            <a:r>
              <a:rPr lang="es-ES" sz="4100">
                <a:ea typeface="Calibri Light"/>
                <a:cs typeface="Calibri Light"/>
              </a:rPr>
              <a:t>La memoria principal . Memoria RAM</a:t>
            </a:r>
            <a:endParaRPr lang="es-ES" sz="4100"/>
          </a:p>
        </p:txBody>
      </p:sp>
      <p:sp>
        <p:nvSpPr>
          <p:cNvPr id="3" name="Marcador de contenido 2">
            <a:extLst>
              <a:ext uri="{FF2B5EF4-FFF2-40B4-BE49-F238E27FC236}">
                <a16:creationId xmlns:a16="http://schemas.microsoft.com/office/drawing/2014/main" id="{185CB1CD-1F22-3958-83EF-9834C57EFA6E}"/>
              </a:ext>
            </a:extLst>
          </p:cNvPr>
          <p:cNvSpPr>
            <a:spLocks noGrp="1"/>
          </p:cNvSpPr>
          <p:nvPr>
            <p:ph idx="1"/>
          </p:nvPr>
        </p:nvSpPr>
        <p:spPr>
          <a:xfrm>
            <a:off x="838201" y="2623381"/>
            <a:ext cx="3888528" cy="3553581"/>
          </a:xfrm>
        </p:spPr>
        <p:txBody>
          <a:bodyPr vert="horz" lIns="91440" tIns="45720" rIns="91440" bIns="45720" rtlCol="0" anchor="t">
            <a:normAutofit lnSpcReduction="10000"/>
          </a:bodyPr>
          <a:lstStyle/>
          <a:p>
            <a:r>
              <a:rPr lang="es-ES" sz="2000" dirty="0">
                <a:ea typeface="+mn-lt"/>
                <a:cs typeface="+mn-lt"/>
              </a:rPr>
              <a:t>En la actualidad los ordenadores tienen memoria RAM en muchos componentes internos. Por ejemplo, en el procesador (memoria caché, registros), en los lectores ópticos (buffer o caché) o en las tarjetas gráficas (memoria de video o gráfica), aunque cuando hablamos de memoria RAM estamos hablando principalmente de los módulos de memoria que se insertan en la placa base.</a:t>
            </a:r>
          </a:p>
        </p:txBody>
      </p:sp>
      <p:pic>
        <p:nvPicPr>
          <p:cNvPr id="16" name="Graphic 6" descr="Ordenador">
            <a:extLst>
              <a:ext uri="{FF2B5EF4-FFF2-40B4-BE49-F238E27FC236}">
                <a16:creationId xmlns:a16="http://schemas.microsoft.com/office/drawing/2014/main" id="{2C078391-BB40-1F65-64E9-44225A8412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00986" y="1069398"/>
            <a:ext cx="4747547" cy="4747547"/>
          </a:xfrm>
          <a:prstGeom prst="rect">
            <a:avLst/>
          </a:prstGeom>
        </p:spPr>
      </p:pic>
    </p:spTree>
    <p:extLst>
      <p:ext uri="{BB962C8B-B14F-4D97-AF65-F5344CB8AC3E}">
        <p14:creationId xmlns:p14="http://schemas.microsoft.com/office/powerpoint/2010/main" val="3935153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6A97400-7ABE-53DC-DB0A-91B159CA9B94}"/>
              </a:ext>
            </a:extLst>
          </p:cNvPr>
          <p:cNvSpPr>
            <a:spLocks noGrp="1"/>
          </p:cNvSpPr>
          <p:nvPr>
            <p:ph type="title"/>
          </p:nvPr>
        </p:nvSpPr>
        <p:spPr>
          <a:xfrm>
            <a:off x="708315" y="-118533"/>
            <a:ext cx="8062207" cy="1800526"/>
          </a:xfrm>
        </p:spPr>
        <p:txBody>
          <a:bodyPr>
            <a:normAutofit/>
          </a:bodyPr>
          <a:lstStyle/>
          <a:p>
            <a:r>
              <a:rPr lang="es-ES" sz="4100" dirty="0">
                <a:ea typeface="Calibri Light"/>
                <a:cs typeface="Calibri Light"/>
              </a:rPr>
              <a:t>La memoria principal. Composición</a:t>
            </a:r>
            <a:endParaRPr lang="es-ES" sz="4100" dirty="0"/>
          </a:p>
        </p:txBody>
      </p:sp>
      <p:sp>
        <p:nvSpPr>
          <p:cNvPr id="3" name="Marcador de contenido 2">
            <a:extLst>
              <a:ext uri="{FF2B5EF4-FFF2-40B4-BE49-F238E27FC236}">
                <a16:creationId xmlns:a16="http://schemas.microsoft.com/office/drawing/2014/main" id="{185CB1CD-1F22-3958-83EF-9834C57EFA6E}"/>
              </a:ext>
            </a:extLst>
          </p:cNvPr>
          <p:cNvSpPr>
            <a:spLocks noGrp="1"/>
          </p:cNvSpPr>
          <p:nvPr>
            <p:ph idx="1"/>
          </p:nvPr>
        </p:nvSpPr>
        <p:spPr>
          <a:xfrm>
            <a:off x="838201" y="1307200"/>
            <a:ext cx="8130246" cy="4869762"/>
          </a:xfrm>
        </p:spPr>
        <p:txBody>
          <a:bodyPr vert="horz" lIns="91440" tIns="45720" rIns="91440" bIns="45720" rtlCol="0" anchor="t">
            <a:normAutofit lnSpcReduction="10000"/>
          </a:bodyPr>
          <a:lstStyle/>
          <a:p>
            <a:r>
              <a:rPr lang="es-ES" sz="2000" dirty="0">
                <a:ea typeface="+mn-lt"/>
                <a:cs typeface="+mn-lt"/>
              </a:rPr>
              <a:t>Biestables: Un biestable es el “circuito secuencial” más pequeño. Podemos definir un circuito secuencial como aquel vibrador capaz de permanecer en uno de dos estados durante un tiempo indefinido en ausencia de perturbaciones (estable). El paso de un estado a otro se realiza variando sus entradas. </a:t>
            </a:r>
            <a:r>
              <a:rPr lang="es-ES" sz="2000" dirty="0">
                <a:ea typeface="+mn-lt"/>
                <a:cs typeface="+mn-lt"/>
                <a:hlinkClick r:id="rId2"/>
              </a:rPr>
              <a:t>Ejemplo de circuito biestable</a:t>
            </a:r>
            <a:r>
              <a:rPr lang="es-ES" sz="2000" dirty="0">
                <a:ea typeface="+mn-lt"/>
                <a:cs typeface="+mn-lt"/>
              </a:rPr>
              <a:t>.</a:t>
            </a:r>
            <a:endParaRPr lang="es-ES" dirty="0">
              <a:ea typeface="+mn-lt"/>
              <a:cs typeface="+mn-lt"/>
            </a:endParaRPr>
          </a:p>
          <a:p>
            <a:pPr lvl="1"/>
            <a:r>
              <a:rPr lang="es-ES" dirty="0">
                <a:ea typeface="Calibri"/>
                <a:cs typeface="Calibri"/>
              </a:rPr>
              <a:t>Biestables Asíncronos. Los cambios se producen en cualquier momento en que cambian las entradas</a:t>
            </a:r>
          </a:p>
          <a:p>
            <a:pPr lvl="1"/>
            <a:r>
              <a:rPr lang="es-ES" dirty="0">
                <a:ea typeface="Calibri"/>
                <a:cs typeface="Calibri"/>
              </a:rPr>
              <a:t>Biestables síncronos. Los cambios se producen en función de los ciclos de reloj</a:t>
            </a:r>
          </a:p>
          <a:p>
            <a:r>
              <a:rPr lang="es-ES" sz="2000" dirty="0">
                <a:ea typeface="+mn-lt"/>
                <a:cs typeface="+mn-lt"/>
              </a:rPr>
              <a:t>Condensadores y transistores MOS: usada en la creación de memorias es la que se basa en la utilización de condensadores junto a un único transistor de tipo MOS (uno solo frente al conjunto necesario en memorias compuestas por biestables). Se consiguen de este modo memorias más pequeñas, espacialmente ocupan menos y son más baratas, aunque poseen la desventaja de necesitar ser “refrescadas” cada cierto tiempo para mantener el valor almacenado.</a:t>
            </a:r>
            <a:endParaRPr lang="es-ES">
              <a:ea typeface="Calibri" panose="020F0502020204030204"/>
              <a:cs typeface="Calibri" panose="020F0502020204030204"/>
            </a:endParaRPr>
          </a:p>
          <a:p>
            <a:endParaRPr lang="es-ES" sz="2000" dirty="0">
              <a:ea typeface="+mn-lt"/>
              <a:cs typeface="+mn-lt"/>
            </a:endParaRPr>
          </a:p>
        </p:txBody>
      </p:sp>
      <p:pic>
        <p:nvPicPr>
          <p:cNvPr id="4" name="Imagen 3" descr="Imagen que contiene caja, monitor, televisión, tabla&#10;&#10;Descripción generada automáticamente">
            <a:extLst>
              <a:ext uri="{FF2B5EF4-FFF2-40B4-BE49-F238E27FC236}">
                <a16:creationId xmlns:a16="http://schemas.microsoft.com/office/drawing/2014/main" id="{4C84106E-5C91-BC9B-08C5-86F8C942C91E}"/>
              </a:ext>
            </a:extLst>
          </p:cNvPr>
          <p:cNvPicPr>
            <a:picLocks noChangeAspect="1"/>
          </p:cNvPicPr>
          <p:nvPr/>
        </p:nvPicPr>
        <p:blipFill>
          <a:blip r:embed="rId3"/>
          <a:stretch>
            <a:fillRect/>
          </a:stretch>
        </p:blipFill>
        <p:spPr>
          <a:xfrm>
            <a:off x="9395361" y="1683821"/>
            <a:ext cx="2171700" cy="1981200"/>
          </a:xfrm>
          <a:prstGeom prst="rect">
            <a:avLst/>
          </a:prstGeom>
        </p:spPr>
      </p:pic>
      <p:pic>
        <p:nvPicPr>
          <p:cNvPr id="5" name="Imagen 4" descr="Imagen que contiene electrónica, circuito&#10;&#10;Descripción generada automáticamente">
            <a:extLst>
              <a:ext uri="{FF2B5EF4-FFF2-40B4-BE49-F238E27FC236}">
                <a16:creationId xmlns:a16="http://schemas.microsoft.com/office/drawing/2014/main" id="{63FCEE4A-D4F2-8CEB-C210-09507FF56356}"/>
              </a:ext>
            </a:extLst>
          </p:cNvPr>
          <p:cNvPicPr>
            <a:picLocks noChangeAspect="1"/>
          </p:cNvPicPr>
          <p:nvPr/>
        </p:nvPicPr>
        <p:blipFill>
          <a:blip r:embed="rId4"/>
          <a:stretch>
            <a:fillRect/>
          </a:stretch>
        </p:blipFill>
        <p:spPr>
          <a:xfrm>
            <a:off x="9347921" y="3985780"/>
            <a:ext cx="2466975" cy="1847850"/>
          </a:xfrm>
          <a:prstGeom prst="rect">
            <a:avLst/>
          </a:prstGeom>
        </p:spPr>
      </p:pic>
    </p:spTree>
    <p:extLst>
      <p:ext uri="{BB962C8B-B14F-4D97-AF65-F5344CB8AC3E}">
        <p14:creationId xmlns:p14="http://schemas.microsoft.com/office/powerpoint/2010/main" val="2778607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5101AF6-F2E2-B968-51C9-21852907314E}"/>
              </a:ext>
            </a:extLst>
          </p:cNvPr>
          <p:cNvSpPr>
            <a:spLocks noGrp="1"/>
          </p:cNvSpPr>
          <p:nvPr>
            <p:ph type="title"/>
          </p:nvPr>
        </p:nvSpPr>
        <p:spPr>
          <a:xfrm>
            <a:off x="838200" y="365125"/>
            <a:ext cx="10515600" cy="1325563"/>
          </a:xfrm>
        </p:spPr>
        <p:txBody>
          <a:bodyPr>
            <a:normAutofit/>
          </a:bodyPr>
          <a:lstStyle/>
          <a:p>
            <a:pPr algn="ctr"/>
            <a:r>
              <a:rPr lang="es-ES" dirty="0">
                <a:ea typeface="Calibri Light"/>
                <a:cs typeface="Calibri Light"/>
              </a:rPr>
              <a:t>La memoria principal. DRAM vs SRAM</a:t>
            </a:r>
            <a:endParaRPr lang="es-ES"/>
          </a:p>
        </p:txBody>
      </p:sp>
      <p:graphicFrame>
        <p:nvGraphicFramePr>
          <p:cNvPr id="5" name="Marcador de contenido 2">
            <a:extLst>
              <a:ext uri="{FF2B5EF4-FFF2-40B4-BE49-F238E27FC236}">
                <a16:creationId xmlns:a16="http://schemas.microsoft.com/office/drawing/2014/main" id="{EE4E9391-49C6-96F2-6ECE-9843442E9B8C}"/>
              </a:ext>
            </a:extLst>
          </p:cNvPr>
          <p:cNvGraphicFramePr>
            <a:graphicFrameLocks noGrp="1"/>
          </p:cNvGraphicFramePr>
          <p:nvPr>
            <p:ph idx="1"/>
            <p:extLst>
              <p:ext uri="{D42A27DB-BD31-4B8C-83A1-F6EECF244321}">
                <p14:modId xmlns:p14="http://schemas.microsoft.com/office/powerpoint/2010/main" val="37137633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86533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101AF6-F2E2-B968-51C9-21852907314E}"/>
              </a:ext>
            </a:extLst>
          </p:cNvPr>
          <p:cNvSpPr>
            <a:spLocks noGrp="1"/>
          </p:cNvSpPr>
          <p:nvPr>
            <p:ph type="title"/>
          </p:nvPr>
        </p:nvSpPr>
        <p:spPr>
          <a:xfrm>
            <a:off x="838200" y="557188"/>
            <a:ext cx="10515600" cy="1133499"/>
          </a:xfrm>
        </p:spPr>
        <p:txBody>
          <a:bodyPr>
            <a:normAutofit/>
          </a:bodyPr>
          <a:lstStyle/>
          <a:p>
            <a:pPr algn="ctr"/>
            <a:r>
              <a:rPr lang="es-ES" sz="5200">
                <a:ea typeface="Calibri Light"/>
                <a:cs typeface="Calibri Light"/>
              </a:rPr>
              <a:t>La memoria principal. Características</a:t>
            </a:r>
            <a:endParaRPr lang="es-ES" sz="5200"/>
          </a:p>
        </p:txBody>
      </p:sp>
      <p:graphicFrame>
        <p:nvGraphicFramePr>
          <p:cNvPr id="5" name="Marcador de contenido 2">
            <a:extLst>
              <a:ext uri="{FF2B5EF4-FFF2-40B4-BE49-F238E27FC236}">
                <a16:creationId xmlns:a16="http://schemas.microsoft.com/office/drawing/2014/main" id="{EE4E9391-49C6-96F2-6ECE-9843442E9B8C}"/>
              </a:ext>
            </a:extLst>
          </p:cNvPr>
          <p:cNvGraphicFramePr>
            <a:graphicFrameLocks noGrp="1"/>
          </p:cNvGraphicFramePr>
          <p:nvPr>
            <p:ph idx="1"/>
            <p:extLst>
              <p:ext uri="{D42A27DB-BD31-4B8C-83A1-F6EECF244321}">
                <p14:modId xmlns:p14="http://schemas.microsoft.com/office/powerpoint/2010/main" val="230019357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3708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101AF6-F2E2-B968-51C9-21852907314E}"/>
              </a:ext>
            </a:extLst>
          </p:cNvPr>
          <p:cNvSpPr>
            <a:spLocks noGrp="1"/>
          </p:cNvSpPr>
          <p:nvPr>
            <p:ph type="title"/>
          </p:nvPr>
        </p:nvSpPr>
        <p:spPr>
          <a:xfrm>
            <a:off x="838200" y="557188"/>
            <a:ext cx="10515600" cy="1133499"/>
          </a:xfrm>
        </p:spPr>
        <p:txBody>
          <a:bodyPr>
            <a:normAutofit fontScale="90000"/>
          </a:bodyPr>
          <a:lstStyle/>
          <a:p>
            <a:pPr algn="ctr"/>
            <a:r>
              <a:rPr lang="es-ES" sz="5200" dirty="0">
                <a:ea typeface="Calibri Light"/>
                <a:cs typeface="Calibri Light"/>
              </a:rPr>
              <a:t>La memoria principal. Tipo de memoria</a:t>
            </a:r>
            <a:endParaRPr lang="es-ES" sz="5200" dirty="0"/>
          </a:p>
        </p:txBody>
      </p:sp>
      <p:sp>
        <p:nvSpPr>
          <p:cNvPr id="28" name="Marcador de contenido 27">
            <a:extLst>
              <a:ext uri="{FF2B5EF4-FFF2-40B4-BE49-F238E27FC236}">
                <a16:creationId xmlns:a16="http://schemas.microsoft.com/office/drawing/2014/main" id="{0724B74F-5A0D-A9CF-BC05-F0CA3BE35B7B}"/>
              </a:ext>
            </a:extLst>
          </p:cNvPr>
          <p:cNvSpPr>
            <a:spLocks noGrp="1"/>
          </p:cNvSpPr>
          <p:nvPr>
            <p:ph idx="1"/>
          </p:nvPr>
        </p:nvSpPr>
        <p:spPr/>
        <p:txBody>
          <a:bodyPr vert="horz" lIns="91440" tIns="45720" rIns="91440" bIns="45720" rtlCol="0" anchor="t">
            <a:normAutofit/>
          </a:bodyPr>
          <a:lstStyle/>
          <a:p>
            <a:r>
              <a:rPr lang="es-ES" dirty="0">
                <a:ea typeface="Calibri"/>
                <a:cs typeface="Calibri"/>
              </a:rPr>
              <a:t>La memoria RAM o principal es de tipo DRAM</a:t>
            </a:r>
          </a:p>
          <a:p>
            <a:pPr marL="0" indent="0">
              <a:buNone/>
            </a:pPr>
            <a:r>
              <a:rPr lang="es-ES" dirty="0">
                <a:ea typeface="Calibri"/>
                <a:cs typeface="Calibri"/>
              </a:rPr>
              <a:t>.</a:t>
            </a:r>
          </a:p>
        </p:txBody>
      </p:sp>
      <p:pic>
        <p:nvPicPr>
          <p:cNvPr id="29" name="Imagen 28" descr="Tabla&#10;&#10;Descripción generada automáticamente">
            <a:extLst>
              <a:ext uri="{FF2B5EF4-FFF2-40B4-BE49-F238E27FC236}">
                <a16:creationId xmlns:a16="http://schemas.microsoft.com/office/drawing/2014/main" id="{AA21F841-82F0-F77A-65F9-17164F5BDFD6}"/>
              </a:ext>
            </a:extLst>
          </p:cNvPr>
          <p:cNvPicPr>
            <a:picLocks noChangeAspect="1"/>
          </p:cNvPicPr>
          <p:nvPr/>
        </p:nvPicPr>
        <p:blipFill>
          <a:blip r:embed="rId2"/>
          <a:stretch>
            <a:fillRect/>
          </a:stretch>
        </p:blipFill>
        <p:spPr>
          <a:xfrm>
            <a:off x="3171645" y="2384305"/>
            <a:ext cx="7070784" cy="3987200"/>
          </a:xfrm>
          <a:prstGeom prst="rect">
            <a:avLst/>
          </a:prstGeom>
        </p:spPr>
      </p:pic>
    </p:spTree>
    <p:extLst>
      <p:ext uri="{BB962C8B-B14F-4D97-AF65-F5344CB8AC3E}">
        <p14:creationId xmlns:p14="http://schemas.microsoft.com/office/powerpoint/2010/main" val="2921846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101AF6-F2E2-B968-51C9-21852907314E}"/>
              </a:ext>
            </a:extLst>
          </p:cNvPr>
          <p:cNvSpPr>
            <a:spLocks noGrp="1"/>
          </p:cNvSpPr>
          <p:nvPr>
            <p:ph type="title"/>
          </p:nvPr>
        </p:nvSpPr>
        <p:spPr>
          <a:xfrm>
            <a:off x="838200" y="557188"/>
            <a:ext cx="10515600" cy="1133499"/>
          </a:xfrm>
        </p:spPr>
        <p:txBody>
          <a:bodyPr>
            <a:normAutofit fontScale="90000"/>
          </a:bodyPr>
          <a:lstStyle/>
          <a:p>
            <a:pPr algn="ctr"/>
            <a:r>
              <a:rPr lang="es-ES" sz="5200" dirty="0">
                <a:ea typeface="Calibri Light"/>
                <a:cs typeface="Calibri Light"/>
              </a:rPr>
              <a:t>La memoria principal. Tipo de memoria</a:t>
            </a:r>
            <a:endParaRPr lang="es-ES" sz="5200" dirty="0"/>
          </a:p>
        </p:txBody>
      </p:sp>
      <p:sp>
        <p:nvSpPr>
          <p:cNvPr id="28" name="Marcador de contenido 27">
            <a:extLst>
              <a:ext uri="{FF2B5EF4-FFF2-40B4-BE49-F238E27FC236}">
                <a16:creationId xmlns:a16="http://schemas.microsoft.com/office/drawing/2014/main" id="{0724B74F-5A0D-A9CF-BC05-F0CA3BE35B7B}"/>
              </a:ext>
            </a:extLst>
          </p:cNvPr>
          <p:cNvSpPr>
            <a:spLocks noGrp="1"/>
          </p:cNvSpPr>
          <p:nvPr>
            <p:ph idx="1"/>
          </p:nvPr>
        </p:nvSpPr>
        <p:spPr/>
        <p:txBody>
          <a:bodyPr vert="horz" lIns="91440" tIns="45720" rIns="91440" bIns="45720" rtlCol="0" anchor="t">
            <a:normAutofit lnSpcReduction="10000"/>
          </a:bodyPr>
          <a:lstStyle/>
          <a:p>
            <a:r>
              <a:rPr lang="es-ES" dirty="0">
                <a:ea typeface="Calibri"/>
                <a:cs typeface="Calibri"/>
              </a:rPr>
              <a:t>La memoria RAM o principal es de tipo DRAM</a:t>
            </a:r>
          </a:p>
          <a:p>
            <a:r>
              <a:rPr lang="es-ES" dirty="0">
                <a:ea typeface="Calibri"/>
                <a:cs typeface="Calibri"/>
              </a:rPr>
              <a:t>La desventaja se encuentra en la necesidad de refresco. Al estar formada por condensadores cargados eléctricamente y teniendo en cuenta que éstos pierden paulatinamente su carga, es preciso que sean cargados cada cierto tiempo utilizando para ello un pequeño circuito de refresco que debe estar incorporado en el mismo módulo de memoria. El refresco consiste en leer el dato y reescribirlo y se realiza cada 1 o 2 milisegundos. Esto produce un paro en las operaciones propias de la memoria, consiguiendo que sean más lentas que las memorias SRAM</a:t>
            </a:r>
          </a:p>
          <a:p>
            <a:pPr marL="0" indent="0">
              <a:buNone/>
            </a:pPr>
            <a:r>
              <a:rPr lang="es-ES" dirty="0">
                <a:ea typeface="Calibri"/>
                <a:cs typeface="Calibri"/>
              </a:rPr>
              <a:t>.</a:t>
            </a:r>
          </a:p>
        </p:txBody>
      </p:sp>
    </p:spTree>
    <p:extLst>
      <p:ext uri="{BB962C8B-B14F-4D97-AF65-F5344CB8AC3E}">
        <p14:creationId xmlns:p14="http://schemas.microsoft.com/office/powerpoint/2010/main" val="3443330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79BC0-F138-5909-17E8-FFFDEBDE422C}"/>
              </a:ext>
            </a:extLst>
          </p:cNvPr>
          <p:cNvSpPr>
            <a:spLocks noGrp="1"/>
          </p:cNvSpPr>
          <p:nvPr>
            <p:ph type="title"/>
          </p:nvPr>
        </p:nvSpPr>
        <p:spPr/>
        <p:txBody>
          <a:bodyPr/>
          <a:lstStyle/>
          <a:p>
            <a:r>
              <a:rPr lang="es-ES" dirty="0">
                <a:ea typeface="Calibri Light"/>
                <a:cs typeface="Calibri Light"/>
              </a:rPr>
              <a:t>La memoria principal tipos. SDRAM</a:t>
            </a:r>
            <a:endParaRPr lang="es-ES" dirty="0"/>
          </a:p>
        </p:txBody>
      </p:sp>
      <p:sp>
        <p:nvSpPr>
          <p:cNvPr id="3" name="Marcador de contenido 2">
            <a:extLst>
              <a:ext uri="{FF2B5EF4-FFF2-40B4-BE49-F238E27FC236}">
                <a16:creationId xmlns:a16="http://schemas.microsoft.com/office/drawing/2014/main" id="{5A72C8E6-8FE1-738A-3F3F-64D915CE9AF3}"/>
              </a:ext>
            </a:extLst>
          </p:cNvPr>
          <p:cNvSpPr>
            <a:spLocks noGrp="1"/>
          </p:cNvSpPr>
          <p:nvPr>
            <p:ph idx="1"/>
          </p:nvPr>
        </p:nvSpPr>
        <p:spPr/>
        <p:txBody>
          <a:bodyPr vert="horz" lIns="91440" tIns="45720" rIns="91440" bIns="45720" rtlCol="0" anchor="t">
            <a:normAutofit/>
          </a:bodyPr>
          <a:lstStyle/>
          <a:p>
            <a:pPr lvl="1"/>
            <a:r>
              <a:rPr lang="es-ES" b="1" dirty="0">
                <a:latin typeface="Arial"/>
                <a:cs typeface="Arial"/>
              </a:rPr>
              <a:t>SDRAM (</a:t>
            </a:r>
            <a:r>
              <a:rPr lang="es-ES" b="1" dirty="0" err="1">
                <a:latin typeface="Arial"/>
                <a:cs typeface="Arial"/>
              </a:rPr>
              <a:t>Synchronous</a:t>
            </a:r>
            <a:r>
              <a:rPr lang="es-ES" b="1" dirty="0">
                <a:latin typeface="Arial"/>
                <a:cs typeface="Arial"/>
              </a:rPr>
              <a:t> DRAM)</a:t>
            </a:r>
            <a:r>
              <a:rPr lang="es-ES" dirty="0">
                <a:ea typeface="+mn-lt"/>
                <a:cs typeface="+mn-lt"/>
              </a:rPr>
              <a:t>. Memorias DRAM síncronas, funcionan en sincronización con el reloj del microprocesador. Una de las características principales a tener en cuenta es la velocidad del bus. Es usual denominar estas memorias como PC66, PC100, PC133, etc., siendo el número el que indica la velocidad de bus.</a:t>
            </a:r>
            <a:endParaRPr lang="es-ES" dirty="0">
              <a:ea typeface="Calibri" panose="020F0502020204030204"/>
              <a:cs typeface="Calibri" panose="020F0502020204030204"/>
            </a:endParaRPr>
          </a:p>
          <a:p>
            <a:pPr lvl="1"/>
            <a:r>
              <a:rPr lang="es-ES" dirty="0">
                <a:latin typeface="Arial"/>
                <a:cs typeface="Arial"/>
              </a:rPr>
              <a:t>Son memorias que utilizan sólo uno de los flancos de cada ciclo, el flanco de subida, para realizar las operaciones de memoria</a:t>
            </a:r>
          </a:p>
          <a:p>
            <a:endParaRPr lang="es-ES" dirty="0">
              <a:ea typeface="Calibri"/>
              <a:cs typeface="Calibri"/>
            </a:endParaRPr>
          </a:p>
        </p:txBody>
      </p:sp>
      <p:pic>
        <p:nvPicPr>
          <p:cNvPr id="4" name="Imagen 3">
            <a:extLst>
              <a:ext uri="{FF2B5EF4-FFF2-40B4-BE49-F238E27FC236}">
                <a16:creationId xmlns:a16="http://schemas.microsoft.com/office/drawing/2014/main" id="{021D702E-F6E3-6372-5425-17972DDAA219}"/>
              </a:ext>
            </a:extLst>
          </p:cNvPr>
          <p:cNvPicPr>
            <a:picLocks noChangeAspect="1"/>
          </p:cNvPicPr>
          <p:nvPr/>
        </p:nvPicPr>
        <p:blipFill>
          <a:blip r:embed="rId2"/>
          <a:stretch>
            <a:fillRect/>
          </a:stretch>
        </p:blipFill>
        <p:spPr>
          <a:xfrm>
            <a:off x="2179608" y="4518297"/>
            <a:ext cx="7861539" cy="1775179"/>
          </a:xfrm>
          <a:prstGeom prst="rect">
            <a:avLst/>
          </a:prstGeom>
        </p:spPr>
      </p:pic>
    </p:spTree>
    <p:extLst>
      <p:ext uri="{BB962C8B-B14F-4D97-AF65-F5344CB8AC3E}">
        <p14:creationId xmlns:p14="http://schemas.microsoft.com/office/powerpoint/2010/main" val="2143637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79BC0-F138-5909-17E8-FFFDEBDE422C}"/>
              </a:ext>
            </a:extLst>
          </p:cNvPr>
          <p:cNvSpPr>
            <a:spLocks noGrp="1"/>
          </p:cNvSpPr>
          <p:nvPr>
            <p:ph type="title"/>
          </p:nvPr>
        </p:nvSpPr>
        <p:spPr/>
        <p:txBody>
          <a:bodyPr/>
          <a:lstStyle/>
          <a:p>
            <a:r>
              <a:rPr lang="es-ES" dirty="0">
                <a:ea typeface="Calibri Light"/>
                <a:cs typeface="Calibri Light"/>
              </a:rPr>
              <a:t>La memoria principal tipos. DDR SDRAM</a:t>
            </a:r>
            <a:endParaRPr lang="es-ES" dirty="0"/>
          </a:p>
        </p:txBody>
      </p:sp>
      <p:sp>
        <p:nvSpPr>
          <p:cNvPr id="3" name="Marcador de contenido 2">
            <a:extLst>
              <a:ext uri="{FF2B5EF4-FFF2-40B4-BE49-F238E27FC236}">
                <a16:creationId xmlns:a16="http://schemas.microsoft.com/office/drawing/2014/main" id="{5A72C8E6-8FE1-738A-3F3F-64D915CE9AF3}"/>
              </a:ext>
            </a:extLst>
          </p:cNvPr>
          <p:cNvSpPr>
            <a:spLocks noGrp="1"/>
          </p:cNvSpPr>
          <p:nvPr>
            <p:ph idx="1"/>
          </p:nvPr>
        </p:nvSpPr>
        <p:spPr/>
        <p:txBody>
          <a:bodyPr vert="horz" lIns="91440" tIns="45720" rIns="91440" bIns="45720" rtlCol="0" anchor="t">
            <a:normAutofit/>
          </a:bodyPr>
          <a:lstStyle/>
          <a:p>
            <a:r>
              <a:rPr lang="es-ES" dirty="0">
                <a:ea typeface="Calibri"/>
                <a:cs typeface="Calibri"/>
              </a:rPr>
              <a:t>En este tipo de memorias SDRAM se aprovechan ambos flancos para realizar las operaciones de lectura y escritura, con lo que la velocidad de operación se ve duplicada. Hablamos aquí de velocidad física y velocidad efectiva, indicando la velocidad física, la velocidad real según los ciclos de reloj y la velocidad efectiva duplica ésta debido al doble aprovechamiento de cada ciclo.</a:t>
            </a:r>
          </a:p>
          <a:p>
            <a:endParaRPr lang="es-ES" dirty="0">
              <a:ea typeface="Calibri"/>
              <a:cs typeface="Calibri"/>
            </a:endParaRPr>
          </a:p>
          <a:p>
            <a:r>
              <a:rPr lang="es-ES" dirty="0">
                <a:ea typeface="Calibri"/>
                <a:cs typeface="Calibri"/>
              </a:rPr>
              <a:t>Nomenclatura: PC200 para las DDR100,  o incluso la nomenclatura PC+(ancho de banda), por ejemplo PC3200 para las DDR400.</a:t>
            </a:r>
            <a:endParaRPr lang="es-ES" dirty="0">
              <a:ea typeface="+mn-lt"/>
              <a:cs typeface="+mn-lt"/>
            </a:endParaRPr>
          </a:p>
        </p:txBody>
      </p:sp>
    </p:spTree>
    <p:extLst>
      <p:ext uri="{BB962C8B-B14F-4D97-AF65-F5344CB8AC3E}">
        <p14:creationId xmlns:p14="http://schemas.microsoft.com/office/powerpoint/2010/main" val="2995731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79BC0-F138-5909-17E8-FFFDEBDE422C}"/>
              </a:ext>
            </a:extLst>
          </p:cNvPr>
          <p:cNvSpPr>
            <a:spLocks noGrp="1"/>
          </p:cNvSpPr>
          <p:nvPr>
            <p:ph type="title"/>
          </p:nvPr>
        </p:nvSpPr>
        <p:spPr/>
        <p:txBody>
          <a:bodyPr/>
          <a:lstStyle/>
          <a:p>
            <a:r>
              <a:rPr lang="es-ES" dirty="0">
                <a:ea typeface="Calibri Light"/>
                <a:cs typeface="Calibri Light"/>
              </a:rPr>
              <a:t>La memoria principal tipos. DDR2 SDRAM, DDR2 o DDRII</a:t>
            </a:r>
            <a:endParaRPr lang="es-ES" dirty="0"/>
          </a:p>
        </p:txBody>
      </p:sp>
      <p:sp>
        <p:nvSpPr>
          <p:cNvPr id="3" name="Marcador de contenido 2">
            <a:extLst>
              <a:ext uri="{FF2B5EF4-FFF2-40B4-BE49-F238E27FC236}">
                <a16:creationId xmlns:a16="http://schemas.microsoft.com/office/drawing/2014/main" id="{5A72C8E6-8FE1-738A-3F3F-64D915CE9AF3}"/>
              </a:ext>
            </a:extLst>
          </p:cNvPr>
          <p:cNvSpPr>
            <a:spLocks noGrp="1"/>
          </p:cNvSpPr>
          <p:nvPr>
            <p:ph idx="1"/>
          </p:nvPr>
        </p:nvSpPr>
        <p:spPr>
          <a:xfrm>
            <a:off x="838200" y="1825625"/>
            <a:ext cx="10515600" cy="4811413"/>
          </a:xfrm>
        </p:spPr>
        <p:txBody>
          <a:bodyPr vert="horz" lIns="91440" tIns="45720" rIns="91440" bIns="45720" rtlCol="0" anchor="t">
            <a:normAutofit/>
          </a:bodyPr>
          <a:lstStyle/>
          <a:p>
            <a:pPr lvl="1"/>
            <a:r>
              <a:rPr lang="es-ES" dirty="0">
                <a:ea typeface="+mn-lt"/>
                <a:cs typeface="+mn-lt"/>
              </a:rPr>
              <a:t>Estas memorias son una evolución de las DDR. Mejoran sus características principales:</a:t>
            </a:r>
          </a:p>
          <a:p>
            <a:pPr lvl="2"/>
            <a:r>
              <a:rPr lang="es-ES" sz="2400" dirty="0">
                <a:ea typeface="+mn-lt"/>
                <a:cs typeface="+mn-lt"/>
              </a:rPr>
              <a:t>Mayores velocidades de reloj, hasta 533 MHz físicos, con velocidad efectiva de 1066 MHz.</a:t>
            </a:r>
          </a:p>
          <a:p>
            <a:pPr lvl="2"/>
            <a:r>
              <a:rPr lang="es-ES" sz="2400" dirty="0">
                <a:ea typeface="+mn-lt"/>
                <a:cs typeface="+mn-lt"/>
              </a:rPr>
              <a:t>Menor voltaje, 1,8 V, en su antecesora era 2,5 V</a:t>
            </a:r>
          </a:p>
          <a:p>
            <a:pPr lvl="2"/>
            <a:endParaRPr lang="es-ES" sz="2400">
              <a:ea typeface="+mn-lt"/>
              <a:cs typeface="+mn-lt"/>
            </a:endParaRPr>
          </a:p>
          <a:p>
            <a:pPr lvl="2"/>
            <a:r>
              <a:rPr lang="es-ES" sz="2400" dirty="0">
                <a:ea typeface="+mn-lt"/>
                <a:cs typeface="+mn-lt"/>
              </a:rPr>
              <a:t>El encapsulado del chip está mejorado.</a:t>
            </a:r>
          </a:p>
          <a:p>
            <a:pPr lvl="2"/>
            <a:endParaRPr lang="es-ES" sz="2400">
              <a:ea typeface="+mn-lt"/>
              <a:cs typeface="+mn-lt"/>
            </a:endParaRPr>
          </a:p>
          <a:p>
            <a:pPr lvl="2"/>
            <a:r>
              <a:rPr lang="es-ES" sz="2400" dirty="0">
                <a:ea typeface="+mn-lt"/>
                <a:cs typeface="+mn-lt"/>
              </a:rPr>
              <a:t>Las latencias son más elevadas.</a:t>
            </a:r>
          </a:p>
        </p:txBody>
      </p:sp>
      <p:pic>
        <p:nvPicPr>
          <p:cNvPr id="6" name="Imagen 5" descr="Tabla&#10;&#10;Descripción generada automáticamente">
            <a:extLst>
              <a:ext uri="{FF2B5EF4-FFF2-40B4-BE49-F238E27FC236}">
                <a16:creationId xmlns:a16="http://schemas.microsoft.com/office/drawing/2014/main" id="{AB2DB337-E01D-118C-9645-92E7F36BD56D}"/>
              </a:ext>
            </a:extLst>
          </p:cNvPr>
          <p:cNvPicPr>
            <a:picLocks noChangeAspect="1"/>
          </p:cNvPicPr>
          <p:nvPr/>
        </p:nvPicPr>
        <p:blipFill>
          <a:blip r:embed="rId2"/>
          <a:stretch>
            <a:fillRect/>
          </a:stretch>
        </p:blipFill>
        <p:spPr>
          <a:xfrm>
            <a:off x="6176513" y="4863337"/>
            <a:ext cx="5201728" cy="1272004"/>
          </a:xfrm>
          <a:prstGeom prst="rect">
            <a:avLst/>
          </a:prstGeom>
        </p:spPr>
      </p:pic>
    </p:spTree>
    <p:extLst>
      <p:ext uri="{BB962C8B-B14F-4D97-AF65-F5344CB8AC3E}">
        <p14:creationId xmlns:p14="http://schemas.microsoft.com/office/powerpoint/2010/main" val="23934355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79BC0-F138-5909-17E8-FFFDEBDE422C}"/>
              </a:ext>
            </a:extLst>
          </p:cNvPr>
          <p:cNvSpPr>
            <a:spLocks noGrp="1"/>
          </p:cNvSpPr>
          <p:nvPr>
            <p:ph type="title"/>
          </p:nvPr>
        </p:nvSpPr>
        <p:spPr/>
        <p:txBody>
          <a:bodyPr/>
          <a:lstStyle/>
          <a:p>
            <a:r>
              <a:rPr lang="es-ES" dirty="0">
                <a:ea typeface="Calibri Light"/>
                <a:cs typeface="Calibri Light"/>
              </a:rPr>
              <a:t>La memoria principal tipos. DDR3 SDRAM, DDR3 o DDRIII</a:t>
            </a:r>
            <a:endParaRPr lang="es-ES" dirty="0"/>
          </a:p>
        </p:txBody>
      </p:sp>
      <p:sp>
        <p:nvSpPr>
          <p:cNvPr id="3" name="Marcador de contenido 2">
            <a:extLst>
              <a:ext uri="{FF2B5EF4-FFF2-40B4-BE49-F238E27FC236}">
                <a16:creationId xmlns:a16="http://schemas.microsoft.com/office/drawing/2014/main" id="{5A72C8E6-8FE1-738A-3F3F-64D915CE9AF3}"/>
              </a:ext>
            </a:extLst>
          </p:cNvPr>
          <p:cNvSpPr>
            <a:spLocks noGrp="1"/>
          </p:cNvSpPr>
          <p:nvPr>
            <p:ph idx="1"/>
          </p:nvPr>
        </p:nvSpPr>
        <p:spPr>
          <a:xfrm>
            <a:off x="838200" y="1825625"/>
            <a:ext cx="10515600" cy="4811413"/>
          </a:xfrm>
        </p:spPr>
        <p:txBody>
          <a:bodyPr vert="horz" lIns="91440" tIns="45720" rIns="91440" bIns="45720" rtlCol="0" anchor="t">
            <a:normAutofit/>
          </a:bodyPr>
          <a:lstStyle/>
          <a:p>
            <a:pPr lvl="1"/>
            <a:r>
              <a:rPr lang="es-ES" dirty="0">
                <a:ea typeface="+mn-lt"/>
                <a:cs typeface="+mn-lt"/>
              </a:rPr>
              <a:t>Estas memorias son una evolución de las DDR2. Mejoran sus características principales:</a:t>
            </a:r>
          </a:p>
          <a:p>
            <a:pPr lvl="2"/>
            <a:r>
              <a:rPr lang="es-ES" sz="2400" dirty="0">
                <a:ea typeface="+mn-lt"/>
                <a:cs typeface="+mn-lt"/>
              </a:rPr>
              <a:t>Las velocidades físicas superan los 400 MHz, de 400 a 1066 MHz.</a:t>
            </a:r>
          </a:p>
          <a:p>
            <a:pPr lvl="2"/>
            <a:r>
              <a:rPr lang="es-ES" sz="2400" dirty="0">
                <a:ea typeface="+mn-lt"/>
                <a:cs typeface="+mn-lt"/>
              </a:rPr>
              <a:t>Se sigue reduciendo el voltaje, de 1,8 V a 1,5 V en las DDR3.</a:t>
            </a:r>
            <a:endParaRPr lang="es-ES" dirty="0"/>
          </a:p>
          <a:p>
            <a:pPr lvl="2"/>
            <a:endParaRPr lang="es-ES"/>
          </a:p>
          <a:p>
            <a:pPr lvl="2"/>
            <a:r>
              <a:rPr lang="es-ES" sz="2400" dirty="0">
                <a:ea typeface="+mn-lt"/>
                <a:cs typeface="+mn-lt"/>
              </a:rPr>
              <a:t>Los módulos son de mayor capacidad</a:t>
            </a:r>
            <a:endParaRPr lang="es-ES" dirty="0"/>
          </a:p>
          <a:p>
            <a:pPr lvl="2"/>
            <a:endParaRPr lang="es-ES"/>
          </a:p>
          <a:p>
            <a:pPr lvl="2"/>
            <a:r>
              <a:rPr lang="es-ES" sz="2400" dirty="0">
                <a:ea typeface="+mn-lt"/>
                <a:cs typeface="+mn-lt"/>
              </a:rPr>
              <a:t>Algunos    módulos    contienen    sensor    de    temperatura.   Para módulos de servidores este sensor es obligatorio.</a:t>
            </a:r>
            <a:endParaRPr lang="es-ES" dirty="0"/>
          </a:p>
          <a:p>
            <a:pPr lvl="2"/>
            <a:endParaRPr lang="es-ES" sz="2400" dirty="0">
              <a:ea typeface="Calibri"/>
              <a:cs typeface="Calibri"/>
            </a:endParaRPr>
          </a:p>
        </p:txBody>
      </p:sp>
      <p:pic>
        <p:nvPicPr>
          <p:cNvPr id="4" name="Imagen 3" descr="Tabla&#10;&#10;Descripción generada automáticamente">
            <a:extLst>
              <a:ext uri="{FF2B5EF4-FFF2-40B4-BE49-F238E27FC236}">
                <a16:creationId xmlns:a16="http://schemas.microsoft.com/office/drawing/2014/main" id="{9FB7B278-A557-89FB-B80F-3A838391B3C5}"/>
              </a:ext>
            </a:extLst>
          </p:cNvPr>
          <p:cNvPicPr>
            <a:picLocks noChangeAspect="1"/>
          </p:cNvPicPr>
          <p:nvPr/>
        </p:nvPicPr>
        <p:blipFill>
          <a:blip r:embed="rId2"/>
          <a:stretch>
            <a:fillRect/>
          </a:stretch>
        </p:blipFill>
        <p:spPr>
          <a:xfrm>
            <a:off x="3833751" y="5196339"/>
            <a:ext cx="4504706" cy="1443060"/>
          </a:xfrm>
          <a:prstGeom prst="rect">
            <a:avLst/>
          </a:prstGeom>
        </p:spPr>
      </p:pic>
    </p:spTree>
    <p:extLst>
      <p:ext uri="{BB962C8B-B14F-4D97-AF65-F5344CB8AC3E}">
        <p14:creationId xmlns:p14="http://schemas.microsoft.com/office/powerpoint/2010/main" val="21207281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479BC0-F138-5909-17E8-FFFDEBDE422C}"/>
              </a:ext>
            </a:extLst>
          </p:cNvPr>
          <p:cNvSpPr>
            <a:spLocks noGrp="1"/>
          </p:cNvSpPr>
          <p:nvPr>
            <p:ph type="title"/>
          </p:nvPr>
        </p:nvSpPr>
        <p:spPr>
          <a:xfrm>
            <a:off x="589560" y="856180"/>
            <a:ext cx="4560584" cy="1128068"/>
          </a:xfrm>
        </p:spPr>
        <p:txBody>
          <a:bodyPr anchor="ctr">
            <a:normAutofit/>
          </a:bodyPr>
          <a:lstStyle/>
          <a:p>
            <a:r>
              <a:rPr lang="es-ES" sz="2800">
                <a:ea typeface="Calibri Light"/>
                <a:cs typeface="Calibri Light"/>
              </a:rPr>
              <a:t>La memoria principal tipos. DDR4 SDRAM, DDR4 o DDRIV</a:t>
            </a:r>
            <a:endParaRPr lang="es-ES" sz="2800"/>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A72C8E6-8FE1-738A-3F3F-64D915CE9AF3}"/>
              </a:ext>
            </a:extLst>
          </p:cNvPr>
          <p:cNvSpPr>
            <a:spLocks noGrp="1"/>
          </p:cNvSpPr>
          <p:nvPr>
            <p:ph idx="1"/>
          </p:nvPr>
        </p:nvSpPr>
        <p:spPr>
          <a:xfrm>
            <a:off x="590719" y="2330505"/>
            <a:ext cx="4559425" cy="3979585"/>
          </a:xfrm>
        </p:spPr>
        <p:txBody>
          <a:bodyPr vert="horz" lIns="91440" tIns="45720" rIns="91440" bIns="45720" rtlCol="0" anchor="ctr">
            <a:normAutofit/>
          </a:bodyPr>
          <a:lstStyle/>
          <a:p>
            <a:pPr lvl="1"/>
            <a:r>
              <a:rPr lang="es-ES" sz="2000" dirty="0">
                <a:ea typeface="+mn-lt"/>
                <a:cs typeface="+mn-lt"/>
              </a:rPr>
              <a:t>Estas memorias son una evolución de las DDR3. Mejoran sus características principales:</a:t>
            </a:r>
          </a:p>
          <a:p>
            <a:pPr lvl="2"/>
            <a:r>
              <a:rPr lang="es-ES" dirty="0">
                <a:ea typeface="Calibri"/>
                <a:cs typeface="Calibri"/>
              </a:rPr>
              <a:t>las velocidades efectivas de estas memorias podrían oscilar de 2133 MHz a 4266 MHz. Igualmente se disminuye el voltaje a 1,2 V, 1,1V e incluso a 1,05 V.</a:t>
            </a:r>
          </a:p>
          <a:p>
            <a:pPr marL="914400" lvl="2" indent="0">
              <a:buNone/>
            </a:pPr>
            <a:endParaRPr lang="es-ES">
              <a:ea typeface="Calibri"/>
              <a:cs typeface="Calibri"/>
            </a:endParaRPr>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Imagen que contiene Gráfico&#10;&#10;Descripción generada automáticamente">
            <a:extLst>
              <a:ext uri="{FF2B5EF4-FFF2-40B4-BE49-F238E27FC236}">
                <a16:creationId xmlns:a16="http://schemas.microsoft.com/office/drawing/2014/main" id="{64CCCD06-265D-9FAC-63FD-6B82E486FCFE}"/>
              </a:ext>
            </a:extLst>
          </p:cNvPr>
          <p:cNvPicPr>
            <a:picLocks noChangeAspect="1"/>
          </p:cNvPicPr>
          <p:nvPr/>
        </p:nvPicPr>
        <p:blipFill rotWithShape="1">
          <a:blip r:embed="rId2"/>
          <a:srcRect l="7904" r="7504" b="-3"/>
          <a:stretch/>
        </p:blipFill>
        <p:spPr>
          <a:xfrm>
            <a:off x="5977788" y="799352"/>
            <a:ext cx="5425410" cy="5259296"/>
          </a:xfrm>
          <a:prstGeom prst="rect">
            <a:avLst/>
          </a:prstGeom>
        </p:spPr>
      </p:pic>
    </p:spTree>
    <p:extLst>
      <p:ext uri="{BB962C8B-B14F-4D97-AF65-F5344CB8AC3E}">
        <p14:creationId xmlns:p14="http://schemas.microsoft.com/office/powerpoint/2010/main" val="37536648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5BCA75-1D59-4789-0AD6-0268DBD5BFC2}"/>
              </a:ext>
            </a:extLst>
          </p:cNvPr>
          <p:cNvSpPr>
            <a:spLocks noGrp="1"/>
          </p:cNvSpPr>
          <p:nvPr>
            <p:ph type="title"/>
          </p:nvPr>
        </p:nvSpPr>
        <p:spPr/>
        <p:txBody>
          <a:bodyPr/>
          <a:lstStyle/>
          <a:p>
            <a:r>
              <a:rPr lang="es-ES" dirty="0">
                <a:ea typeface="Calibri Light"/>
                <a:cs typeface="Calibri Light"/>
              </a:rPr>
              <a:t>La memoria principal. Tipos. DDR5</a:t>
            </a:r>
            <a:endParaRPr lang="es-ES" dirty="0"/>
          </a:p>
        </p:txBody>
      </p:sp>
      <p:pic>
        <p:nvPicPr>
          <p:cNvPr id="4" name="Marcador de contenido 3" descr="Interfaz de usuario gráfica, Sitio web&#10;&#10;Descripción generada automáticamente">
            <a:extLst>
              <a:ext uri="{FF2B5EF4-FFF2-40B4-BE49-F238E27FC236}">
                <a16:creationId xmlns:a16="http://schemas.microsoft.com/office/drawing/2014/main" id="{96D16384-937F-2C52-DB63-D92EEAF094FC}"/>
              </a:ext>
            </a:extLst>
          </p:cNvPr>
          <p:cNvPicPr>
            <a:picLocks noGrp="1" noChangeAspect="1"/>
          </p:cNvPicPr>
          <p:nvPr>
            <p:ph idx="1"/>
          </p:nvPr>
        </p:nvPicPr>
        <p:blipFill>
          <a:blip r:embed="rId2"/>
          <a:stretch>
            <a:fillRect/>
          </a:stretch>
        </p:blipFill>
        <p:spPr>
          <a:xfrm>
            <a:off x="252203" y="1865209"/>
            <a:ext cx="3889464" cy="4351338"/>
          </a:xfrm>
        </p:spPr>
      </p:pic>
      <p:pic>
        <p:nvPicPr>
          <p:cNvPr id="5" name="Imagen 4" descr="Tabla&#10;&#10;Descripción generada automáticamente">
            <a:extLst>
              <a:ext uri="{FF2B5EF4-FFF2-40B4-BE49-F238E27FC236}">
                <a16:creationId xmlns:a16="http://schemas.microsoft.com/office/drawing/2014/main" id="{D7157762-173A-BC63-71DA-6033830B4D54}"/>
              </a:ext>
            </a:extLst>
          </p:cNvPr>
          <p:cNvPicPr>
            <a:picLocks noChangeAspect="1"/>
          </p:cNvPicPr>
          <p:nvPr/>
        </p:nvPicPr>
        <p:blipFill>
          <a:blip r:embed="rId3"/>
          <a:stretch>
            <a:fillRect/>
          </a:stretch>
        </p:blipFill>
        <p:spPr>
          <a:xfrm>
            <a:off x="4081154" y="2469905"/>
            <a:ext cx="8037615" cy="2353620"/>
          </a:xfrm>
          <a:prstGeom prst="rect">
            <a:avLst/>
          </a:prstGeom>
        </p:spPr>
      </p:pic>
    </p:spTree>
    <p:extLst>
      <p:ext uri="{BB962C8B-B14F-4D97-AF65-F5344CB8AC3E}">
        <p14:creationId xmlns:p14="http://schemas.microsoft.com/office/powerpoint/2010/main" val="25828290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5BCA75-1D59-4789-0AD6-0268DBD5BFC2}"/>
              </a:ext>
            </a:extLst>
          </p:cNvPr>
          <p:cNvSpPr>
            <a:spLocks noGrp="1"/>
          </p:cNvSpPr>
          <p:nvPr>
            <p:ph type="title"/>
          </p:nvPr>
        </p:nvSpPr>
        <p:spPr/>
        <p:txBody>
          <a:bodyPr/>
          <a:lstStyle/>
          <a:p>
            <a:r>
              <a:rPr lang="es-ES" dirty="0">
                <a:ea typeface="Calibri Light"/>
                <a:cs typeface="Calibri Light"/>
              </a:rPr>
              <a:t>La memoria principal. Módulos de memoria</a:t>
            </a:r>
            <a:endParaRPr lang="es-ES" dirty="0"/>
          </a:p>
        </p:txBody>
      </p:sp>
      <p:sp>
        <p:nvSpPr>
          <p:cNvPr id="6" name="Marcador de contenido 5">
            <a:extLst>
              <a:ext uri="{FF2B5EF4-FFF2-40B4-BE49-F238E27FC236}">
                <a16:creationId xmlns:a16="http://schemas.microsoft.com/office/drawing/2014/main" id="{10578292-2FCE-318A-70B2-CB776E6EB4B5}"/>
              </a:ext>
            </a:extLst>
          </p:cNvPr>
          <p:cNvSpPr>
            <a:spLocks noGrp="1"/>
          </p:cNvSpPr>
          <p:nvPr>
            <p:ph idx="1"/>
          </p:nvPr>
        </p:nvSpPr>
        <p:spPr/>
        <p:txBody>
          <a:bodyPr vert="horz" lIns="91440" tIns="45720" rIns="91440" bIns="45720" rtlCol="0" anchor="t">
            <a:normAutofit lnSpcReduction="10000"/>
          </a:bodyPr>
          <a:lstStyle/>
          <a:p>
            <a:pPr algn="just"/>
            <a:r>
              <a:rPr lang="es-ES" dirty="0">
                <a:ea typeface="+mn-lt"/>
                <a:cs typeface="+mn-lt"/>
              </a:rPr>
              <a:t>Estos módulos se conectan a la placa a través de una ranura llamada “banco de memoria” o “ranura de memoria”. A su vez, las líneas de circuito de cada módulo finalizan en algún pin (conector del módulo), que servirá a este para el intercambio de información con la placa a través de la ranura anteriormente mencionada.</a:t>
            </a:r>
            <a:endParaRPr lang="es-ES" dirty="0">
              <a:ea typeface="Calibri" panose="020F0502020204030204"/>
              <a:cs typeface="Calibri" panose="020F0502020204030204"/>
            </a:endParaRPr>
          </a:p>
          <a:p>
            <a:pPr algn="just"/>
            <a:r>
              <a:rPr lang="es-ES">
                <a:ea typeface="+mn-lt"/>
                <a:cs typeface="+mn-lt"/>
              </a:rPr>
              <a:t>Básicamente encontramos tres tipos de módulos:</a:t>
            </a:r>
            <a:endParaRPr lang="es-ES"/>
          </a:p>
          <a:p>
            <a:endParaRPr lang="es-ES"/>
          </a:p>
          <a:p>
            <a:pPr lvl="2"/>
            <a:r>
              <a:rPr lang="es-ES" dirty="0">
                <a:ea typeface="+mn-lt"/>
                <a:cs typeface="+mn-lt"/>
              </a:rPr>
              <a:t>Módulos SIMM (Single </a:t>
            </a:r>
            <a:r>
              <a:rPr lang="es-ES" dirty="0" err="1">
                <a:ea typeface="+mn-lt"/>
                <a:cs typeface="+mn-lt"/>
              </a:rPr>
              <a:t>In-line</a:t>
            </a:r>
            <a:r>
              <a:rPr lang="es-ES" dirty="0">
                <a:ea typeface="+mn-lt"/>
                <a:cs typeface="+mn-lt"/>
              </a:rPr>
              <a:t> </a:t>
            </a:r>
            <a:r>
              <a:rPr lang="es-ES" dirty="0" err="1">
                <a:ea typeface="+mn-lt"/>
                <a:cs typeface="+mn-lt"/>
              </a:rPr>
              <a:t>Memory</a:t>
            </a:r>
            <a:r>
              <a:rPr lang="es-ES" dirty="0">
                <a:ea typeface="+mn-lt"/>
                <a:cs typeface="+mn-lt"/>
              </a:rPr>
              <a:t> Module)</a:t>
            </a:r>
            <a:endParaRPr lang="es-ES" dirty="0"/>
          </a:p>
          <a:p>
            <a:pPr lvl="2"/>
            <a:endParaRPr lang="es-ES"/>
          </a:p>
          <a:p>
            <a:pPr lvl="2"/>
            <a:r>
              <a:rPr lang="es-ES" dirty="0">
                <a:ea typeface="+mn-lt"/>
                <a:cs typeface="+mn-lt"/>
              </a:rPr>
              <a:t>Módulos DIMM (</a:t>
            </a:r>
            <a:r>
              <a:rPr lang="es-ES" dirty="0" err="1">
                <a:ea typeface="+mn-lt"/>
                <a:cs typeface="+mn-lt"/>
              </a:rPr>
              <a:t>Double</a:t>
            </a:r>
            <a:r>
              <a:rPr lang="es-ES" dirty="0">
                <a:ea typeface="+mn-lt"/>
                <a:cs typeface="+mn-lt"/>
              </a:rPr>
              <a:t> </a:t>
            </a:r>
            <a:r>
              <a:rPr lang="es-ES" dirty="0" err="1">
                <a:ea typeface="+mn-lt"/>
                <a:cs typeface="+mn-lt"/>
              </a:rPr>
              <a:t>In-line</a:t>
            </a:r>
            <a:r>
              <a:rPr lang="es-ES" dirty="0">
                <a:ea typeface="+mn-lt"/>
                <a:cs typeface="+mn-lt"/>
              </a:rPr>
              <a:t> </a:t>
            </a:r>
            <a:r>
              <a:rPr lang="es-ES" dirty="0" err="1">
                <a:ea typeface="+mn-lt"/>
                <a:cs typeface="+mn-lt"/>
              </a:rPr>
              <a:t>Memory</a:t>
            </a:r>
            <a:r>
              <a:rPr lang="es-ES" dirty="0">
                <a:ea typeface="+mn-lt"/>
                <a:cs typeface="+mn-lt"/>
              </a:rPr>
              <a:t> Module)</a:t>
            </a:r>
            <a:endParaRPr lang="es-ES" dirty="0"/>
          </a:p>
          <a:p>
            <a:pPr lvl="2"/>
            <a:endParaRPr lang="es-ES"/>
          </a:p>
          <a:p>
            <a:pPr lvl="2"/>
            <a:r>
              <a:rPr lang="es-ES" dirty="0">
                <a:ea typeface="+mn-lt"/>
                <a:cs typeface="+mn-lt"/>
              </a:rPr>
              <a:t>Módulos RIMM (</a:t>
            </a:r>
            <a:r>
              <a:rPr lang="es-ES" dirty="0" err="1">
                <a:ea typeface="+mn-lt"/>
                <a:cs typeface="+mn-lt"/>
              </a:rPr>
              <a:t>Rambus</a:t>
            </a:r>
            <a:r>
              <a:rPr lang="es-ES" dirty="0">
                <a:ea typeface="+mn-lt"/>
                <a:cs typeface="+mn-lt"/>
              </a:rPr>
              <a:t> </a:t>
            </a:r>
            <a:r>
              <a:rPr lang="es-ES" dirty="0" err="1">
                <a:ea typeface="+mn-lt"/>
                <a:cs typeface="+mn-lt"/>
              </a:rPr>
              <a:t>In-line</a:t>
            </a:r>
            <a:r>
              <a:rPr lang="es-ES" dirty="0">
                <a:ea typeface="+mn-lt"/>
                <a:cs typeface="+mn-lt"/>
              </a:rPr>
              <a:t> </a:t>
            </a:r>
            <a:r>
              <a:rPr lang="es-ES" dirty="0" err="1">
                <a:ea typeface="+mn-lt"/>
                <a:cs typeface="+mn-lt"/>
              </a:rPr>
              <a:t>Memory</a:t>
            </a:r>
            <a:r>
              <a:rPr lang="es-ES" dirty="0">
                <a:ea typeface="+mn-lt"/>
                <a:cs typeface="+mn-lt"/>
              </a:rPr>
              <a:t> Module)</a:t>
            </a:r>
            <a:endParaRPr lang="es-ES" dirty="0"/>
          </a:p>
          <a:p>
            <a:endParaRPr lang="es-ES" dirty="0">
              <a:ea typeface="Calibri"/>
              <a:cs typeface="Calibri"/>
            </a:endParaRPr>
          </a:p>
        </p:txBody>
      </p:sp>
      <p:pic>
        <p:nvPicPr>
          <p:cNvPr id="7" name="Imagen 6" descr="Tabla&#10;&#10;Descripción generada automáticamente">
            <a:extLst>
              <a:ext uri="{FF2B5EF4-FFF2-40B4-BE49-F238E27FC236}">
                <a16:creationId xmlns:a16="http://schemas.microsoft.com/office/drawing/2014/main" id="{49FDA018-0430-057E-78E9-97A06259DB6F}"/>
              </a:ext>
            </a:extLst>
          </p:cNvPr>
          <p:cNvPicPr>
            <a:picLocks noChangeAspect="1"/>
          </p:cNvPicPr>
          <p:nvPr/>
        </p:nvPicPr>
        <p:blipFill>
          <a:blip r:embed="rId2"/>
          <a:stretch>
            <a:fillRect/>
          </a:stretch>
        </p:blipFill>
        <p:spPr>
          <a:xfrm>
            <a:off x="7406244" y="4269931"/>
            <a:ext cx="4524498" cy="2029178"/>
          </a:xfrm>
          <a:prstGeom prst="rect">
            <a:avLst/>
          </a:prstGeom>
        </p:spPr>
      </p:pic>
    </p:spTree>
    <p:extLst>
      <p:ext uri="{BB962C8B-B14F-4D97-AF65-F5344CB8AC3E}">
        <p14:creationId xmlns:p14="http://schemas.microsoft.com/office/powerpoint/2010/main" val="6593906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08A23E-F519-983A-0D3D-CD7FF193E1E0}"/>
              </a:ext>
            </a:extLst>
          </p:cNvPr>
          <p:cNvSpPr>
            <a:spLocks noGrp="1"/>
          </p:cNvSpPr>
          <p:nvPr>
            <p:ph type="title"/>
          </p:nvPr>
        </p:nvSpPr>
        <p:spPr/>
        <p:txBody>
          <a:bodyPr/>
          <a:lstStyle/>
          <a:p>
            <a:r>
              <a:rPr lang="es-ES" dirty="0">
                <a:ea typeface="Calibri Light"/>
                <a:cs typeface="Calibri Light"/>
              </a:rPr>
              <a:t>La memoria principal. Módulos de memoria en portátiles</a:t>
            </a:r>
            <a:endParaRPr lang="es-ES" dirty="0"/>
          </a:p>
        </p:txBody>
      </p:sp>
      <p:sp>
        <p:nvSpPr>
          <p:cNvPr id="3" name="Marcador de contenido 2">
            <a:extLst>
              <a:ext uri="{FF2B5EF4-FFF2-40B4-BE49-F238E27FC236}">
                <a16:creationId xmlns:a16="http://schemas.microsoft.com/office/drawing/2014/main" id="{60D020BE-1313-255A-B2E1-EA04AF9D2097}"/>
              </a:ext>
            </a:extLst>
          </p:cNvPr>
          <p:cNvSpPr>
            <a:spLocks noGrp="1"/>
          </p:cNvSpPr>
          <p:nvPr>
            <p:ph idx="1"/>
          </p:nvPr>
        </p:nvSpPr>
        <p:spPr/>
        <p:txBody>
          <a:bodyPr vert="horz" lIns="91440" tIns="45720" rIns="91440" bIns="45720" rtlCol="0" anchor="t">
            <a:normAutofit/>
          </a:bodyPr>
          <a:lstStyle/>
          <a:p>
            <a:r>
              <a:rPr lang="es-ES" dirty="0">
                <a:ea typeface="Calibri"/>
                <a:cs typeface="Calibri"/>
              </a:rPr>
              <a:t>Formato más pequeño:</a:t>
            </a:r>
          </a:p>
          <a:p>
            <a:pPr lvl="1"/>
            <a:r>
              <a:rPr lang="es-ES" dirty="0">
                <a:ea typeface="Calibri"/>
                <a:cs typeface="Calibri"/>
              </a:rPr>
              <a:t>SO-DIMM</a:t>
            </a:r>
          </a:p>
          <a:p>
            <a:pPr lvl="1"/>
            <a:r>
              <a:rPr lang="es-ES" dirty="0">
                <a:ea typeface="Calibri"/>
                <a:cs typeface="Calibri"/>
              </a:rPr>
              <a:t>SO-RIMM</a:t>
            </a:r>
          </a:p>
          <a:p>
            <a:pPr lvl="1"/>
            <a:r>
              <a:rPr lang="es-ES" dirty="0">
                <a:ea typeface="Calibri"/>
                <a:cs typeface="Calibri"/>
              </a:rPr>
              <a:t>Micro-DIMM</a:t>
            </a:r>
          </a:p>
        </p:txBody>
      </p:sp>
      <p:pic>
        <p:nvPicPr>
          <p:cNvPr id="4" name="Imagen 3">
            <a:extLst>
              <a:ext uri="{FF2B5EF4-FFF2-40B4-BE49-F238E27FC236}">
                <a16:creationId xmlns:a16="http://schemas.microsoft.com/office/drawing/2014/main" id="{76197AA7-C52E-227B-0611-484214164FB3}"/>
              </a:ext>
            </a:extLst>
          </p:cNvPr>
          <p:cNvPicPr>
            <a:picLocks noChangeAspect="1"/>
          </p:cNvPicPr>
          <p:nvPr/>
        </p:nvPicPr>
        <p:blipFill>
          <a:blip r:embed="rId2"/>
          <a:stretch>
            <a:fillRect/>
          </a:stretch>
        </p:blipFill>
        <p:spPr>
          <a:xfrm>
            <a:off x="7398049" y="2341803"/>
            <a:ext cx="3865712" cy="2620093"/>
          </a:xfrm>
          <a:prstGeom prst="rect">
            <a:avLst/>
          </a:prstGeom>
        </p:spPr>
      </p:pic>
    </p:spTree>
    <p:extLst>
      <p:ext uri="{BB962C8B-B14F-4D97-AF65-F5344CB8AC3E}">
        <p14:creationId xmlns:p14="http://schemas.microsoft.com/office/powerpoint/2010/main" val="5208949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10B5A-DD49-DE8B-C2BA-D9311112458B}"/>
              </a:ext>
            </a:extLst>
          </p:cNvPr>
          <p:cNvSpPr>
            <a:spLocks noGrp="1"/>
          </p:cNvSpPr>
          <p:nvPr>
            <p:ph type="title"/>
          </p:nvPr>
        </p:nvSpPr>
        <p:spPr/>
        <p:txBody>
          <a:bodyPr/>
          <a:lstStyle/>
          <a:p>
            <a:r>
              <a:rPr lang="es-ES" dirty="0">
                <a:ea typeface="Calibri Light"/>
                <a:cs typeface="Calibri Light"/>
              </a:rPr>
              <a:t>La memoria. Dual </a:t>
            </a:r>
            <a:r>
              <a:rPr lang="es-ES" dirty="0" err="1">
                <a:ea typeface="Calibri Light"/>
                <a:cs typeface="Calibri Light"/>
              </a:rPr>
              <a:t>Channel</a:t>
            </a:r>
            <a:r>
              <a:rPr lang="es-ES" dirty="0">
                <a:ea typeface="Calibri Light"/>
                <a:cs typeface="Calibri Light"/>
              </a:rPr>
              <a:t> o Triple </a:t>
            </a:r>
            <a:r>
              <a:rPr lang="es-ES" dirty="0" err="1">
                <a:ea typeface="Calibri Light"/>
                <a:cs typeface="Calibri Light"/>
              </a:rPr>
              <a:t>Channel</a:t>
            </a:r>
            <a:endParaRPr lang="es-ES" dirty="0" err="1"/>
          </a:p>
        </p:txBody>
      </p:sp>
      <p:pic>
        <p:nvPicPr>
          <p:cNvPr id="4" name="Marcador de contenido 3" descr="Qué es la memoria de doble canal? | Crucial ES">
            <a:extLst>
              <a:ext uri="{FF2B5EF4-FFF2-40B4-BE49-F238E27FC236}">
                <a16:creationId xmlns:a16="http://schemas.microsoft.com/office/drawing/2014/main" id="{376362FA-F726-AF46-E545-7FD05774D1ED}"/>
              </a:ext>
            </a:extLst>
          </p:cNvPr>
          <p:cNvPicPr>
            <a:picLocks noGrp="1" noChangeAspect="1"/>
          </p:cNvPicPr>
          <p:nvPr>
            <p:ph idx="1"/>
          </p:nvPr>
        </p:nvPicPr>
        <p:blipFill>
          <a:blip r:embed="rId2"/>
          <a:stretch>
            <a:fillRect/>
          </a:stretch>
        </p:blipFill>
        <p:spPr>
          <a:xfrm>
            <a:off x="1098292" y="1825625"/>
            <a:ext cx="9995416" cy="4351338"/>
          </a:xfrm>
        </p:spPr>
      </p:pic>
    </p:spTree>
    <p:extLst>
      <p:ext uri="{BB962C8B-B14F-4D97-AF65-F5344CB8AC3E}">
        <p14:creationId xmlns:p14="http://schemas.microsoft.com/office/powerpoint/2010/main" val="1867812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F194F-3256-C202-8680-966E73300712}"/>
              </a:ext>
            </a:extLst>
          </p:cNvPr>
          <p:cNvSpPr>
            <a:spLocks noGrp="1"/>
          </p:cNvSpPr>
          <p:nvPr>
            <p:ph type="title"/>
          </p:nvPr>
        </p:nvSpPr>
        <p:spPr/>
        <p:txBody>
          <a:bodyPr/>
          <a:lstStyle/>
          <a:p>
            <a:r>
              <a:rPr lang="es-ES" dirty="0">
                <a:ea typeface="Calibri Light"/>
                <a:cs typeface="Calibri Light"/>
              </a:rPr>
              <a:t>Memoria de vídeo o gráfica</a:t>
            </a:r>
            <a:endParaRPr lang="es-ES" dirty="0"/>
          </a:p>
        </p:txBody>
      </p:sp>
      <p:sp>
        <p:nvSpPr>
          <p:cNvPr id="3" name="Marcador de contenido 2">
            <a:extLst>
              <a:ext uri="{FF2B5EF4-FFF2-40B4-BE49-F238E27FC236}">
                <a16:creationId xmlns:a16="http://schemas.microsoft.com/office/drawing/2014/main" id="{051D3A92-67B1-3EC3-FD47-6C837F35D9AB}"/>
              </a:ext>
            </a:extLst>
          </p:cNvPr>
          <p:cNvSpPr>
            <a:spLocks noGrp="1"/>
          </p:cNvSpPr>
          <p:nvPr>
            <p:ph idx="1"/>
          </p:nvPr>
        </p:nvSpPr>
        <p:spPr/>
        <p:txBody>
          <a:bodyPr vert="horz" lIns="91440" tIns="45720" rIns="91440" bIns="45720" rtlCol="0" anchor="t">
            <a:normAutofit fontScale="92500"/>
          </a:bodyPr>
          <a:lstStyle/>
          <a:p>
            <a:pPr algn="ctr"/>
            <a:r>
              <a:rPr lang="es-ES" dirty="0">
                <a:ea typeface="+mn-lt"/>
                <a:cs typeface="+mn-lt"/>
              </a:rPr>
              <a:t>Dentro de las memorias internas consideramos también de video o gráfica.</a:t>
            </a:r>
            <a:endParaRPr lang="es-ES" dirty="0">
              <a:ea typeface="Calibri" panose="020F0502020204030204"/>
              <a:cs typeface="Calibri" panose="020F0502020204030204"/>
            </a:endParaRPr>
          </a:p>
          <a:p>
            <a:endParaRPr lang="es-ES"/>
          </a:p>
          <a:p>
            <a:pPr algn="just"/>
            <a:r>
              <a:rPr lang="es-ES" dirty="0">
                <a:ea typeface="+mn-lt"/>
                <a:cs typeface="+mn-lt"/>
              </a:rPr>
              <a:t>Es aquella memoria empleada por el controlador de la tarjeta gráfica para poder manejar toda la información visual que le manda la CPU del sistema.</a:t>
            </a:r>
            <a:endParaRPr lang="es-ES" dirty="0"/>
          </a:p>
          <a:p>
            <a:pPr algn="just"/>
            <a:r>
              <a:rPr lang="es-ES" dirty="0">
                <a:ea typeface="+mn-lt"/>
                <a:cs typeface="+mn-lt"/>
              </a:rPr>
              <a:t>Hace unos años las tarjetas de video se basaban en el empleo de memoria DDR. Actualmente los fabricantes se han decantado por otros tipos de memoria más eficientes como DDR2 y DDR3 que son memorias RAM convencionales y otras </a:t>
            </a:r>
            <a:r>
              <a:rPr lang="es-ES" b="1" dirty="0">
                <a:latin typeface="Arial"/>
                <a:cs typeface="Arial"/>
              </a:rPr>
              <a:t>memorias específicas de video </a:t>
            </a:r>
            <a:r>
              <a:rPr lang="es-ES" dirty="0">
                <a:ea typeface="+mn-lt"/>
                <a:cs typeface="+mn-lt"/>
              </a:rPr>
              <a:t>como son </a:t>
            </a:r>
            <a:r>
              <a:rPr lang="es-ES" b="1" dirty="0">
                <a:latin typeface="Arial"/>
                <a:cs typeface="Arial"/>
              </a:rPr>
              <a:t>GDDR3</a:t>
            </a:r>
            <a:r>
              <a:rPr lang="es-ES" dirty="0">
                <a:ea typeface="+mn-lt"/>
                <a:cs typeface="+mn-lt"/>
              </a:rPr>
              <a:t>, </a:t>
            </a:r>
            <a:r>
              <a:rPr lang="es-ES" b="1" dirty="0">
                <a:latin typeface="Arial"/>
                <a:cs typeface="Arial"/>
              </a:rPr>
              <a:t>GDDR4 </a:t>
            </a:r>
            <a:r>
              <a:rPr lang="es-ES" dirty="0">
                <a:ea typeface="+mn-lt"/>
                <a:cs typeface="+mn-lt"/>
              </a:rPr>
              <a:t>y </a:t>
            </a:r>
            <a:r>
              <a:rPr lang="es-ES" b="1" dirty="0">
                <a:latin typeface="Arial"/>
                <a:cs typeface="Arial"/>
              </a:rPr>
              <a:t>GDDR5 </a:t>
            </a:r>
            <a:r>
              <a:rPr lang="es-ES" dirty="0">
                <a:ea typeface="+mn-lt"/>
                <a:cs typeface="+mn-lt"/>
              </a:rPr>
              <a:t>(</a:t>
            </a:r>
            <a:r>
              <a:rPr lang="es-ES" b="1" dirty="0">
                <a:latin typeface="Arial"/>
                <a:cs typeface="Arial"/>
              </a:rPr>
              <a:t>GDDR </a:t>
            </a:r>
            <a:r>
              <a:rPr lang="es-ES" dirty="0">
                <a:ea typeface="+mn-lt"/>
                <a:cs typeface="+mn-lt"/>
              </a:rPr>
              <a:t>= </a:t>
            </a:r>
            <a:r>
              <a:rPr lang="es-ES" i="1" dirty="0" err="1">
                <a:latin typeface="Arial"/>
                <a:cs typeface="Arial"/>
              </a:rPr>
              <a:t>Graphics</a:t>
            </a:r>
            <a:r>
              <a:rPr lang="es-ES" i="1" dirty="0">
                <a:latin typeface="Arial"/>
                <a:cs typeface="Arial"/>
              </a:rPr>
              <a:t> </a:t>
            </a:r>
            <a:r>
              <a:rPr lang="es-ES" i="1" dirty="0" err="1">
                <a:latin typeface="Arial"/>
                <a:cs typeface="Arial"/>
              </a:rPr>
              <a:t>Double</a:t>
            </a:r>
            <a:r>
              <a:rPr lang="es-ES" i="1" dirty="0">
                <a:latin typeface="Arial"/>
                <a:cs typeface="Arial"/>
              </a:rPr>
              <a:t> Data </a:t>
            </a:r>
            <a:r>
              <a:rPr lang="es-ES" i="1" dirty="0" err="1">
                <a:latin typeface="Arial"/>
                <a:cs typeface="Arial"/>
              </a:rPr>
              <a:t>Rate</a:t>
            </a:r>
            <a:r>
              <a:rPr lang="es-ES" dirty="0">
                <a:ea typeface="+mn-lt"/>
                <a:cs typeface="+mn-lt"/>
              </a:rPr>
              <a:t>).</a:t>
            </a:r>
            <a:endParaRPr lang="es-ES" dirty="0"/>
          </a:p>
          <a:p>
            <a:endParaRPr lang="es-ES" dirty="0">
              <a:ea typeface="Calibri"/>
              <a:cs typeface="Calibri"/>
            </a:endParaRPr>
          </a:p>
        </p:txBody>
      </p:sp>
    </p:spTree>
    <p:extLst>
      <p:ext uri="{BB962C8B-B14F-4D97-AF65-F5344CB8AC3E}">
        <p14:creationId xmlns:p14="http://schemas.microsoft.com/office/powerpoint/2010/main" val="14446329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F194F-3256-C202-8680-966E73300712}"/>
              </a:ext>
            </a:extLst>
          </p:cNvPr>
          <p:cNvSpPr>
            <a:spLocks noGrp="1"/>
          </p:cNvSpPr>
          <p:nvPr>
            <p:ph type="title"/>
          </p:nvPr>
        </p:nvSpPr>
        <p:spPr/>
        <p:txBody>
          <a:bodyPr/>
          <a:lstStyle/>
          <a:p>
            <a:r>
              <a:rPr lang="es-ES" dirty="0">
                <a:ea typeface="Calibri Light"/>
                <a:cs typeface="Calibri Light"/>
              </a:rPr>
              <a:t>Memoria de vídeo o gráfica</a:t>
            </a:r>
            <a:endParaRPr lang="es-ES" dirty="0"/>
          </a:p>
        </p:txBody>
      </p:sp>
      <p:sp>
        <p:nvSpPr>
          <p:cNvPr id="3" name="Marcador de contenido 2">
            <a:extLst>
              <a:ext uri="{FF2B5EF4-FFF2-40B4-BE49-F238E27FC236}">
                <a16:creationId xmlns:a16="http://schemas.microsoft.com/office/drawing/2014/main" id="{051D3A92-67B1-3EC3-FD47-6C837F35D9AB}"/>
              </a:ext>
            </a:extLst>
          </p:cNvPr>
          <p:cNvSpPr>
            <a:spLocks noGrp="1"/>
          </p:cNvSpPr>
          <p:nvPr>
            <p:ph idx="1"/>
          </p:nvPr>
        </p:nvSpPr>
        <p:spPr/>
        <p:txBody>
          <a:bodyPr vert="horz" lIns="91440" tIns="45720" rIns="91440" bIns="45720" rtlCol="0" anchor="t">
            <a:normAutofit fontScale="92500" lnSpcReduction="20000"/>
          </a:bodyPr>
          <a:lstStyle/>
          <a:p>
            <a:pPr algn="ctr"/>
            <a:endParaRPr lang="es-ES" dirty="0">
              <a:ea typeface="Calibri" panose="020F0502020204030204"/>
              <a:cs typeface="Calibri" panose="020F0502020204030204"/>
            </a:endParaRPr>
          </a:p>
          <a:p>
            <a:pPr algn="just"/>
            <a:r>
              <a:rPr lang="es-ES" dirty="0">
                <a:ea typeface="+mn-lt"/>
                <a:cs typeface="+mn-lt"/>
              </a:rPr>
              <a:t>Los </a:t>
            </a:r>
            <a:r>
              <a:rPr lang="es-ES" b="1" dirty="0">
                <a:latin typeface="Arial"/>
                <a:ea typeface="Calibri" panose="020F0502020204030204"/>
                <a:cs typeface="Arial"/>
              </a:rPr>
              <a:t>módulos GDDR </a:t>
            </a:r>
            <a:r>
              <a:rPr lang="es-ES" dirty="0">
                <a:ea typeface="+mn-lt"/>
                <a:cs typeface="+mn-lt"/>
              </a:rPr>
              <a:t>son chips de memoria insertados directamente en las tarjetas gráficas o en la placa base (en el caso de gráficas integradas en placa base que utilicen este tipo de memoria), siendo controlados directamente por el procesador de la gráfica, no interviniendo para nada en este proceso la placa base.</a:t>
            </a:r>
            <a:endParaRPr lang="es-ES" dirty="0">
              <a:ea typeface="Calibri" panose="020F0502020204030204"/>
              <a:cs typeface="Calibri" panose="020F0502020204030204"/>
            </a:endParaRPr>
          </a:p>
          <a:p>
            <a:pPr algn="just"/>
            <a:r>
              <a:rPr lang="es-ES" dirty="0">
                <a:ea typeface="+mn-lt"/>
                <a:cs typeface="+mn-lt"/>
              </a:rPr>
              <a:t>Se trata de memorias muy rápidas, con velocidades actualmente en torno a los 1,5 GHz, con acceso directo al procesador gráfico y un ancho de banda (alrededor de 75 GB/s). Las GDDR5 en torno a los 2 GHz. Las GDDR6 llegarán en 2.018.</a:t>
            </a:r>
            <a:endParaRPr lang="es-ES" dirty="0"/>
          </a:p>
          <a:p>
            <a:pPr algn="just"/>
            <a:r>
              <a:rPr lang="es-ES" dirty="0">
                <a:ea typeface="+mn-lt"/>
                <a:cs typeface="+mn-lt"/>
              </a:rPr>
              <a:t>Si tenemos en cuenta que es una memoria totalmente independiente de la memoria del sistema, no existe ningún tipo de incompatibilidad entre ésta y la propia del sistema, pudiendo ser por tanto diferentes.</a:t>
            </a:r>
            <a:endParaRPr lang="es-ES" dirty="0"/>
          </a:p>
          <a:p>
            <a:endParaRPr lang="es-ES" dirty="0">
              <a:ea typeface="Calibri" panose="020F0502020204030204"/>
              <a:cs typeface="Calibri" panose="020F0502020204030204"/>
            </a:endParaRPr>
          </a:p>
        </p:txBody>
      </p:sp>
    </p:spTree>
    <p:extLst>
      <p:ext uri="{BB962C8B-B14F-4D97-AF65-F5344CB8AC3E}">
        <p14:creationId xmlns:p14="http://schemas.microsoft.com/office/powerpoint/2010/main" val="3319980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717E-C662-A16B-1C03-1C4AAEDF8044}"/>
              </a:ext>
            </a:extLst>
          </p:cNvPr>
          <p:cNvSpPr>
            <a:spLocks noGrp="1"/>
          </p:cNvSpPr>
          <p:nvPr>
            <p:ph type="title"/>
          </p:nvPr>
        </p:nvSpPr>
        <p:spPr/>
        <p:txBody>
          <a:bodyPr/>
          <a:lstStyle/>
          <a:p>
            <a:r>
              <a:rPr lang="es-ES" dirty="0">
                <a:ea typeface="Calibri Light"/>
                <a:cs typeface="Calibri Light"/>
              </a:rPr>
              <a:t>Buses y ranuras de Expansión</a:t>
            </a:r>
            <a:endParaRPr lang="es-ES" dirty="0"/>
          </a:p>
        </p:txBody>
      </p:sp>
      <p:pic>
        <p:nvPicPr>
          <p:cNvPr id="6" name="Marcador de contenido 5" descr="Imagen que contiene electrónica, circuito&#10;&#10;Descripción generada automáticamente">
            <a:extLst>
              <a:ext uri="{FF2B5EF4-FFF2-40B4-BE49-F238E27FC236}">
                <a16:creationId xmlns:a16="http://schemas.microsoft.com/office/drawing/2014/main" id="{016EF268-C593-A8D5-2ADA-3CCE8BCF4CEC}"/>
              </a:ext>
            </a:extLst>
          </p:cNvPr>
          <p:cNvPicPr>
            <a:picLocks noGrp="1" noChangeAspect="1"/>
          </p:cNvPicPr>
          <p:nvPr>
            <p:ph idx="1"/>
          </p:nvPr>
        </p:nvPicPr>
        <p:blipFill>
          <a:blip r:embed="rId2"/>
          <a:stretch>
            <a:fillRect/>
          </a:stretch>
        </p:blipFill>
        <p:spPr>
          <a:xfrm>
            <a:off x="2056944" y="1710607"/>
            <a:ext cx="5777734" cy="4868922"/>
          </a:xfrm>
        </p:spPr>
      </p:pic>
      <p:sp>
        <p:nvSpPr>
          <p:cNvPr id="4" name="CuadroTexto 3">
            <a:extLst>
              <a:ext uri="{FF2B5EF4-FFF2-40B4-BE49-F238E27FC236}">
                <a16:creationId xmlns:a16="http://schemas.microsoft.com/office/drawing/2014/main" id="{45BCFD31-4D9B-203F-E5E4-C2DDC59F2790}"/>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Arial MT"/>
              </a:rPr>
              <a:t>USB</a:t>
            </a:r>
            <a:r>
              <a:rPr lang="en-US"/>
              <a:t> </a:t>
            </a:r>
          </a:p>
        </p:txBody>
      </p:sp>
    </p:spTree>
    <p:extLst>
      <p:ext uri="{BB962C8B-B14F-4D97-AF65-F5344CB8AC3E}">
        <p14:creationId xmlns:p14="http://schemas.microsoft.com/office/powerpoint/2010/main" val="487677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B5DC80-32C8-7E84-3CFF-AB87D69643D6}"/>
              </a:ext>
            </a:extLst>
          </p:cNvPr>
          <p:cNvSpPr>
            <a:spLocks noGrp="1"/>
          </p:cNvSpPr>
          <p:nvPr>
            <p:ph type="title"/>
          </p:nvPr>
        </p:nvSpPr>
        <p:spPr>
          <a:xfrm>
            <a:off x="841248" y="629843"/>
            <a:ext cx="10506456" cy="1014984"/>
          </a:xfrm>
        </p:spPr>
        <p:txBody>
          <a:bodyPr anchor="b">
            <a:normAutofit/>
          </a:bodyPr>
          <a:lstStyle/>
          <a:p>
            <a:r>
              <a:rPr lang="es-ES" dirty="0">
                <a:ea typeface="Calibri Light"/>
                <a:cs typeface="Calibri Light"/>
              </a:rPr>
              <a:t>Buses y ranuras de Expansión</a:t>
            </a:r>
          </a:p>
          <a:p>
            <a:endParaRPr lang="es-ES" dirty="0">
              <a:ea typeface="Calibri Light"/>
              <a:cs typeface="Calibri Light"/>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Marcador de contenido 2">
            <a:extLst>
              <a:ext uri="{FF2B5EF4-FFF2-40B4-BE49-F238E27FC236}">
                <a16:creationId xmlns:a16="http://schemas.microsoft.com/office/drawing/2014/main" id="{2766A444-735E-E246-2918-151C1A9B0E49}"/>
              </a:ext>
            </a:extLst>
          </p:cNvPr>
          <p:cNvGraphicFramePr>
            <a:graphicFrameLocks noGrp="1"/>
          </p:cNvGraphicFramePr>
          <p:nvPr>
            <p:ph idx="1"/>
            <p:extLst>
              <p:ext uri="{D42A27DB-BD31-4B8C-83A1-F6EECF244321}">
                <p14:modId xmlns:p14="http://schemas.microsoft.com/office/powerpoint/2010/main" val="298743038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31892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B5DC80-32C8-7E84-3CFF-AB87D69643D6}"/>
              </a:ext>
            </a:extLst>
          </p:cNvPr>
          <p:cNvSpPr>
            <a:spLocks noGrp="1"/>
          </p:cNvSpPr>
          <p:nvPr>
            <p:ph type="title"/>
          </p:nvPr>
        </p:nvSpPr>
        <p:spPr>
          <a:xfrm>
            <a:off x="841248" y="629843"/>
            <a:ext cx="10506456" cy="1014984"/>
          </a:xfrm>
        </p:spPr>
        <p:txBody>
          <a:bodyPr anchor="b">
            <a:normAutofit/>
          </a:bodyPr>
          <a:lstStyle/>
          <a:p>
            <a:r>
              <a:rPr lang="es-ES" dirty="0">
                <a:ea typeface="Calibri Light"/>
                <a:cs typeface="Calibri Light"/>
              </a:rPr>
              <a:t>Buses y ranuras de Expansión</a:t>
            </a:r>
          </a:p>
          <a:p>
            <a:endParaRPr lang="es-ES" dirty="0">
              <a:ea typeface="Calibri Light"/>
              <a:cs typeface="Calibri Light"/>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Marcador de contenido 2">
            <a:extLst>
              <a:ext uri="{FF2B5EF4-FFF2-40B4-BE49-F238E27FC236}">
                <a16:creationId xmlns:a16="http://schemas.microsoft.com/office/drawing/2014/main" id="{2766A444-735E-E246-2918-151C1A9B0E49}"/>
              </a:ext>
            </a:extLst>
          </p:cNvPr>
          <p:cNvGraphicFramePr>
            <a:graphicFrameLocks noGrp="1"/>
          </p:cNvGraphicFramePr>
          <p:nvPr>
            <p:ph idx="1"/>
            <p:extLst>
              <p:ext uri="{D42A27DB-BD31-4B8C-83A1-F6EECF244321}">
                <p14:modId xmlns:p14="http://schemas.microsoft.com/office/powerpoint/2010/main" val="2560197049"/>
              </p:ext>
            </p:extLst>
          </p:nvPr>
        </p:nvGraphicFramePr>
        <p:xfrm>
          <a:off x="852578" y="459775"/>
          <a:ext cx="6878128" cy="7463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7" name="Imagen 86" descr="Texto&#10;&#10;Descripción generada automáticamente">
            <a:extLst>
              <a:ext uri="{FF2B5EF4-FFF2-40B4-BE49-F238E27FC236}">
                <a16:creationId xmlns:a16="http://schemas.microsoft.com/office/drawing/2014/main" id="{5F099E9A-FAE0-221F-AFD1-7C869D74A07C}"/>
              </a:ext>
            </a:extLst>
          </p:cNvPr>
          <p:cNvPicPr>
            <a:picLocks noChangeAspect="1"/>
          </p:cNvPicPr>
          <p:nvPr/>
        </p:nvPicPr>
        <p:blipFill>
          <a:blip r:embed="rId7"/>
          <a:stretch>
            <a:fillRect/>
          </a:stretch>
        </p:blipFill>
        <p:spPr>
          <a:xfrm>
            <a:off x="8074325" y="2096088"/>
            <a:ext cx="3663350" cy="3700993"/>
          </a:xfrm>
          <a:prstGeom prst="rect">
            <a:avLst/>
          </a:prstGeom>
        </p:spPr>
      </p:pic>
    </p:spTree>
    <p:extLst>
      <p:ext uri="{BB962C8B-B14F-4D97-AF65-F5344CB8AC3E}">
        <p14:creationId xmlns:p14="http://schemas.microsoft.com/office/powerpoint/2010/main" val="1315904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B5DC80-32C8-7E84-3CFF-AB87D69643D6}"/>
              </a:ext>
            </a:extLst>
          </p:cNvPr>
          <p:cNvSpPr>
            <a:spLocks noGrp="1"/>
          </p:cNvSpPr>
          <p:nvPr>
            <p:ph type="title"/>
          </p:nvPr>
        </p:nvSpPr>
        <p:spPr>
          <a:xfrm>
            <a:off x="630936" y="502920"/>
            <a:ext cx="3419856" cy="1463040"/>
          </a:xfrm>
        </p:spPr>
        <p:txBody>
          <a:bodyPr anchor="ctr">
            <a:normAutofit/>
          </a:bodyPr>
          <a:lstStyle/>
          <a:p>
            <a:r>
              <a:rPr lang="es-ES" sz="3700">
                <a:ea typeface="Calibri Light"/>
                <a:cs typeface="Calibri Light"/>
              </a:rPr>
              <a:t>Buses y ranuras de Expansión</a:t>
            </a:r>
          </a:p>
          <a:p>
            <a:endParaRPr lang="es-ES" sz="3700">
              <a:ea typeface="Calibri Light"/>
              <a:cs typeface="Calibri Light"/>
            </a:endParaRPr>
          </a:p>
        </p:txBody>
      </p:sp>
      <p:sp>
        <p:nvSpPr>
          <p:cNvPr id="2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16">
            <a:extLst>
              <a:ext uri="{FF2B5EF4-FFF2-40B4-BE49-F238E27FC236}">
                <a16:creationId xmlns:a16="http://schemas.microsoft.com/office/drawing/2014/main" id="{6EFCF0F0-3EC0-0E0E-FF34-8BBA216D04B9}"/>
              </a:ext>
            </a:extLst>
          </p:cNvPr>
          <p:cNvSpPr>
            <a:spLocks noGrp="1"/>
          </p:cNvSpPr>
          <p:nvPr>
            <p:ph idx="1"/>
          </p:nvPr>
        </p:nvSpPr>
        <p:spPr>
          <a:xfrm>
            <a:off x="4654295" y="502920"/>
            <a:ext cx="6894576" cy="1463040"/>
          </a:xfrm>
        </p:spPr>
        <p:txBody>
          <a:bodyPr anchor="ctr">
            <a:normAutofit/>
          </a:bodyPr>
          <a:lstStyle/>
          <a:p>
            <a:endParaRPr lang="en-US" sz="2200"/>
          </a:p>
        </p:txBody>
      </p:sp>
      <p:pic>
        <p:nvPicPr>
          <p:cNvPr id="12" name="Marcador de contenido 11" descr="Tabla&#10;&#10;Descripción generada automáticamente">
            <a:extLst>
              <a:ext uri="{FF2B5EF4-FFF2-40B4-BE49-F238E27FC236}">
                <a16:creationId xmlns:a16="http://schemas.microsoft.com/office/drawing/2014/main" id="{38638387-A161-67A0-F4CE-34AB1A0E00C0}"/>
              </a:ext>
            </a:extLst>
          </p:cNvPr>
          <p:cNvPicPr>
            <a:picLocks noChangeAspect="1"/>
          </p:cNvPicPr>
          <p:nvPr/>
        </p:nvPicPr>
        <p:blipFill>
          <a:blip r:embed="rId2"/>
          <a:stretch>
            <a:fillRect/>
          </a:stretch>
        </p:blipFill>
        <p:spPr>
          <a:xfrm>
            <a:off x="630936" y="2291735"/>
            <a:ext cx="10917936" cy="3957754"/>
          </a:xfrm>
          <a:prstGeom prst="rect">
            <a:avLst/>
          </a:prstGeom>
        </p:spPr>
      </p:pic>
    </p:spTree>
    <p:extLst>
      <p:ext uri="{BB962C8B-B14F-4D97-AF65-F5344CB8AC3E}">
        <p14:creationId xmlns:p14="http://schemas.microsoft.com/office/powerpoint/2010/main" val="23908023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B5DC80-32C8-7E84-3CFF-AB87D69643D6}"/>
              </a:ext>
            </a:extLst>
          </p:cNvPr>
          <p:cNvSpPr>
            <a:spLocks noGrp="1"/>
          </p:cNvSpPr>
          <p:nvPr>
            <p:ph type="title"/>
          </p:nvPr>
        </p:nvSpPr>
        <p:spPr>
          <a:xfrm>
            <a:off x="630936" y="502920"/>
            <a:ext cx="3419856" cy="1463040"/>
          </a:xfrm>
        </p:spPr>
        <p:txBody>
          <a:bodyPr anchor="ctr">
            <a:normAutofit/>
          </a:bodyPr>
          <a:lstStyle/>
          <a:p>
            <a:r>
              <a:rPr lang="es-ES" sz="3700">
                <a:ea typeface="Calibri Light"/>
                <a:cs typeface="Calibri Light"/>
              </a:rPr>
              <a:t>Buses y ranuras de Expansión</a:t>
            </a:r>
          </a:p>
          <a:p>
            <a:endParaRPr lang="es-ES" sz="3700">
              <a:ea typeface="Calibri Light"/>
              <a:cs typeface="Calibri Light"/>
            </a:endParaRPr>
          </a:p>
        </p:txBody>
      </p:sp>
      <p:sp>
        <p:nvSpPr>
          <p:cNvPr id="2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Marcador de contenido 2">
            <a:extLst>
              <a:ext uri="{FF2B5EF4-FFF2-40B4-BE49-F238E27FC236}">
                <a16:creationId xmlns:a16="http://schemas.microsoft.com/office/drawing/2014/main" id="{CD8CA175-F3D2-8E3C-5673-70B6B5B7DFA9}"/>
              </a:ext>
            </a:extLst>
          </p:cNvPr>
          <p:cNvPicPr>
            <a:picLocks noGrp="1" noChangeAspect="1"/>
          </p:cNvPicPr>
          <p:nvPr>
            <p:ph idx="1"/>
          </p:nvPr>
        </p:nvPicPr>
        <p:blipFill>
          <a:blip r:embed="rId2"/>
          <a:stretch>
            <a:fillRect/>
          </a:stretch>
        </p:blipFill>
        <p:spPr>
          <a:xfrm>
            <a:off x="4636350" y="1020505"/>
            <a:ext cx="7189258" cy="5229907"/>
          </a:xfrm>
        </p:spPr>
      </p:pic>
    </p:spTree>
    <p:extLst>
      <p:ext uri="{BB962C8B-B14F-4D97-AF65-F5344CB8AC3E}">
        <p14:creationId xmlns:p14="http://schemas.microsoft.com/office/powerpoint/2010/main" val="35697133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7D80CC47-0797-0D1A-BB9A-07E0C593AAD4}"/>
              </a:ext>
            </a:extLst>
          </p:cNvPr>
          <p:cNvSpPr>
            <a:spLocks noGrp="1"/>
          </p:cNvSpPr>
          <p:nvPr>
            <p:ph type="title"/>
          </p:nvPr>
        </p:nvSpPr>
        <p:spPr>
          <a:xfrm>
            <a:off x="630936" y="630936"/>
            <a:ext cx="3599688" cy="1463040"/>
          </a:xfrm>
        </p:spPr>
        <p:txBody>
          <a:bodyPr anchor="ctr">
            <a:normAutofit/>
          </a:bodyPr>
          <a:lstStyle/>
          <a:p>
            <a:r>
              <a:rPr lang="es-ES" sz="4800">
                <a:solidFill>
                  <a:srgbClr val="FFFFFF"/>
                </a:solidFill>
                <a:ea typeface="Calibri Light"/>
                <a:cs typeface="Calibri Light"/>
              </a:rPr>
              <a:t>Puertos y Conexiones</a:t>
            </a:r>
            <a:endParaRPr lang="es-ES" sz="4800">
              <a:solidFill>
                <a:srgbClr val="FFFFFF"/>
              </a:solidFill>
            </a:endParaRPr>
          </a:p>
        </p:txBody>
      </p:sp>
      <p:sp>
        <p:nvSpPr>
          <p:cNvPr id="15"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103FEDC9-FAA7-1077-C1CA-FB20D4DADE88}"/>
              </a:ext>
            </a:extLst>
          </p:cNvPr>
          <p:cNvSpPr>
            <a:spLocks noGrp="1"/>
          </p:cNvSpPr>
          <p:nvPr>
            <p:ph idx="1"/>
          </p:nvPr>
        </p:nvSpPr>
        <p:spPr>
          <a:xfrm>
            <a:off x="4474462" y="630936"/>
            <a:ext cx="7074409" cy="1463040"/>
          </a:xfrm>
        </p:spPr>
        <p:txBody>
          <a:bodyPr anchor="ctr">
            <a:normAutofit/>
          </a:bodyPr>
          <a:lstStyle/>
          <a:p>
            <a:endParaRPr lang="en-US" sz="2200">
              <a:solidFill>
                <a:srgbClr val="FFFFFF"/>
              </a:solidFill>
            </a:endParaRPr>
          </a:p>
        </p:txBody>
      </p:sp>
      <p:pic>
        <p:nvPicPr>
          <p:cNvPr id="4" name="Marcador de contenido 3" descr="Diagrama&#10;&#10;Descripción generada automáticamente">
            <a:extLst>
              <a:ext uri="{FF2B5EF4-FFF2-40B4-BE49-F238E27FC236}">
                <a16:creationId xmlns:a16="http://schemas.microsoft.com/office/drawing/2014/main" id="{38424965-7225-E7CE-AD57-2ACF08E8B322}"/>
              </a:ext>
            </a:extLst>
          </p:cNvPr>
          <p:cNvPicPr>
            <a:picLocks noChangeAspect="1"/>
          </p:cNvPicPr>
          <p:nvPr/>
        </p:nvPicPr>
        <p:blipFill>
          <a:blip r:embed="rId2"/>
          <a:stretch>
            <a:fillRect/>
          </a:stretch>
        </p:blipFill>
        <p:spPr>
          <a:xfrm>
            <a:off x="846596" y="2097573"/>
            <a:ext cx="10917936" cy="2784074"/>
          </a:xfrm>
          <a:prstGeom prst="rect">
            <a:avLst/>
          </a:prstGeom>
        </p:spPr>
      </p:pic>
      <p:sp>
        <p:nvSpPr>
          <p:cNvPr id="5" name="CuadroTexto 4">
            <a:extLst>
              <a:ext uri="{FF2B5EF4-FFF2-40B4-BE49-F238E27FC236}">
                <a16:creationId xmlns:a16="http://schemas.microsoft.com/office/drawing/2014/main" id="{D65DA632-913D-412C-D684-711CA0E0DB80}"/>
              </a:ext>
            </a:extLst>
          </p:cNvPr>
          <p:cNvSpPr txBox="1"/>
          <p:nvPr/>
        </p:nvSpPr>
        <p:spPr>
          <a:xfrm>
            <a:off x="1403230" y="4556664"/>
            <a:ext cx="9398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800" dirty="0">
                <a:ea typeface="Calibri"/>
                <a:cs typeface="Calibri"/>
              </a:rPr>
              <a:t>Cumplen la norma pc99  desarrollada por Microsoft e Intel en el año 98</a:t>
            </a:r>
            <a:endParaRPr lang="es-ES" sz="4800" dirty="0"/>
          </a:p>
        </p:txBody>
      </p:sp>
    </p:spTree>
    <p:extLst>
      <p:ext uri="{BB962C8B-B14F-4D97-AF65-F5344CB8AC3E}">
        <p14:creationId xmlns:p14="http://schemas.microsoft.com/office/powerpoint/2010/main" val="7119091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D80CC47-0797-0D1A-BB9A-07E0C593AAD4}"/>
              </a:ext>
            </a:extLst>
          </p:cNvPr>
          <p:cNvSpPr>
            <a:spLocks noGrp="1"/>
          </p:cNvSpPr>
          <p:nvPr>
            <p:ph type="title"/>
          </p:nvPr>
        </p:nvSpPr>
        <p:spPr>
          <a:xfrm>
            <a:off x="841248" y="251312"/>
            <a:ext cx="10506456" cy="1010264"/>
          </a:xfrm>
        </p:spPr>
        <p:txBody>
          <a:bodyPr anchor="ctr">
            <a:normAutofit/>
          </a:bodyPr>
          <a:lstStyle/>
          <a:p>
            <a:r>
              <a:rPr lang="es-ES">
                <a:ea typeface="Calibri Light"/>
                <a:cs typeface="Calibri Light"/>
              </a:rPr>
              <a:t>Puertos y Conexiones</a:t>
            </a:r>
            <a:endParaRPr lang="es-ES"/>
          </a:p>
        </p:txBody>
      </p:sp>
      <p:sp>
        <p:nvSpPr>
          <p:cNvPr id="38" name="Rectangle 37">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2" name="Content Placeholder 7">
            <a:extLst>
              <a:ext uri="{FF2B5EF4-FFF2-40B4-BE49-F238E27FC236}">
                <a16:creationId xmlns:a16="http://schemas.microsoft.com/office/drawing/2014/main" id="{43959469-29ED-6A16-996F-413BF808938C}"/>
              </a:ext>
            </a:extLst>
          </p:cNvPr>
          <p:cNvGraphicFramePr>
            <a:graphicFrameLocks noGrp="1"/>
          </p:cNvGraphicFramePr>
          <p:nvPr>
            <p:ph idx="1"/>
            <p:extLst>
              <p:ext uri="{D42A27DB-BD31-4B8C-83A1-F6EECF244321}">
                <p14:modId xmlns:p14="http://schemas.microsoft.com/office/powerpoint/2010/main" val="1400369744"/>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76205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C7BDBFF-014E-2AE1-E6DD-FD02222F8C83}"/>
              </a:ext>
            </a:extLst>
          </p:cNvPr>
          <p:cNvSpPr>
            <a:spLocks noGrp="1"/>
          </p:cNvSpPr>
          <p:nvPr>
            <p:ph type="title"/>
          </p:nvPr>
        </p:nvSpPr>
        <p:spPr>
          <a:xfrm>
            <a:off x="761800" y="762001"/>
            <a:ext cx="5334197" cy="1708242"/>
          </a:xfrm>
        </p:spPr>
        <p:txBody>
          <a:bodyPr anchor="ctr">
            <a:normAutofit/>
          </a:bodyPr>
          <a:lstStyle/>
          <a:p>
            <a:r>
              <a:rPr lang="es-ES" sz="4000">
                <a:ea typeface="Calibri Light"/>
                <a:cs typeface="Calibri Light"/>
              </a:rPr>
              <a:t>Unidades de Almacenamiento</a:t>
            </a:r>
            <a:endParaRPr lang="es-ES" sz="4000"/>
          </a:p>
        </p:txBody>
      </p:sp>
      <p:sp>
        <p:nvSpPr>
          <p:cNvPr id="3" name="Marcador de contenido 2">
            <a:extLst>
              <a:ext uri="{FF2B5EF4-FFF2-40B4-BE49-F238E27FC236}">
                <a16:creationId xmlns:a16="http://schemas.microsoft.com/office/drawing/2014/main" id="{BE8A7E72-E342-6E3E-28E8-8FB0884853BA}"/>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s-ES" sz="2000">
                <a:ea typeface="+mn-lt"/>
                <a:cs typeface="+mn-lt"/>
              </a:rPr>
              <a:t>El almacenamiento secundario lo conforman el conjunto de dispositivos y medios o soportes que almacenan memoria secundaria, entendida como almacenamiento masivo y permanente.</a:t>
            </a:r>
            <a:endParaRPr lang="es-ES" sz="2000">
              <a:ea typeface="Calibri" panose="020F0502020204030204"/>
              <a:cs typeface="Calibri" panose="020F0502020204030204"/>
            </a:endParaRPr>
          </a:p>
          <a:p>
            <a:endParaRPr lang="es-ES" sz="2000">
              <a:ea typeface="Calibri" panose="020F0502020204030204"/>
              <a:cs typeface="Calibri" panose="020F0502020204030204"/>
            </a:endParaRPr>
          </a:p>
        </p:txBody>
      </p:sp>
      <p:pic>
        <p:nvPicPr>
          <p:cNvPr id="5" name="Picture 4">
            <a:extLst>
              <a:ext uri="{FF2B5EF4-FFF2-40B4-BE49-F238E27FC236}">
                <a16:creationId xmlns:a16="http://schemas.microsoft.com/office/drawing/2014/main" id="{578EF1CC-14EB-C861-7868-C3E10D5B2151}"/>
              </a:ext>
            </a:extLst>
          </p:cNvPr>
          <p:cNvPicPr>
            <a:picLocks noChangeAspect="1"/>
          </p:cNvPicPr>
          <p:nvPr/>
        </p:nvPicPr>
        <p:blipFill rotWithShape="1">
          <a:blip r:embed="rId2"/>
          <a:srcRect l="16627" r="42420" b="6249"/>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299465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CF5FB1-E9DB-504D-5546-1CE6DB799BC9}"/>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24CAAA00-13C1-5439-8089-804A64600033}"/>
              </a:ext>
            </a:extLst>
          </p:cNvPr>
          <p:cNvSpPr>
            <a:spLocks noGrp="1"/>
          </p:cNvSpPr>
          <p:nvPr>
            <p:ph idx="1"/>
          </p:nvPr>
        </p:nvSpPr>
        <p:spPr>
          <a:xfrm>
            <a:off x="838200" y="1825625"/>
            <a:ext cx="7962406" cy="4351338"/>
          </a:xfrm>
        </p:spPr>
        <p:txBody>
          <a:bodyPr vert="horz" lIns="91440" tIns="45720" rIns="91440" bIns="45720" rtlCol="0" anchor="t">
            <a:normAutofit/>
          </a:bodyPr>
          <a:lstStyle/>
          <a:p>
            <a:r>
              <a:rPr lang="es-ES" dirty="0"/>
              <a:t>Disco duro</a:t>
            </a:r>
            <a:endParaRPr lang="es-ES" dirty="0">
              <a:ea typeface="Calibri" panose="020F0502020204030204"/>
              <a:cs typeface="Calibri" panose="020F0502020204030204"/>
            </a:endParaRPr>
          </a:p>
          <a:p>
            <a:pPr lvl="1" algn="just"/>
            <a:r>
              <a:rPr lang="es-ES" dirty="0">
                <a:ea typeface="+mn-lt"/>
                <a:cs typeface="+mn-lt"/>
              </a:rPr>
              <a:t>Un disco duro es un dispositivo de almacenamiento de datos no volátil que emplea un sistema de grabación digital de tecnología magnética o emplea semiconductores en memorias de tipo flash.</a:t>
            </a:r>
            <a:endParaRPr lang="es-ES" dirty="0">
              <a:ea typeface="Calibri"/>
              <a:cs typeface="Calibri"/>
            </a:endParaRPr>
          </a:p>
          <a:p>
            <a:pPr lvl="2" algn="just"/>
            <a:r>
              <a:rPr lang="es-ES" dirty="0">
                <a:ea typeface="Calibri"/>
                <a:cs typeface="Calibri"/>
              </a:rPr>
              <a:t>Magnéticos: </a:t>
            </a:r>
            <a:r>
              <a:rPr lang="es-ES" sz="1100" dirty="0">
                <a:ea typeface="+mn-lt"/>
                <a:cs typeface="+mn-lt"/>
              </a:rPr>
              <a:t>Un disco duro magnético tiene un funcionamiento en base a una estructura organizativa en la que se habla de plato, cara, cabezal, pista, cilindro y sector, mediante la cual se almacena información.            </a:t>
            </a:r>
            <a:r>
              <a:rPr lang="es-ES" sz="1100" dirty="0">
                <a:solidFill>
                  <a:srgbClr val="0000FF"/>
                </a:solidFill>
                <a:ea typeface="+mn-lt"/>
                <a:cs typeface="+mn-lt"/>
                <a:hlinkClick r:id="rId2"/>
              </a:rPr>
              <a:t>Funcionamiento de un disco duro</a:t>
            </a:r>
            <a:endParaRPr lang="es-ES" dirty="0">
              <a:ea typeface="Calibri"/>
              <a:cs typeface="Calibri"/>
            </a:endParaRPr>
          </a:p>
          <a:p>
            <a:pPr lvl="2" algn="just"/>
            <a:endParaRPr lang="es-ES" sz="1100" dirty="0">
              <a:solidFill>
                <a:srgbClr val="0000FF"/>
              </a:solidFill>
              <a:ea typeface="Calibri"/>
              <a:cs typeface="Calibri"/>
            </a:endParaRPr>
          </a:p>
          <a:p>
            <a:endParaRPr lang="es-ES" dirty="0">
              <a:ea typeface="Calibri"/>
              <a:cs typeface="Calibri"/>
            </a:endParaRPr>
          </a:p>
        </p:txBody>
      </p:sp>
      <p:pic>
        <p:nvPicPr>
          <p:cNvPr id="4" name="Imagen 3">
            <a:extLst>
              <a:ext uri="{FF2B5EF4-FFF2-40B4-BE49-F238E27FC236}">
                <a16:creationId xmlns:a16="http://schemas.microsoft.com/office/drawing/2014/main" id="{6B772A3A-8EE5-3EE8-4D20-0C595C1A3C3B}"/>
              </a:ext>
            </a:extLst>
          </p:cNvPr>
          <p:cNvPicPr>
            <a:picLocks noChangeAspect="1"/>
          </p:cNvPicPr>
          <p:nvPr/>
        </p:nvPicPr>
        <p:blipFill>
          <a:blip r:embed="rId3"/>
          <a:stretch>
            <a:fillRect/>
          </a:stretch>
        </p:blipFill>
        <p:spPr>
          <a:xfrm>
            <a:off x="4575959" y="4361611"/>
            <a:ext cx="3633849" cy="2380206"/>
          </a:xfrm>
          <a:prstGeom prst="rect">
            <a:avLst/>
          </a:prstGeom>
        </p:spPr>
      </p:pic>
      <p:pic>
        <p:nvPicPr>
          <p:cNvPr id="6" name="Imagen 5" descr="Diagrama&#10;&#10;Descripción generada automáticamente">
            <a:extLst>
              <a:ext uri="{FF2B5EF4-FFF2-40B4-BE49-F238E27FC236}">
                <a16:creationId xmlns:a16="http://schemas.microsoft.com/office/drawing/2014/main" id="{E92B5F3F-8737-105B-596B-5B255CAA166B}"/>
              </a:ext>
            </a:extLst>
          </p:cNvPr>
          <p:cNvPicPr>
            <a:picLocks noChangeAspect="1"/>
          </p:cNvPicPr>
          <p:nvPr/>
        </p:nvPicPr>
        <p:blipFill>
          <a:blip r:embed="rId4"/>
          <a:stretch>
            <a:fillRect/>
          </a:stretch>
        </p:blipFill>
        <p:spPr>
          <a:xfrm>
            <a:off x="9209283" y="2311730"/>
            <a:ext cx="2224705" cy="4114800"/>
          </a:xfrm>
          <a:prstGeom prst="rect">
            <a:avLst/>
          </a:prstGeom>
        </p:spPr>
      </p:pic>
    </p:spTree>
    <p:extLst>
      <p:ext uri="{BB962C8B-B14F-4D97-AF65-F5344CB8AC3E}">
        <p14:creationId xmlns:p14="http://schemas.microsoft.com/office/powerpoint/2010/main" val="21712866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CF5FB1-E9DB-504D-5546-1CE6DB799BC9}"/>
              </a:ext>
            </a:extLst>
          </p:cNvPr>
          <p:cNvSpPr>
            <a:spLocks noGrp="1"/>
          </p:cNvSpPr>
          <p:nvPr>
            <p:ph type="title"/>
          </p:nvPr>
        </p:nvSpPr>
        <p:spPr/>
        <p:txBody>
          <a:bodyPr/>
          <a:lstStyle/>
          <a:p>
            <a:r>
              <a:rPr lang="es-ES" dirty="0">
                <a:ea typeface="Calibri Light"/>
                <a:cs typeface="Calibri Light"/>
              </a:rPr>
              <a:t>Partes de un disco duro magnético</a:t>
            </a:r>
            <a:endParaRPr lang="es-ES" dirty="0"/>
          </a:p>
        </p:txBody>
      </p:sp>
      <p:sp>
        <p:nvSpPr>
          <p:cNvPr id="3" name="Marcador de contenido 2">
            <a:extLst>
              <a:ext uri="{FF2B5EF4-FFF2-40B4-BE49-F238E27FC236}">
                <a16:creationId xmlns:a16="http://schemas.microsoft.com/office/drawing/2014/main" id="{24CAAA00-13C1-5439-8089-804A64600033}"/>
              </a:ext>
            </a:extLst>
          </p:cNvPr>
          <p:cNvSpPr>
            <a:spLocks noGrp="1"/>
          </p:cNvSpPr>
          <p:nvPr>
            <p:ph idx="1"/>
          </p:nvPr>
        </p:nvSpPr>
        <p:spPr>
          <a:xfrm>
            <a:off x="838200" y="1825625"/>
            <a:ext cx="7962406" cy="4351338"/>
          </a:xfrm>
        </p:spPr>
        <p:txBody>
          <a:bodyPr vert="horz" lIns="91440" tIns="45720" rIns="91440" bIns="45720" rtlCol="0" anchor="t">
            <a:noAutofit/>
          </a:bodyPr>
          <a:lstStyle/>
          <a:p>
            <a:pPr algn="just"/>
            <a:r>
              <a:rPr lang="es-ES" sz="2000" dirty="0">
                <a:ea typeface="Calibri"/>
                <a:cs typeface="Calibri"/>
              </a:rPr>
              <a:t>Plato: cada uno de los discos que hay dentro del disco duro.</a:t>
            </a:r>
          </a:p>
          <a:p>
            <a:pPr marL="228600" lvl="2" algn="just">
              <a:spcBef>
                <a:spcPts val="1000"/>
              </a:spcBef>
            </a:pPr>
            <a:r>
              <a:rPr lang="es-ES" dirty="0">
                <a:ea typeface="Calibri"/>
                <a:cs typeface="Calibri"/>
              </a:rPr>
              <a:t>Cara: cada uno de los dos lados de un plato.</a:t>
            </a:r>
          </a:p>
          <a:p>
            <a:pPr marL="228600" lvl="2" algn="just">
              <a:spcBef>
                <a:spcPts val="1000"/>
              </a:spcBef>
            </a:pPr>
            <a:r>
              <a:rPr lang="es-ES" dirty="0">
                <a:ea typeface="Calibri"/>
                <a:cs typeface="Calibri"/>
              </a:rPr>
              <a:t>Cabezal: número de caras.</a:t>
            </a:r>
          </a:p>
          <a:p>
            <a:pPr marL="228600" lvl="2" algn="just">
              <a:spcBef>
                <a:spcPts val="1000"/>
              </a:spcBef>
            </a:pPr>
            <a:r>
              <a:rPr lang="es-ES" dirty="0">
                <a:ea typeface="Calibri"/>
                <a:cs typeface="Calibri"/>
              </a:rPr>
              <a:t>Pista: una circunferencia dentro de una cara. La pista 0 está en el borde exterior.</a:t>
            </a:r>
          </a:p>
          <a:p>
            <a:pPr marL="228600" lvl="2" algn="just">
              <a:spcBef>
                <a:spcPts val="1000"/>
              </a:spcBef>
            </a:pPr>
            <a:r>
              <a:rPr lang="es-ES" dirty="0">
                <a:ea typeface="Calibri"/>
                <a:cs typeface="Calibri"/>
              </a:rPr>
              <a:t>Cilindro: conjunto de varias pistas; son todas las circunferencias que están alineadas verticalmente (una de cada cara).</a:t>
            </a:r>
          </a:p>
          <a:p>
            <a:pPr marL="228600" lvl="2" algn="just">
              <a:spcBef>
                <a:spcPts val="1000"/>
              </a:spcBef>
            </a:pPr>
            <a:r>
              <a:rPr lang="es-ES" dirty="0">
                <a:ea typeface="Calibri"/>
                <a:cs typeface="Calibri"/>
              </a:rPr>
              <a:t>Sector: cada una de las divisiones de una pista. El tamaño del sector no es fijo, siendo el estándar actual 512 bytes. Antiguamente el número de sectores por pista era fijo, lo cual desaprovechaba el espacio significativamente, ya que en las pistas exteriores pueden almacenarse más sectores que en las interiores.</a:t>
            </a:r>
            <a:endParaRPr lang="en-US">
              <a:ea typeface="Calibri"/>
              <a:cs typeface="Calibri"/>
            </a:endParaRPr>
          </a:p>
          <a:p>
            <a:pPr marL="228600" lvl="2" algn="just">
              <a:spcBef>
                <a:spcPts val="1000"/>
              </a:spcBef>
            </a:pPr>
            <a:r>
              <a:rPr lang="es-ES" dirty="0">
                <a:ea typeface="Calibri"/>
                <a:cs typeface="Calibri"/>
              </a:rPr>
              <a:t>Clúster: es un conjunto contiguo de sectores. Sirven para evitar la fragmentación al poder ser pequeños los sectores.</a:t>
            </a:r>
          </a:p>
          <a:p>
            <a:pPr lvl="2" algn="just"/>
            <a:endParaRPr lang="es-ES" sz="1100" dirty="0">
              <a:solidFill>
                <a:srgbClr val="0000FF"/>
              </a:solidFill>
              <a:ea typeface="Calibri"/>
              <a:cs typeface="Calibri"/>
            </a:endParaRPr>
          </a:p>
        </p:txBody>
      </p:sp>
    </p:spTree>
    <p:extLst>
      <p:ext uri="{BB962C8B-B14F-4D97-AF65-F5344CB8AC3E}">
        <p14:creationId xmlns:p14="http://schemas.microsoft.com/office/powerpoint/2010/main" val="35125523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3154FF1-90BC-663A-F205-A0B73D4BE01B}"/>
              </a:ext>
            </a:extLst>
          </p:cNvPr>
          <p:cNvSpPr>
            <a:spLocks noGrp="1"/>
          </p:cNvSpPr>
          <p:nvPr>
            <p:ph type="title"/>
          </p:nvPr>
        </p:nvSpPr>
        <p:spPr>
          <a:xfrm>
            <a:off x="4553733" y="548464"/>
            <a:ext cx="6798541" cy="1675623"/>
          </a:xfrm>
        </p:spPr>
        <p:txBody>
          <a:bodyPr anchor="b">
            <a:normAutofit/>
          </a:bodyPr>
          <a:lstStyle/>
          <a:p>
            <a:r>
              <a:rPr lang="es-ES" sz="4000" dirty="0">
                <a:ea typeface="Calibri Light"/>
                <a:cs typeface="Calibri Light"/>
              </a:rPr>
              <a:t>Discos duros. Tipos de conexión</a:t>
            </a:r>
            <a:endParaRPr lang="es-ES" sz="4000" dirty="0"/>
          </a:p>
        </p:txBody>
      </p:sp>
      <p:pic>
        <p:nvPicPr>
          <p:cNvPr id="6" name="Picture 5">
            <a:extLst>
              <a:ext uri="{FF2B5EF4-FFF2-40B4-BE49-F238E27FC236}">
                <a16:creationId xmlns:a16="http://schemas.microsoft.com/office/drawing/2014/main" id="{C7131836-5E1C-315D-3E14-597CCD26BF5C}"/>
              </a:ext>
            </a:extLst>
          </p:cNvPr>
          <p:cNvPicPr>
            <a:picLocks noChangeAspect="1"/>
          </p:cNvPicPr>
          <p:nvPr/>
        </p:nvPicPr>
        <p:blipFill rotWithShape="1">
          <a:blip r:embed="rId2"/>
          <a:srcRect l="29349" r="29866" b="-3"/>
          <a:stretch/>
        </p:blipFill>
        <p:spPr>
          <a:xfrm>
            <a:off x="1" y="10"/>
            <a:ext cx="4196496" cy="6857990"/>
          </a:xfrm>
          <a:prstGeom prst="rect">
            <a:avLst/>
          </a:prstGeom>
          <a:effectLst/>
        </p:spPr>
      </p:pic>
      <p:sp>
        <p:nvSpPr>
          <p:cNvPr id="3" name="Marcador de contenido 2">
            <a:extLst>
              <a:ext uri="{FF2B5EF4-FFF2-40B4-BE49-F238E27FC236}">
                <a16:creationId xmlns:a16="http://schemas.microsoft.com/office/drawing/2014/main" id="{90931843-F2C1-8723-1528-FFE66FE3E20A}"/>
              </a:ext>
            </a:extLst>
          </p:cNvPr>
          <p:cNvSpPr>
            <a:spLocks noGrp="1"/>
          </p:cNvSpPr>
          <p:nvPr>
            <p:ph idx="1"/>
          </p:nvPr>
        </p:nvSpPr>
        <p:spPr/>
        <p:txBody>
          <a:bodyPr vert="horz" lIns="91440" tIns="45720" rIns="91440" bIns="45720" rtlCol="0" anchor="t">
            <a:normAutofit/>
          </a:bodyPr>
          <a:lstStyle/>
          <a:p>
            <a:pPr lvl="4"/>
            <a:endParaRPr lang="es-ES" dirty="0"/>
          </a:p>
          <a:p>
            <a:endParaRPr lang="es-ES" dirty="0">
              <a:ea typeface="Calibri"/>
              <a:cs typeface="Calibri"/>
            </a:endParaRPr>
          </a:p>
        </p:txBody>
      </p:sp>
      <p:graphicFrame>
        <p:nvGraphicFramePr>
          <p:cNvPr id="4" name="Diagrama 3">
            <a:extLst>
              <a:ext uri="{FF2B5EF4-FFF2-40B4-BE49-F238E27FC236}">
                <a16:creationId xmlns:a16="http://schemas.microsoft.com/office/drawing/2014/main" id="{585082D3-97A2-9ACC-80C0-3E53E4C8B6D8}"/>
              </a:ext>
            </a:extLst>
          </p:cNvPr>
          <p:cNvGraphicFramePr/>
          <p:nvPr>
            <p:extLst>
              <p:ext uri="{D42A27DB-BD31-4B8C-83A1-F6EECF244321}">
                <p14:modId xmlns:p14="http://schemas.microsoft.com/office/powerpoint/2010/main" val="1753269168"/>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16016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08FDA39-D8BB-BCC9-D7A2-79052C279A86}"/>
              </a:ext>
            </a:extLst>
          </p:cNvPr>
          <p:cNvSpPr>
            <a:spLocks noGrp="1"/>
          </p:cNvSpPr>
          <p:nvPr>
            <p:ph type="title"/>
          </p:nvPr>
        </p:nvSpPr>
        <p:spPr>
          <a:xfrm>
            <a:off x="761803" y="350196"/>
            <a:ext cx="4646904" cy="1624520"/>
          </a:xfrm>
        </p:spPr>
        <p:txBody>
          <a:bodyPr anchor="ctr">
            <a:normAutofit/>
          </a:bodyPr>
          <a:lstStyle/>
          <a:p>
            <a:r>
              <a:rPr lang="es-ES" sz="4000">
                <a:ea typeface="Calibri Light"/>
                <a:cs typeface="Calibri Light"/>
              </a:rPr>
              <a:t>Discos duros. Estructura lógica</a:t>
            </a:r>
            <a:endParaRPr lang="es-ES" sz="4000"/>
          </a:p>
        </p:txBody>
      </p:sp>
      <p:sp>
        <p:nvSpPr>
          <p:cNvPr id="3" name="Marcador de contenido 2">
            <a:extLst>
              <a:ext uri="{FF2B5EF4-FFF2-40B4-BE49-F238E27FC236}">
                <a16:creationId xmlns:a16="http://schemas.microsoft.com/office/drawing/2014/main" id="{CC8DC750-81B6-C806-F104-7DD604F7F318}"/>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s-ES" sz="1400">
                <a:ea typeface="Calibri"/>
                <a:cs typeface="Calibri"/>
              </a:rPr>
              <a:t>El sector de arranque o Master boot record (MBR). Es el primer sector o sector cero y suele emplearse para albergar el arranque del sistema operativo con bootstrap o para almacenar una tabla de particiones.</a:t>
            </a:r>
            <a:br>
              <a:rPr lang="es-ES" sz="1400">
                <a:ea typeface="Calibri"/>
                <a:cs typeface="Calibri"/>
              </a:rPr>
            </a:br>
            <a:r>
              <a:rPr lang="es-ES" sz="1400">
                <a:ea typeface="Calibri"/>
                <a:cs typeface="Calibri"/>
              </a:rPr>
              <a:t>A partir de Windows Server 2003 SP1 se empezaron a utilizar discos con GPT (Tabla de particiones GUID) y están recomendados para discos con un tamaño superior a 2 TB o para equipos basados en Itanium. </a:t>
            </a:r>
          </a:p>
          <a:p>
            <a:r>
              <a:rPr lang="es-ES" sz="1400">
                <a:ea typeface="+mn-lt"/>
                <a:cs typeface="+mn-lt"/>
              </a:rPr>
              <a:t>La </a:t>
            </a:r>
            <a:r>
              <a:rPr lang="es-ES" sz="1400" b="1">
                <a:latin typeface="Arial"/>
                <a:ea typeface="Calibri"/>
                <a:cs typeface="Arial"/>
              </a:rPr>
              <a:t>tabla de particiones </a:t>
            </a:r>
            <a:r>
              <a:rPr lang="es-ES" sz="1400">
                <a:ea typeface="+mn-lt"/>
                <a:cs typeface="+mn-lt"/>
              </a:rPr>
              <a:t>y las </a:t>
            </a:r>
            <a:r>
              <a:rPr lang="es-ES" sz="1400" b="1">
                <a:latin typeface="Arial"/>
                <a:ea typeface="Calibri"/>
                <a:cs typeface="Arial"/>
              </a:rPr>
              <a:t>particiones</a:t>
            </a:r>
            <a:r>
              <a:rPr lang="es-ES" sz="1400">
                <a:ea typeface="+mn-lt"/>
                <a:cs typeface="+mn-lt"/>
              </a:rPr>
              <a:t>, que son las diferentes divisiones llevadas a cabo en una unidad física. Cada partición tiene su propio sistema de archivos de forma que el sistema operativo manipula a cada una como un disco físico independiente. Existen tres tipos diferentes de particiones según su funcionalidad: </a:t>
            </a:r>
            <a:r>
              <a:rPr lang="es-ES" sz="1400" b="1">
                <a:latin typeface="Arial"/>
                <a:ea typeface="Calibri"/>
                <a:cs typeface="Arial"/>
              </a:rPr>
              <a:t>partición primaria</a:t>
            </a:r>
            <a:r>
              <a:rPr lang="es-ES" sz="1400">
                <a:ea typeface="+mn-lt"/>
                <a:cs typeface="+mn-lt"/>
              </a:rPr>
              <a:t>, </a:t>
            </a:r>
            <a:r>
              <a:rPr lang="es-ES" sz="1400" b="1">
                <a:latin typeface="Arial"/>
                <a:ea typeface="Calibri"/>
                <a:cs typeface="Arial"/>
              </a:rPr>
              <a:t>partición extendida </a:t>
            </a:r>
            <a:r>
              <a:rPr lang="es-ES" sz="1400">
                <a:ea typeface="+mn-lt"/>
                <a:cs typeface="+mn-lt"/>
              </a:rPr>
              <a:t>y </a:t>
            </a:r>
            <a:r>
              <a:rPr lang="es-ES" sz="1400" b="1">
                <a:latin typeface="Arial"/>
                <a:ea typeface="Calibri"/>
                <a:cs typeface="Arial"/>
              </a:rPr>
              <a:t>partición lógica.</a:t>
            </a:r>
            <a:endParaRPr lang="es-ES" sz="1400">
              <a:ea typeface="Calibri"/>
              <a:cs typeface="Calibri"/>
            </a:endParaRPr>
          </a:p>
          <a:p>
            <a:endParaRPr lang="es-ES" sz="1400">
              <a:ea typeface="Calibri"/>
              <a:cs typeface="Calibri"/>
            </a:endParaRPr>
          </a:p>
        </p:txBody>
      </p:sp>
      <p:pic>
        <p:nvPicPr>
          <p:cNvPr id="5" name="Picture 4" descr="Paquetes en correa transportadora">
            <a:extLst>
              <a:ext uri="{FF2B5EF4-FFF2-40B4-BE49-F238E27FC236}">
                <a16:creationId xmlns:a16="http://schemas.microsoft.com/office/drawing/2014/main" id="{7AE37378-707D-2FE7-6047-CA951B863E3D}"/>
              </a:ext>
            </a:extLst>
          </p:cNvPr>
          <p:cNvPicPr>
            <a:picLocks noChangeAspect="1"/>
          </p:cNvPicPr>
          <p:nvPr/>
        </p:nvPicPr>
        <p:blipFill rotWithShape="1">
          <a:blip r:embed="rId2"/>
          <a:srcRect l="3962" r="36725" b="-3"/>
          <a:stretch/>
        </p:blipFill>
        <p:spPr>
          <a:xfrm>
            <a:off x="6096000" y="1"/>
            <a:ext cx="6102825" cy="6858000"/>
          </a:xfrm>
          <a:prstGeom prst="rect">
            <a:avLst/>
          </a:prstGeom>
        </p:spPr>
      </p:pic>
    </p:spTree>
    <p:extLst>
      <p:ext uri="{BB962C8B-B14F-4D97-AF65-F5344CB8AC3E}">
        <p14:creationId xmlns:p14="http://schemas.microsoft.com/office/powerpoint/2010/main" val="21776436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25B320-3D0C-387D-EC84-DACA73FB9F0E}"/>
              </a:ext>
            </a:extLst>
          </p:cNvPr>
          <p:cNvSpPr>
            <a:spLocks noGrp="1"/>
          </p:cNvSpPr>
          <p:nvPr>
            <p:ph type="title"/>
          </p:nvPr>
        </p:nvSpPr>
        <p:spPr>
          <a:xfrm>
            <a:off x="761803" y="350196"/>
            <a:ext cx="4646904" cy="1624520"/>
          </a:xfrm>
        </p:spPr>
        <p:txBody>
          <a:bodyPr anchor="ctr">
            <a:normAutofit/>
          </a:bodyPr>
          <a:lstStyle/>
          <a:p>
            <a:r>
              <a:rPr lang="es-ES" sz="4000">
                <a:cs typeface="Calibri Light"/>
              </a:rPr>
              <a:t>Discos de estado sólido SSD</a:t>
            </a:r>
            <a:endParaRPr lang="es-ES" sz="4000"/>
          </a:p>
        </p:txBody>
      </p:sp>
      <p:sp>
        <p:nvSpPr>
          <p:cNvPr id="3" name="Marcador de contenido 2">
            <a:extLst>
              <a:ext uri="{FF2B5EF4-FFF2-40B4-BE49-F238E27FC236}">
                <a16:creationId xmlns:a16="http://schemas.microsoft.com/office/drawing/2014/main" id="{CB682303-E832-221F-DABE-FA8651E383CD}"/>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s-ES" sz="1700">
                <a:ea typeface="+mn-lt"/>
                <a:cs typeface="+mn-lt"/>
              </a:rPr>
              <a:t>Al contrario que ocurre con los discos magnéticos se utiliza una memoria flash formada por semiconductores para almacenar la información, parecida a la que podemos encontrar en otros dispositivos como las memorias USB o las tarjetas de memoria de las cámaras digitales. Los SSD vienen a superar muchos de los problemas que nos encontrábamos con los discos duros tradicionales</a:t>
            </a:r>
          </a:p>
          <a:p>
            <a:endParaRPr lang="es-ES" sz="1700">
              <a:cs typeface="Calibri"/>
            </a:endParaRPr>
          </a:p>
          <a:p>
            <a:r>
              <a:rPr lang="es-ES" sz="1700">
                <a:ea typeface="+mn-lt"/>
                <a:cs typeface="+mn-lt"/>
              </a:rPr>
              <a:t>Tiempos de lectura/escritura diferidos en HDD </a:t>
            </a:r>
          </a:p>
        </p:txBody>
      </p:sp>
      <p:pic>
        <p:nvPicPr>
          <p:cNvPr id="5" name="Picture 4" descr="Primer plano de una placa de circuito impresa iluminada">
            <a:extLst>
              <a:ext uri="{FF2B5EF4-FFF2-40B4-BE49-F238E27FC236}">
                <a16:creationId xmlns:a16="http://schemas.microsoft.com/office/drawing/2014/main" id="{E50BA4B7-9B82-3FDE-05D6-E22026F50841}"/>
              </a:ext>
            </a:extLst>
          </p:cNvPr>
          <p:cNvPicPr>
            <a:picLocks noChangeAspect="1"/>
          </p:cNvPicPr>
          <p:nvPr/>
        </p:nvPicPr>
        <p:blipFill rotWithShape="1">
          <a:blip r:embed="rId2"/>
          <a:srcRect l="15378" r="21057" b="8"/>
          <a:stretch/>
        </p:blipFill>
        <p:spPr>
          <a:xfrm>
            <a:off x="6096000" y="1"/>
            <a:ext cx="6102825" cy="6858000"/>
          </a:xfrm>
          <a:prstGeom prst="rect">
            <a:avLst/>
          </a:prstGeom>
        </p:spPr>
      </p:pic>
    </p:spTree>
    <p:extLst>
      <p:ext uri="{BB962C8B-B14F-4D97-AF65-F5344CB8AC3E}">
        <p14:creationId xmlns:p14="http://schemas.microsoft.com/office/powerpoint/2010/main" val="3929767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0997" y="381001"/>
            <a:ext cx="6858001" cy="6095995"/>
          </a:xfrm>
          <a:prstGeom prst="rect">
            <a:avLst/>
          </a:prstGeom>
          <a:ln>
            <a:noFill/>
          </a:ln>
          <a:effectLst>
            <a:outerShdw blurRad="381000" dist="101600" sx="99000" sy="99000" algn="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25B320-3D0C-387D-EC84-DACA73FB9F0E}"/>
              </a:ext>
            </a:extLst>
          </p:cNvPr>
          <p:cNvSpPr>
            <a:spLocks noGrp="1"/>
          </p:cNvSpPr>
          <p:nvPr>
            <p:ph type="title"/>
          </p:nvPr>
        </p:nvSpPr>
        <p:spPr>
          <a:xfrm>
            <a:off x="707413" y="4544704"/>
            <a:ext cx="4792635" cy="1811645"/>
          </a:xfrm>
        </p:spPr>
        <p:txBody>
          <a:bodyPr anchor="ctr">
            <a:normAutofit/>
          </a:bodyPr>
          <a:lstStyle/>
          <a:p>
            <a:r>
              <a:rPr lang="es-ES" sz="4000">
                <a:cs typeface="Calibri Light"/>
              </a:rPr>
              <a:t>Discos de estado sólido SSD. Ventajas</a:t>
            </a:r>
            <a:endParaRPr lang="es-ES" sz="4000"/>
          </a:p>
        </p:txBody>
      </p:sp>
      <p:pic>
        <p:nvPicPr>
          <p:cNvPr id="5" name="Picture 4" descr="Velocímetro">
            <a:extLst>
              <a:ext uri="{FF2B5EF4-FFF2-40B4-BE49-F238E27FC236}">
                <a16:creationId xmlns:a16="http://schemas.microsoft.com/office/drawing/2014/main" id="{34C0DB97-901F-D99F-F38C-498032EB6EA7}"/>
              </a:ext>
            </a:extLst>
          </p:cNvPr>
          <p:cNvPicPr>
            <a:picLocks noChangeAspect="1"/>
          </p:cNvPicPr>
          <p:nvPr/>
        </p:nvPicPr>
        <p:blipFill rotWithShape="1">
          <a:blip r:embed="rId2"/>
          <a:srcRect l="7625" r="-7" b="-7"/>
          <a:stretch/>
        </p:blipFill>
        <p:spPr>
          <a:xfrm>
            <a:off x="-1" y="10"/>
            <a:ext cx="6096001" cy="4114790"/>
          </a:xfrm>
          <a:prstGeom prst="rect">
            <a:avLst/>
          </a:prstGeom>
        </p:spPr>
      </p:pic>
      <p:sp>
        <p:nvSpPr>
          <p:cNvPr id="3" name="Marcador de contenido 2">
            <a:extLst>
              <a:ext uri="{FF2B5EF4-FFF2-40B4-BE49-F238E27FC236}">
                <a16:creationId xmlns:a16="http://schemas.microsoft.com/office/drawing/2014/main" id="{CB682303-E832-221F-DABE-FA8651E383CD}"/>
              </a:ext>
            </a:extLst>
          </p:cNvPr>
          <p:cNvSpPr>
            <a:spLocks noGrp="1"/>
          </p:cNvSpPr>
          <p:nvPr>
            <p:ph idx="1"/>
          </p:nvPr>
        </p:nvSpPr>
        <p:spPr>
          <a:xfrm>
            <a:off x="6803410" y="691912"/>
            <a:ext cx="4585646" cy="5474173"/>
          </a:xfrm>
        </p:spPr>
        <p:txBody>
          <a:bodyPr vert="horz" lIns="91440" tIns="45720" rIns="91440" bIns="45720" rtlCol="0" anchor="ctr">
            <a:normAutofit/>
          </a:bodyPr>
          <a:lstStyle/>
          <a:p>
            <a:r>
              <a:rPr lang="es-ES" sz="1900">
                <a:ea typeface="+mn-lt"/>
                <a:cs typeface="+mn-lt"/>
              </a:rPr>
              <a:t>Rapidez. Tanto en la búsqueda de los datos como en las lecturas posteriores. En una unidad de este tipo el tiempo que tienes que esperar hasta obtener el flujo de datos es siempre el mismo. Además no es necesario desfragmentar. </a:t>
            </a:r>
          </a:p>
          <a:p>
            <a:r>
              <a:rPr lang="es-ES" sz="1900" dirty="0">
                <a:ea typeface="+mn-lt"/>
                <a:cs typeface="+mn-lt"/>
              </a:rPr>
              <a:t>Mayor resistencia. Al no tener componentes móviles responden mejor tanto a las vibraciones como a los golpes. Ideales para dispositivos que se vayan a transportar encendidos. </a:t>
            </a:r>
          </a:p>
          <a:p>
            <a:r>
              <a:rPr lang="es-ES" sz="1900">
                <a:ea typeface="+mn-lt"/>
                <a:cs typeface="+mn-lt"/>
              </a:rPr>
              <a:t>Menor consumo. Necesitan menos potencia para funcionar. Esto los hace ideales para dispositivos portátiles y por lo tanto más autónomos. Además significa que se desgastan menos debido al calor y por lo tanto su vida útil aumenta. </a:t>
            </a:r>
            <a:endParaRPr lang="es-ES" sz="1900"/>
          </a:p>
          <a:p>
            <a:r>
              <a:rPr lang="es-ES" sz="1900">
                <a:ea typeface="+mn-lt"/>
                <a:cs typeface="+mn-lt"/>
              </a:rPr>
              <a:t>Menor ruido. Otra ventaja más de no tener partes móviles.</a:t>
            </a:r>
            <a:endParaRPr lang="es-ES" sz="1900">
              <a:cs typeface="Calibri"/>
            </a:endParaRPr>
          </a:p>
        </p:txBody>
      </p:sp>
    </p:spTree>
    <p:extLst>
      <p:ext uri="{BB962C8B-B14F-4D97-AF65-F5344CB8AC3E}">
        <p14:creationId xmlns:p14="http://schemas.microsoft.com/office/powerpoint/2010/main" val="12679299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4">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25B320-3D0C-387D-EC84-DACA73FB9F0E}"/>
              </a:ext>
            </a:extLst>
          </p:cNvPr>
          <p:cNvSpPr>
            <a:spLocks noGrp="1"/>
          </p:cNvSpPr>
          <p:nvPr>
            <p:ph type="title"/>
          </p:nvPr>
        </p:nvSpPr>
        <p:spPr>
          <a:xfrm>
            <a:off x="635000" y="640823"/>
            <a:ext cx="3418659" cy="5583148"/>
          </a:xfrm>
        </p:spPr>
        <p:txBody>
          <a:bodyPr anchor="ctr">
            <a:normAutofit/>
          </a:bodyPr>
          <a:lstStyle/>
          <a:p>
            <a:r>
              <a:rPr lang="es-ES" sz="5400">
                <a:cs typeface="Calibri Light"/>
              </a:rPr>
              <a:t>Discos de estado sólido SSD. Métodos de conexión</a:t>
            </a:r>
            <a:endParaRPr lang="es-ES" sz="5400"/>
          </a:p>
        </p:txBody>
      </p:sp>
      <p:sp>
        <p:nvSpPr>
          <p:cNvPr id="20"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Marcador de contenido 2">
            <a:extLst>
              <a:ext uri="{FF2B5EF4-FFF2-40B4-BE49-F238E27FC236}">
                <a16:creationId xmlns:a16="http://schemas.microsoft.com/office/drawing/2014/main" id="{7CB53225-EA25-929B-E561-914C250D2BF2}"/>
              </a:ext>
            </a:extLst>
          </p:cNvPr>
          <p:cNvGraphicFramePr>
            <a:graphicFrameLocks noGrp="1"/>
          </p:cNvGraphicFramePr>
          <p:nvPr>
            <p:ph idx="1"/>
            <p:extLst>
              <p:ext uri="{D42A27DB-BD31-4B8C-83A1-F6EECF244321}">
                <p14:modId xmlns:p14="http://schemas.microsoft.com/office/powerpoint/2010/main" val="384692683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02215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E7029-0FBE-5DBB-DB53-A7C59D000E07}"/>
              </a:ext>
            </a:extLst>
          </p:cNvPr>
          <p:cNvSpPr>
            <a:spLocks noGrp="1"/>
          </p:cNvSpPr>
          <p:nvPr>
            <p:ph type="title"/>
          </p:nvPr>
        </p:nvSpPr>
        <p:spPr/>
        <p:txBody>
          <a:bodyPr/>
          <a:lstStyle/>
          <a:p>
            <a:r>
              <a:rPr lang="es-ES" dirty="0">
                <a:ea typeface="+mj-lt"/>
                <a:cs typeface="+mj-lt"/>
              </a:rPr>
              <a:t>Lector-grabador de discos ópticos y soportes ópticos </a:t>
            </a:r>
            <a:endParaRPr lang="es-ES" dirty="0"/>
          </a:p>
        </p:txBody>
      </p:sp>
      <p:sp>
        <p:nvSpPr>
          <p:cNvPr id="3" name="Marcador de contenido 2">
            <a:extLst>
              <a:ext uri="{FF2B5EF4-FFF2-40B4-BE49-F238E27FC236}">
                <a16:creationId xmlns:a16="http://schemas.microsoft.com/office/drawing/2014/main" id="{399B7F2D-8972-A137-F4F1-09566615C9D7}"/>
              </a:ext>
            </a:extLst>
          </p:cNvPr>
          <p:cNvSpPr>
            <a:spLocks noGrp="1"/>
          </p:cNvSpPr>
          <p:nvPr>
            <p:ph idx="1"/>
          </p:nvPr>
        </p:nvSpPr>
        <p:spPr/>
        <p:txBody>
          <a:bodyPr vert="horz" lIns="91440" tIns="45720" rIns="91440" bIns="45720" rtlCol="0" anchor="t">
            <a:normAutofit/>
          </a:bodyPr>
          <a:lstStyle/>
          <a:p>
            <a:r>
              <a:rPr lang="es-ES" dirty="0">
                <a:ea typeface="+mn-lt"/>
                <a:cs typeface="+mn-lt"/>
              </a:rPr>
              <a:t>Un disco óptico es un formato de almacenamiento de información digital que emplea como soporte un disco circular generalmente de aluminio y policarbonato, sobre el cual la información se codifica y almacena mediante unos surcos microscópicos, que reciben el nombre de </a:t>
            </a:r>
            <a:r>
              <a:rPr lang="es-ES" err="1">
                <a:ea typeface="+mn-lt"/>
                <a:cs typeface="+mn-lt"/>
              </a:rPr>
              <a:t>pits</a:t>
            </a:r>
            <a:r>
              <a:rPr lang="es-ES" dirty="0">
                <a:ea typeface="+mn-lt"/>
                <a:cs typeface="+mn-lt"/>
              </a:rPr>
              <a:t> y </a:t>
            </a:r>
            <a:r>
              <a:rPr lang="es-ES" err="1">
                <a:ea typeface="+mn-lt"/>
                <a:cs typeface="+mn-lt"/>
              </a:rPr>
              <a:t>lands</a:t>
            </a:r>
            <a:r>
              <a:rPr lang="es-ES" dirty="0">
                <a:ea typeface="+mn-lt"/>
                <a:cs typeface="+mn-lt"/>
              </a:rPr>
              <a:t>, realizados con un láser.</a:t>
            </a:r>
          </a:p>
          <a:p>
            <a:endParaRPr lang="es-ES" dirty="0">
              <a:cs typeface="Calibri"/>
            </a:endParaRPr>
          </a:p>
        </p:txBody>
      </p:sp>
      <p:pic>
        <p:nvPicPr>
          <p:cNvPr id="4" name="Imagen 3" descr="Diagrama&#10;&#10;Descripción generada automáticamente">
            <a:extLst>
              <a:ext uri="{FF2B5EF4-FFF2-40B4-BE49-F238E27FC236}">
                <a16:creationId xmlns:a16="http://schemas.microsoft.com/office/drawing/2014/main" id="{951F26EB-50E8-DCC7-753A-D018112A7664}"/>
              </a:ext>
            </a:extLst>
          </p:cNvPr>
          <p:cNvPicPr>
            <a:picLocks noChangeAspect="1"/>
          </p:cNvPicPr>
          <p:nvPr/>
        </p:nvPicPr>
        <p:blipFill>
          <a:blip r:embed="rId2"/>
          <a:stretch>
            <a:fillRect/>
          </a:stretch>
        </p:blipFill>
        <p:spPr>
          <a:xfrm>
            <a:off x="158261" y="4190744"/>
            <a:ext cx="7336971" cy="2510925"/>
          </a:xfrm>
          <a:prstGeom prst="rect">
            <a:avLst/>
          </a:prstGeom>
        </p:spPr>
      </p:pic>
      <p:pic>
        <p:nvPicPr>
          <p:cNvPr id="7" name="Imagen 6">
            <a:extLst>
              <a:ext uri="{FF2B5EF4-FFF2-40B4-BE49-F238E27FC236}">
                <a16:creationId xmlns:a16="http://schemas.microsoft.com/office/drawing/2014/main" id="{0D2652BF-C24A-4F1D-84F9-C81FA3C7E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5954" y="4461735"/>
            <a:ext cx="3334729" cy="1850165"/>
          </a:xfrm>
          <a:prstGeom prst="rect">
            <a:avLst/>
          </a:prstGeom>
        </p:spPr>
      </p:pic>
    </p:spTree>
    <p:extLst>
      <p:ext uri="{BB962C8B-B14F-4D97-AF65-F5344CB8AC3E}">
        <p14:creationId xmlns:p14="http://schemas.microsoft.com/office/powerpoint/2010/main" val="22454604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E7029-0FBE-5DBB-DB53-A7C59D000E07}"/>
              </a:ext>
            </a:extLst>
          </p:cNvPr>
          <p:cNvSpPr>
            <a:spLocks noGrp="1"/>
          </p:cNvSpPr>
          <p:nvPr>
            <p:ph type="title"/>
          </p:nvPr>
        </p:nvSpPr>
        <p:spPr>
          <a:xfrm>
            <a:off x="5868557" y="1138036"/>
            <a:ext cx="5444382" cy="1402470"/>
          </a:xfrm>
        </p:spPr>
        <p:txBody>
          <a:bodyPr anchor="t">
            <a:normAutofit/>
          </a:bodyPr>
          <a:lstStyle/>
          <a:p>
            <a:r>
              <a:rPr lang="es-ES" sz="3200">
                <a:ea typeface="+mj-lt"/>
                <a:cs typeface="+mj-lt"/>
              </a:rPr>
              <a:t>Lector-grabador de discos ópticos y soportes ópticos </a:t>
            </a:r>
            <a:endParaRPr lang="es-ES" sz="3200"/>
          </a:p>
        </p:txBody>
      </p:sp>
      <p:pic>
        <p:nvPicPr>
          <p:cNvPr id="5" name="Picture 4" descr="Línea de meta en blanco y negro">
            <a:extLst>
              <a:ext uri="{FF2B5EF4-FFF2-40B4-BE49-F238E27FC236}">
                <a16:creationId xmlns:a16="http://schemas.microsoft.com/office/drawing/2014/main" id="{EBAA747D-22B4-F249-611A-12FE0A7096FD}"/>
              </a:ext>
            </a:extLst>
          </p:cNvPr>
          <p:cNvPicPr>
            <a:picLocks noChangeAspect="1"/>
          </p:cNvPicPr>
          <p:nvPr/>
        </p:nvPicPr>
        <p:blipFill rotWithShape="1">
          <a:blip r:embed="rId2"/>
          <a:srcRect l="25614" r="24471"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399B7F2D-8972-A137-F4F1-09566615C9D7}"/>
              </a:ext>
            </a:extLst>
          </p:cNvPr>
          <p:cNvSpPr>
            <a:spLocks noGrp="1"/>
          </p:cNvSpPr>
          <p:nvPr>
            <p:ph idx="1"/>
          </p:nvPr>
        </p:nvSpPr>
        <p:spPr>
          <a:xfrm>
            <a:off x="5868557" y="2551176"/>
            <a:ext cx="5444382" cy="3591207"/>
          </a:xfrm>
        </p:spPr>
        <p:txBody>
          <a:bodyPr vert="horz" lIns="91440" tIns="45720" rIns="91440" bIns="45720" rtlCol="0">
            <a:normAutofit/>
          </a:bodyPr>
          <a:lstStyle/>
          <a:p>
            <a:r>
              <a:rPr lang="es-ES" sz="2000">
                <a:ea typeface="+mn-lt"/>
                <a:cs typeface="+mn-lt"/>
              </a:rPr>
              <a:t>Dicho almacenamiento se lleva a cabo en forma de una espiral continua que cubre la superficie del disco entera y que se inicia desde la pista más interna hacia el exterior. Los lectores/grabadores de este tipo de dispositivos emplean un diodo láser que lee sobre dichos surcos. Un disco óptico está diseñado para soportar tres tipos de grabación según el material que constituye su capa de grabación: sólo lectura (CD-ROM), grabable una sola vez (CD-R) y regrabable (CD-RW).</a:t>
            </a:r>
          </a:p>
          <a:p>
            <a:endParaRPr lang="es-ES" sz="2000">
              <a:cs typeface="Calibri"/>
            </a:endParaRPr>
          </a:p>
        </p:txBody>
      </p:sp>
    </p:spTree>
    <p:extLst>
      <p:ext uri="{BB962C8B-B14F-4D97-AF65-F5344CB8AC3E}">
        <p14:creationId xmlns:p14="http://schemas.microsoft.com/office/powerpoint/2010/main" val="19767972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731A5F-C98C-04B4-DDD5-F8EDF06B5C19}"/>
              </a:ext>
            </a:extLst>
          </p:cNvPr>
          <p:cNvSpPr>
            <a:spLocks noGrp="1"/>
          </p:cNvSpPr>
          <p:nvPr>
            <p:ph type="title"/>
          </p:nvPr>
        </p:nvSpPr>
        <p:spPr>
          <a:xfrm>
            <a:off x="876693" y="741391"/>
            <a:ext cx="4597747" cy="1616203"/>
          </a:xfrm>
        </p:spPr>
        <p:txBody>
          <a:bodyPr anchor="b">
            <a:normAutofit/>
          </a:bodyPr>
          <a:lstStyle/>
          <a:p>
            <a:r>
              <a:rPr lang="es-ES" sz="3200">
                <a:cs typeface="Calibri Light"/>
              </a:rPr>
              <a:t>Tarjetas Flash</a:t>
            </a:r>
            <a:endParaRPr lang="es-ES" sz="3200"/>
          </a:p>
        </p:txBody>
      </p:sp>
      <p:sp>
        <p:nvSpPr>
          <p:cNvPr id="3" name="Marcador de contenido 2">
            <a:extLst>
              <a:ext uri="{FF2B5EF4-FFF2-40B4-BE49-F238E27FC236}">
                <a16:creationId xmlns:a16="http://schemas.microsoft.com/office/drawing/2014/main" id="{1B50A90B-56FD-D38A-7F2B-372BEE10D62B}"/>
              </a:ext>
            </a:extLst>
          </p:cNvPr>
          <p:cNvSpPr>
            <a:spLocks noGrp="1"/>
          </p:cNvSpPr>
          <p:nvPr>
            <p:ph idx="1"/>
          </p:nvPr>
        </p:nvSpPr>
        <p:spPr>
          <a:xfrm>
            <a:off x="876693" y="2533476"/>
            <a:ext cx="4597746" cy="3447832"/>
          </a:xfrm>
        </p:spPr>
        <p:txBody>
          <a:bodyPr vert="horz" lIns="91440" tIns="45720" rIns="91440" bIns="45720" rtlCol="0" anchor="t">
            <a:normAutofit/>
          </a:bodyPr>
          <a:lstStyle/>
          <a:p>
            <a:r>
              <a:rPr lang="es-ES" sz="1700">
                <a:ea typeface="+mn-lt"/>
                <a:cs typeface="+mn-lt"/>
              </a:rPr>
              <a:t>El otro gran tipo de soporte de almacenamiento en los últimos años, que ha ido propagándose, en parte gracias a la proliferación de dispositivos electrónicos móviles (cámaras digitales, móviles, etc.) son las tarjetas de memoria flash. Tienen su precedente en las primeras tarjetas de PC (PCMCIA) que aparecieron a finales de los años noventa para ampliar la capacidad de almacenamiento del ordenador. Los formatos más extendidos en la actualidad son: CompactFlash, Memory Stick, SmartMedia, SD, MiniSD y MicroSD.</a:t>
            </a:r>
            <a:endParaRPr lang="es-ES" sz="1700"/>
          </a:p>
        </p:txBody>
      </p:sp>
      <p:pic>
        <p:nvPicPr>
          <p:cNvPr id="4" name="Imagen 3" descr="Imagen que contiene Escala de tiempo&#10;&#10;Descripción generada automáticamente">
            <a:extLst>
              <a:ext uri="{FF2B5EF4-FFF2-40B4-BE49-F238E27FC236}">
                <a16:creationId xmlns:a16="http://schemas.microsoft.com/office/drawing/2014/main" id="{E1329D9A-EF7A-4AF9-8446-566C3F87BA01}"/>
              </a:ext>
            </a:extLst>
          </p:cNvPr>
          <p:cNvPicPr>
            <a:picLocks noChangeAspect="1"/>
          </p:cNvPicPr>
          <p:nvPr/>
        </p:nvPicPr>
        <p:blipFill>
          <a:blip r:embed="rId2"/>
          <a:stretch>
            <a:fillRect/>
          </a:stretch>
        </p:blipFill>
        <p:spPr>
          <a:xfrm>
            <a:off x="6096001" y="1934499"/>
            <a:ext cx="5319062" cy="2913920"/>
          </a:xfrm>
          <a:prstGeom prst="rect">
            <a:avLst/>
          </a:prstGeom>
        </p:spPr>
      </p:pic>
      <p:grpSp>
        <p:nvGrpSpPr>
          <p:cNvPr id="16" name="Group 15">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7" name="Rectangle 16">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720912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BEB901-9A23-47BA-26D0-AD2CB7B94BCF}"/>
              </a:ext>
            </a:extLst>
          </p:cNvPr>
          <p:cNvSpPr>
            <a:spLocks noGrp="1"/>
          </p:cNvSpPr>
          <p:nvPr>
            <p:ph type="title"/>
          </p:nvPr>
        </p:nvSpPr>
        <p:spPr/>
        <p:txBody>
          <a:bodyPr/>
          <a:lstStyle/>
          <a:p>
            <a:r>
              <a:rPr lang="es-ES" dirty="0">
                <a:cs typeface="Calibri Light"/>
              </a:rPr>
              <a:t>Tarjetas de expansión</a:t>
            </a:r>
            <a:endParaRPr lang="es-ES" dirty="0"/>
          </a:p>
        </p:txBody>
      </p:sp>
      <p:sp>
        <p:nvSpPr>
          <p:cNvPr id="3" name="Marcador de contenido 2">
            <a:extLst>
              <a:ext uri="{FF2B5EF4-FFF2-40B4-BE49-F238E27FC236}">
                <a16:creationId xmlns:a16="http://schemas.microsoft.com/office/drawing/2014/main" id="{6AC34485-D417-CD18-C12C-DBDED84415FC}"/>
              </a:ext>
            </a:extLst>
          </p:cNvPr>
          <p:cNvSpPr>
            <a:spLocks noGrp="1"/>
          </p:cNvSpPr>
          <p:nvPr>
            <p:ph idx="1"/>
          </p:nvPr>
        </p:nvSpPr>
        <p:spPr/>
        <p:txBody>
          <a:bodyPr vert="horz" lIns="91440" tIns="45720" rIns="91440" bIns="45720" rtlCol="0" anchor="t">
            <a:normAutofit/>
          </a:bodyPr>
          <a:lstStyle/>
          <a:p>
            <a:r>
              <a:rPr lang="es-ES" dirty="0">
                <a:cs typeface="Calibri"/>
              </a:rPr>
              <a:t>En la actualidad casi todas en desuso salvo PCI-Express gracias al USB </a:t>
            </a:r>
            <a:r>
              <a:rPr lang="es-ES" dirty="0">
                <a:ea typeface="+mn-lt"/>
                <a:cs typeface="+mn-lt"/>
              </a:rPr>
              <a:t>y de que muchas funciones, como la conectividad Ethernet, el audio y el video están ya integradas en la placa base</a:t>
            </a:r>
            <a:r>
              <a:rPr lang="es-ES" dirty="0">
                <a:cs typeface="Calibri"/>
              </a:rPr>
              <a:t>.</a:t>
            </a:r>
            <a:endParaRPr lang="es-ES">
              <a:cs typeface="Calibri"/>
            </a:endParaRPr>
          </a:p>
          <a:p>
            <a:r>
              <a:rPr lang="es-ES" dirty="0">
                <a:ea typeface="+mn-lt"/>
                <a:cs typeface="+mn-lt"/>
              </a:rPr>
              <a:t>Entre las tarjetas de expansión más utilizadas están la tarjeta capturadora o sintonizadora de video y/o televisión, tarjeta de red (cableada o inalámbrica), tarjeta de sonido, tarjeta gráfica, tarjeta PCI-SCSI, tarjeta PCI-RAID, tarjeta PCI-IDE, tarjeta expansión SATA, tarjeta expansión USB, tarjeta expansión </a:t>
            </a:r>
            <a:r>
              <a:rPr lang="es-ES" dirty="0" err="1">
                <a:ea typeface="+mn-lt"/>
                <a:cs typeface="+mn-lt"/>
              </a:rPr>
              <a:t>Firewire</a:t>
            </a:r>
          </a:p>
        </p:txBody>
      </p:sp>
    </p:spTree>
    <p:extLst>
      <p:ext uri="{BB962C8B-B14F-4D97-AF65-F5344CB8AC3E}">
        <p14:creationId xmlns:p14="http://schemas.microsoft.com/office/powerpoint/2010/main" val="38304105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5EA28D-28E3-5FAA-69F0-0ECD091D44CB}"/>
              </a:ext>
            </a:extLst>
          </p:cNvPr>
          <p:cNvSpPr>
            <a:spLocks noGrp="1"/>
          </p:cNvSpPr>
          <p:nvPr>
            <p:ph type="title"/>
          </p:nvPr>
        </p:nvSpPr>
        <p:spPr>
          <a:xfrm>
            <a:off x="876692" y="741391"/>
            <a:ext cx="5479719" cy="1616203"/>
          </a:xfrm>
        </p:spPr>
        <p:txBody>
          <a:bodyPr anchor="b">
            <a:normAutofit/>
          </a:bodyPr>
          <a:lstStyle/>
          <a:p>
            <a:r>
              <a:rPr lang="es-ES" sz="3200" dirty="0">
                <a:cs typeface="Calibri Light"/>
              </a:rPr>
              <a:t>Tarjeta gráfica</a:t>
            </a:r>
            <a:endParaRPr lang="es-ES" sz="3200" dirty="0"/>
          </a:p>
        </p:txBody>
      </p:sp>
      <p:sp>
        <p:nvSpPr>
          <p:cNvPr id="3" name="Marcador de contenido 2">
            <a:extLst>
              <a:ext uri="{FF2B5EF4-FFF2-40B4-BE49-F238E27FC236}">
                <a16:creationId xmlns:a16="http://schemas.microsoft.com/office/drawing/2014/main" id="{177A9A3A-F18F-C3C2-FF0E-588B264B1068}"/>
              </a:ext>
            </a:extLst>
          </p:cNvPr>
          <p:cNvSpPr>
            <a:spLocks noGrp="1"/>
          </p:cNvSpPr>
          <p:nvPr>
            <p:ph idx="1"/>
          </p:nvPr>
        </p:nvSpPr>
        <p:spPr>
          <a:xfrm>
            <a:off x="876692" y="2533476"/>
            <a:ext cx="5479719" cy="3447832"/>
          </a:xfrm>
        </p:spPr>
        <p:txBody>
          <a:bodyPr vert="horz" lIns="91440" tIns="45720" rIns="91440" bIns="45720" rtlCol="0" anchor="t">
            <a:normAutofit/>
          </a:bodyPr>
          <a:lstStyle/>
          <a:p>
            <a:r>
              <a:rPr lang="es-ES" sz="1700">
                <a:ea typeface="+mn-lt"/>
                <a:cs typeface="+mn-lt"/>
              </a:rPr>
              <a:t>La tarjeta gráfica, tarjeta de video y/o aceleradora gráfica juega un papel fundamental y merece ser objeto de estudio en los ordenadores actuales, donde el contenido multimedia está constantemente presente con una calidad y resolución gráfica tan exigentes. Es la encargada de procesar los datos que provienen de la CPU y transformarlos en información comprensible y representable en un dispositivo de salida como un monitor o un video proyector. Además de las tarjetas gráficas habituales, entendidas como tarjetas dedicadas y separadas de la placa base, se conoce también como tarjeta gráfica a las GPU (Graphics Proccessing Unit, procesador de tarjetas gráficas) integradas en la placa base. </a:t>
            </a:r>
            <a:endParaRPr lang="es-ES" sz="1700"/>
          </a:p>
        </p:txBody>
      </p:sp>
      <p:pic>
        <p:nvPicPr>
          <p:cNvPr id="6" name="Picture 4" descr="Gráfico en un documento con un bolígrafo">
            <a:extLst>
              <a:ext uri="{FF2B5EF4-FFF2-40B4-BE49-F238E27FC236}">
                <a16:creationId xmlns:a16="http://schemas.microsoft.com/office/drawing/2014/main" id="{B7E2BB8E-D88A-E5EA-F69B-04A4CF096170}"/>
              </a:ext>
            </a:extLst>
          </p:cNvPr>
          <p:cNvPicPr>
            <a:picLocks noChangeAspect="1"/>
          </p:cNvPicPr>
          <p:nvPr/>
        </p:nvPicPr>
        <p:blipFill rotWithShape="1">
          <a:blip r:embed="rId2"/>
          <a:srcRect l="33111" r="19060" b="-3"/>
          <a:stretch/>
        </p:blipFill>
        <p:spPr>
          <a:xfrm>
            <a:off x="7270812" y="10"/>
            <a:ext cx="4921187" cy="6857990"/>
          </a:xfrm>
          <a:prstGeom prst="rect">
            <a:avLst/>
          </a:prstGeom>
        </p:spPr>
      </p:pic>
      <p:grpSp>
        <p:nvGrpSpPr>
          <p:cNvPr id="7" name="Group 8">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0" name="Rectangle 9">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0">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72741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8BECC-5F7B-D874-8BCC-619683540C42}"/>
              </a:ext>
            </a:extLst>
          </p:cNvPr>
          <p:cNvSpPr>
            <a:spLocks noGrp="1"/>
          </p:cNvSpPr>
          <p:nvPr>
            <p:ph type="title"/>
          </p:nvPr>
        </p:nvSpPr>
        <p:spPr/>
        <p:txBody>
          <a:bodyPr/>
          <a:lstStyle/>
          <a:p>
            <a:r>
              <a:rPr lang="es-ES" dirty="0">
                <a:cs typeface="Calibri Light"/>
              </a:rPr>
              <a:t>Tarjeta gráfica</a:t>
            </a:r>
            <a:endParaRPr lang="es-ES" dirty="0"/>
          </a:p>
        </p:txBody>
      </p:sp>
      <p:sp>
        <p:nvSpPr>
          <p:cNvPr id="3" name="Marcador de contenido 2">
            <a:extLst>
              <a:ext uri="{FF2B5EF4-FFF2-40B4-BE49-F238E27FC236}">
                <a16:creationId xmlns:a16="http://schemas.microsoft.com/office/drawing/2014/main" id="{DB7E326D-615A-CFEF-0612-61169C22B6D1}"/>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Existen múltiples técnicas empleadas por las tarjetas gráficas en la mejora de la imagen como el </a:t>
            </a:r>
            <a:r>
              <a:rPr lang="es-ES" dirty="0" err="1">
                <a:ea typeface="+mn-lt"/>
                <a:cs typeface="+mn-lt"/>
              </a:rPr>
              <a:t>antialiasing</a:t>
            </a:r>
            <a:r>
              <a:rPr lang="es-ES" dirty="0">
                <a:ea typeface="+mn-lt"/>
                <a:cs typeface="+mn-lt"/>
              </a:rPr>
              <a:t>, que consiste en el suavizado de bordes de los objetos, importante para obtener imágenes realzadas. Normalmente al aplicar algún tipo de </a:t>
            </a:r>
            <a:r>
              <a:rPr lang="es-ES" dirty="0" err="1">
                <a:ea typeface="+mn-lt"/>
                <a:cs typeface="+mn-lt"/>
              </a:rPr>
              <a:t>antialiasing</a:t>
            </a:r>
            <a:r>
              <a:rPr lang="es-ES" dirty="0">
                <a:ea typeface="+mn-lt"/>
                <a:cs typeface="+mn-lt"/>
              </a:rPr>
              <a:t> la calidad de la imagen mejora sensiblemente. A la hora de elegir una tarjeta gráfica existen una serie de características que hay que tener en cuenta, como son: Velocidad del núcleo (</a:t>
            </a:r>
            <a:r>
              <a:rPr lang="es-ES" dirty="0" err="1">
                <a:ea typeface="+mn-lt"/>
                <a:cs typeface="+mn-lt"/>
              </a:rPr>
              <a:t>Mhz</a:t>
            </a:r>
            <a:r>
              <a:rPr lang="es-ES" dirty="0">
                <a:ea typeface="+mn-lt"/>
                <a:cs typeface="+mn-lt"/>
              </a:rPr>
              <a:t>), ancho del bus (de 128 bits hasta 512 o más), velocidad de relleno de textura, píxeles por ciclo (</a:t>
            </a:r>
            <a:r>
              <a:rPr lang="es-ES" dirty="0" err="1">
                <a:ea typeface="+mn-lt"/>
                <a:cs typeface="+mn-lt"/>
              </a:rPr>
              <a:t>nº</a:t>
            </a:r>
            <a:r>
              <a:rPr lang="es-ES" dirty="0">
                <a:ea typeface="+mn-lt"/>
                <a:cs typeface="+mn-lt"/>
              </a:rPr>
              <a:t> píxeles procesados por ciclo de reloj), sistema de ventilación, compatibilidad con Microsoft DirectX u OpenGL, salida con capacidad HDCP (mediante conexiones HDMI o DVI), resolución vertical y horizontal máxima y otras características adicionales. En la actualidad existen dos grandes empresas, NVIDIA y ATI</a:t>
            </a:r>
            <a:endParaRPr lang="es-ES" dirty="0"/>
          </a:p>
        </p:txBody>
      </p:sp>
    </p:spTree>
    <p:extLst>
      <p:ext uri="{BB962C8B-B14F-4D97-AF65-F5344CB8AC3E}">
        <p14:creationId xmlns:p14="http://schemas.microsoft.com/office/powerpoint/2010/main" val="39587794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E3F9F-609F-803A-FF50-CF16E4AA164B}"/>
              </a:ext>
            </a:extLst>
          </p:cNvPr>
          <p:cNvSpPr>
            <a:spLocks noGrp="1"/>
          </p:cNvSpPr>
          <p:nvPr>
            <p:ph type="title"/>
          </p:nvPr>
        </p:nvSpPr>
        <p:spPr/>
        <p:txBody>
          <a:bodyPr/>
          <a:lstStyle/>
          <a:p>
            <a:r>
              <a:rPr lang="es-ES" dirty="0">
                <a:cs typeface="Calibri Light"/>
              </a:rPr>
              <a:t>Dispositivos de E/S</a:t>
            </a:r>
            <a:endParaRPr lang="es-ES" dirty="0"/>
          </a:p>
        </p:txBody>
      </p:sp>
      <p:sp>
        <p:nvSpPr>
          <p:cNvPr id="3" name="Marcador de contenido 2">
            <a:extLst>
              <a:ext uri="{FF2B5EF4-FFF2-40B4-BE49-F238E27FC236}">
                <a16:creationId xmlns:a16="http://schemas.microsoft.com/office/drawing/2014/main" id="{F93707D6-FB4D-FCFD-B5F4-F0A7BFEA8BF6}"/>
              </a:ext>
            </a:extLst>
          </p:cNvPr>
          <p:cNvSpPr>
            <a:spLocks noGrp="1"/>
          </p:cNvSpPr>
          <p:nvPr>
            <p:ph idx="1"/>
          </p:nvPr>
        </p:nvSpPr>
        <p:spPr/>
        <p:txBody>
          <a:bodyPr vert="horz" lIns="91440" tIns="45720" rIns="91440" bIns="45720" rtlCol="0" anchor="t">
            <a:normAutofit fontScale="92500"/>
          </a:bodyPr>
          <a:lstStyle/>
          <a:p>
            <a:r>
              <a:rPr lang="es-ES" dirty="0">
                <a:ea typeface="+mn-lt"/>
                <a:cs typeface="+mn-lt"/>
              </a:rPr>
              <a:t>Se denomina periférico a cualquier dispositivo informático que no es parte del ordenador esencial (procesador – memoria interna – buses), de su CPU, que está situado relativamente cercano a ésta (en la periferia) y son de gran utilidad e incluso imprescindibles para su uso y manejo.</a:t>
            </a:r>
          </a:p>
          <a:p>
            <a:r>
              <a:rPr lang="es-ES" dirty="0">
                <a:ea typeface="+mn-lt"/>
                <a:cs typeface="+mn-lt"/>
              </a:rPr>
              <a:t>Los periféricos son imprescindibles en la explotación y uso de un sistema informático ya que son los elementos con los que éste interactúa. Todo periférico tiene dos partes claramente diferenciadas: </a:t>
            </a:r>
          </a:p>
          <a:p>
            <a:pPr lvl="1"/>
            <a:r>
              <a:rPr lang="es-ES" dirty="0">
                <a:ea typeface="+mn-lt"/>
                <a:cs typeface="+mn-lt"/>
              </a:rPr>
              <a:t>- Parte mecánica. Formada por dispositivos electromecánicos (conmutadores, electroimanes, motores y otros), que son controlados por elementos eléctricos. </a:t>
            </a:r>
          </a:p>
          <a:p>
            <a:pPr lvl="1"/>
            <a:r>
              <a:rPr lang="es-ES" dirty="0">
                <a:ea typeface="+mn-lt"/>
                <a:cs typeface="+mn-lt"/>
              </a:rPr>
              <a:t>-Parte electrónica. Encargada de controlar las órdenes que lleguen desde la CPU y de generar las órdenes necesarias para manejar esas partes mecánicas. </a:t>
            </a:r>
            <a:endParaRPr lang="es-ES">
              <a:cs typeface="Calibri"/>
            </a:endParaRPr>
          </a:p>
        </p:txBody>
      </p:sp>
    </p:spTree>
    <p:extLst>
      <p:ext uri="{BB962C8B-B14F-4D97-AF65-F5344CB8AC3E}">
        <p14:creationId xmlns:p14="http://schemas.microsoft.com/office/powerpoint/2010/main" val="33867237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E3F9F-609F-803A-FF50-CF16E4AA164B}"/>
              </a:ext>
            </a:extLst>
          </p:cNvPr>
          <p:cNvSpPr>
            <a:spLocks noGrp="1"/>
          </p:cNvSpPr>
          <p:nvPr>
            <p:ph type="title"/>
          </p:nvPr>
        </p:nvSpPr>
        <p:spPr/>
        <p:txBody>
          <a:bodyPr/>
          <a:lstStyle/>
          <a:p>
            <a:r>
              <a:rPr lang="es-ES" dirty="0">
                <a:cs typeface="Calibri Light"/>
              </a:rPr>
              <a:t>Dispositivos de E/S</a:t>
            </a:r>
            <a:endParaRPr lang="es-ES" dirty="0"/>
          </a:p>
        </p:txBody>
      </p:sp>
      <p:pic>
        <p:nvPicPr>
          <p:cNvPr id="6" name="Marcador de contenido 5" descr="Interfaz de usuario gráfica, Texto, Aplicación&#10;&#10;Descripción generada automáticamente">
            <a:extLst>
              <a:ext uri="{FF2B5EF4-FFF2-40B4-BE49-F238E27FC236}">
                <a16:creationId xmlns:a16="http://schemas.microsoft.com/office/drawing/2014/main" id="{EDCF7C09-6076-5569-3821-EE3BBC60F8DB}"/>
              </a:ext>
            </a:extLst>
          </p:cNvPr>
          <p:cNvPicPr>
            <a:picLocks noGrp="1" noChangeAspect="1"/>
          </p:cNvPicPr>
          <p:nvPr>
            <p:ph idx="1"/>
          </p:nvPr>
        </p:nvPicPr>
        <p:blipFill>
          <a:blip r:embed="rId2"/>
          <a:stretch>
            <a:fillRect/>
          </a:stretch>
        </p:blipFill>
        <p:spPr>
          <a:xfrm>
            <a:off x="1072923" y="1509826"/>
            <a:ext cx="10133239" cy="3404507"/>
          </a:xfrm>
        </p:spPr>
      </p:pic>
      <p:pic>
        <p:nvPicPr>
          <p:cNvPr id="7" name="Imagen 6" descr="Interfaz de usuario gráfica, Texto, Aplicación&#10;&#10;Descripción generada automáticamente">
            <a:extLst>
              <a:ext uri="{FF2B5EF4-FFF2-40B4-BE49-F238E27FC236}">
                <a16:creationId xmlns:a16="http://schemas.microsoft.com/office/drawing/2014/main" id="{15190FDD-48F0-AF23-86C8-D4707A7F4805}"/>
              </a:ext>
            </a:extLst>
          </p:cNvPr>
          <p:cNvPicPr>
            <a:picLocks noChangeAspect="1"/>
          </p:cNvPicPr>
          <p:nvPr/>
        </p:nvPicPr>
        <p:blipFill>
          <a:blip r:embed="rId3"/>
          <a:stretch>
            <a:fillRect/>
          </a:stretch>
        </p:blipFill>
        <p:spPr>
          <a:xfrm>
            <a:off x="1143000" y="4789114"/>
            <a:ext cx="9971314" cy="1710256"/>
          </a:xfrm>
          <a:prstGeom prst="rect">
            <a:avLst/>
          </a:prstGeom>
        </p:spPr>
      </p:pic>
    </p:spTree>
    <p:extLst>
      <p:ext uri="{BB962C8B-B14F-4D97-AF65-F5344CB8AC3E}">
        <p14:creationId xmlns:p14="http://schemas.microsoft.com/office/powerpoint/2010/main" val="6304244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3da772d-e1dd-4185-86a6-ad008bec2e1f" xsi:nil="true"/>
    <lcf76f155ced4ddcb4097134ff3c332f xmlns="a4602a3e-767e-44d0-b53e-3316809f6a3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3352AACCC8DAA43937B498FE67C7305" ma:contentTypeVersion="15" ma:contentTypeDescription="Crear nuevo documento." ma:contentTypeScope="" ma:versionID="355f0cd57e2e664bfb840bc49727f4ab">
  <xsd:schema xmlns:xsd="http://www.w3.org/2001/XMLSchema" xmlns:xs="http://www.w3.org/2001/XMLSchema" xmlns:p="http://schemas.microsoft.com/office/2006/metadata/properties" xmlns:ns2="a4602a3e-767e-44d0-b53e-3316809f6a37" xmlns:ns3="f3da772d-e1dd-4185-86a6-ad008bec2e1f" targetNamespace="http://schemas.microsoft.com/office/2006/metadata/properties" ma:root="true" ma:fieldsID="3aeec1d8d235245d3d10c41c7fd00e6e" ns2:_="" ns3:_="">
    <xsd:import namespace="a4602a3e-767e-44d0-b53e-3316809f6a37"/>
    <xsd:import namespace="f3da772d-e1dd-4185-86a6-ad008bec2e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lcf76f155ced4ddcb4097134ff3c332f" minOccurs="0"/>
                <xsd:element ref="ns3:TaxCatchAll" minOccurs="0"/>
                <xsd:element ref="ns2:MediaServiceSearchPropertie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602a3e-767e-44d0-b53e-3316809f6a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c78f882a-4955-4459-80ae-63e0657d27e9"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da772d-e1dd-4185-86a6-ad008bec2e1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9a388f8-3a30-4153-82e6-4766dcf3dc08}" ma:internalName="TaxCatchAll" ma:showField="CatchAllData" ma:web="f3da772d-e1dd-4185-86a6-ad008bec2e1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544E57-B544-40E3-AD65-717935A69051}">
  <ds:schemaRefs>
    <ds:schemaRef ds:uri="http://schemas.microsoft.com/office/2006/metadata/properties"/>
    <ds:schemaRef ds:uri="http://purl.org/dc/elements/1.1/"/>
    <ds:schemaRef ds:uri="http://schemas.openxmlformats.org/package/2006/metadata/core-properties"/>
    <ds:schemaRef ds:uri="http://purl.org/dc/terms/"/>
    <ds:schemaRef ds:uri="http://purl.org/dc/dcmitype/"/>
    <ds:schemaRef ds:uri="http://www.w3.org/XML/1998/namespace"/>
    <ds:schemaRef ds:uri="http://schemas.microsoft.com/office/2006/documentManagement/types"/>
    <ds:schemaRef ds:uri="http://schemas.microsoft.com/office/infopath/2007/PartnerControls"/>
    <ds:schemaRef ds:uri="f3da772d-e1dd-4185-86a6-ad008bec2e1f"/>
    <ds:schemaRef ds:uri="a4602a3e-767e-44d0-b53e-3316809f6a37"/>
  </ds:schemaRefs>
</ds:datastoreItem>
</file>

<file path=customXml/itemProps2.xml><?xml version="1.0" encoding="utf-8"?>
<ds:datastoreItem xmlns:ds="http://schemas.openxmlformats.org/officeDocument/2006/customXml" ds:itemID="{222FAF62-C820-4FA3-AF78-C368CE397DF7}">
  <ds:schemaRefs>
    <ds:schemaRef ds:uri="a4602a3e-767e-44d0-b53e-3316809f6a37"/>
    <ds:schemaRef ds:uri="f3da772d-e1dd-4185-86a6-ad008bec2e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22281EA-14C5-4720-801D-F691DC18FB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7116</Words>
  <Application>Microsoft Office PowerPoint</Application>
  <PresentationFormat>Panorámica</PresentationFormat>
  <Paragraphs>314</Paragraphs>
  <Slides>81</Slides>
  <Notes>0</Notes>
  <HiddenSlides>0</HiddenSlides>
  <MMClips>2</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81</vt:i4>
      </vt:variant>
    </vt:vector>
  </HeadingPairs>
  <TitlesOfParts>
    <vt:vector size="87" baseType="lpstr">
      <vt:lpstr>Arial</vt:lpstr>
      <vt:lpstr>Arial MT</vt:lpstr>
      <vt:lpstr>Calibri</vt:lpstr>
      <vt:lpstr>Calibri Light</vt:lpstr>
      <vt:lpstr>Posterama</vt:lpstr>
      <vt:lpstr>Office Theme</vt:lpstr>
      <vt:lpstr>UT2. Componentes de un Sistema Informático</vt:lpstr>
      <vt:lpstr>Presentación de PowerPoint</vt:lpstr>
      <vt:lpstr>Introducción componentes físicos de un ordenador</vt:lpstr>
      <vt:lpstr>Factor de forma</vt:lpstr>
      <vt:lpstr>Factor de Forma</vt:lpstr>
      <vt:lpstr>La Placa Base</vt:lpstr>
      <vt:lpstr>Elementos de la Placa Base</vt:lpstr>
      <vt:lpstr>Elementos de la Placa Base 2</vt:lpstr>
      <vt:lpstr>Elementos de la Placa Base 3</vt:lpstr>
      <vt:lpstr>Presentación de PowerPoint</vt:lpstr>
      <vt:lpstr>Chipset. NorthBridge</vt:lpstr>
      <vt:lpstr>Chipset. SouthBridge</vt:lpstr>
      <vt:lpstr>BIOS</vt:lpstr>
      <vt:lpstr>BIOS</vt:lpstr>
      <vt:lpstr>Conector de alimentación</vt:lpstr>
      <vt:lpstr>PILA</vt:lpstr>
      <vt:lpstr>Jumper</vt:lpstr>
      <vt:lpstr>Conectores del panel frontal</vt:lpstr>
      <vt:lpstr>Controladores</vt:lpstr>
      <vt:lpstr>Microprocesador</vt:lpstr>
      <vt:lpstr>Microprocesador</vt:lpstr>
      <vt:lpstr>Microprocesador</vt:lpstr>
      <vt:lpstr>Microprocesador. Funciones</vt:lpstr>
      <vt:lpstr>Microprocesador. Funciones</vt:lpstr>
      <vt:lpstr>Microprocesador. Características. Frecuencia de reloj</vt:lpstr>
      <vt:lpstr>Microprocesador. Características. </vt:lpstr>
      <vt:lpstr>Microprocesador. Características. Frecuencia de Reloj</vt:lpstr>
      <vt:lpstr>Microprocesador. Características. Juego de Instrucciones</vt:lpstr>
      <vt:lpstr>Microprocesador. Características. Ancho del bus de direcciones </vt:lpstr>
      <vt:lpstr>Microprocesador. Características. Número de registros internos</vt:lpstr>
      <vt:lpstr>Microprocesadores. Características. Memoría caché </vt:lpstr>
      <vt:lpstr>Microprocesadores. Características. Memoría caché </vt:lpstr>
      <vt:lpstr>Microprocesadores. Características. Disipación de calor</vt:lpstr>
      <vt:lpstr>Microprocesadores. Características. Tecnología de fabricación</vt:lpstr>
      <vt:lpstr>Microprocesador. Estructura</vt:lpstr>
      <vt:lpstr>Microprocesador. Estructura</vt:lpstr>
      <vt:lpstr>Microprocesapor. Encapsulado</vt:lpstr>
      <vt:lpstr>Microprocesapor. Encapsulado</vt:lpstr>
      <vt:lpstr>Microprocesador. Zócalo</vt:lpstr>
      <vt:lpstr>Microprocesador. Zócalo</vt:lpstr>
      <vt:lpstr>La memoria principal . Memoria RAM</vt:lpstr>
      <vt:lpstr>La memoria principal . Memoria RAM</vt:lpstr>
      <vt:lpstr>La memoria principal. Composición</vt:lpstr>
      <vt:lpstr>La memoria principal. DRAM vs SRAM</vt:lpstr>
      <vt:lpstr>La memoria principal. Características</vt:lpstr>
      <vt:lpstr>La memoria principal. Tipo de memoria</vt:lpstr>
      <vt:lpstr>La memoria principal. Tipo de memoria</vt:lpstr>
      <vt:lpstr>La memoria principal tipos. SDRAM</vt:lpstr>
      <vt:lpstr>La memoria principal tipos. DDR SDRAM</vt:lpstr>
      <vt:lpstr>La memoria principal tipos. DDR2 SDRAM, DDR2 o DDRII</vt:lpstr>
      <vt:lpstr>La memoria principal tipos. DDR3 SDRAM, DDR3 o DDRIII</vt:lpstr>
      <vt:lpstr>La memoria principal tipos. DDR4 SDRAM, DDR4 o DDRIV</vt:lpstr>
      <vt:lpstr>La memoria principal. Tipos. DDR5</vt:lpstr>
      <vt:lpstr>La memoria principal. Módulos de memoria</vt:lpstr>
      <vt:lpstr>La memoria principal. Módulos de memoria en portátiles</vt:lpstr>
      <vt:lpstr>La memoria. Dual Channel o Triple Channel</vt:lpstr>
      <vt:lpstr>Memoria de vídeo o gráfica</vt:lpstr>
      <vt:lpstr>Memoria de vídeo o gráfica</vt:lpstr>
      <vt:lpstr>Buses y ranuras de Expansión</vt:lpstr>
      <vt:lpstr>Buses y ranuras de Expansión </vt:lpstr>
      <vt:lpstr>Buses y ranuras de Expansión </vt:lpstr>
      <vt:lpstr>Buses y ranuras de Expansión </vt:lpstr>
      <vt:lpstr>Buses y ranuras de Expansión </vt:lpstr>
      <vt:lpstr>Puertos y Conexiones</vt:lpstr>
      <vt:lpstr>Puertos y Conexiones</vt:lpstr>
      <vt:lpstr>Unidades de Almacenamiento</vt:lpstr>
      <vt:lpstr>Presentación de PowerPoint</vt:lpstr>
      <vt:lpstr>Partes de un disco duro magnético</vt:lpstr>
      <vt:lpstr>Discos duros. Tipos de conexión</vt:lpstr>
      <vt:lpstr>Discos duros. Estructura lógica</vt:lpstr>
      <vt:lpstr>Discos de estado sólido SSD</vt:lpstr>
      <vt:lpstr>Discos de estado sólido SSD. Ventajas</vt:lpstr>
      <vt:lpstr>Discos de estado sólido SSD. Métodos de conexión</vt:lpstr>
      <vt:lpstr>Lector-grabador de discos ópticos y soportes ópticos </vt:lpstr>
      <vt:lpstr>Lector-grabador de discos ópticos y soportes ópticos </vt:lpstr>
      <vt:lpstr>Tarjetas Flash</vt:lpstr>
      <vt:lpstr>Tarjetas de expansión</vt:lpstr>
      <vt:lpstr>Tarjeta gráfica</vt:lpstr>
      <vt:lpstr>Tarjeta gráfica</vt:lpstr>
      <vt:lpstr>Dispositivos de E/S</vt:lpstr>
      <vt:lpstr>Dispositivos de 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Profesor</dc:creator>
  <cp:lastModifiedBy>Rubén Sáenz Francia</cp:lastModifiedBy>
  <cp:revision>470</cp:revision>
  <dcterms:created xsi:type="dcterms:W3CDTF">2023-09-29T10:01:58Z</dcterms:created>
  <dcterms:modified xsi:type="dcterms:W3CDTF">2025-10-13T11:30:45Z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0x010100C3352AACCC8DAA43937B498FE67C7305</vt:lpwstr>
  </property>
  <property fmtid="{D5CDD505-2E9C-101B-9397-08002B2CF9AE}" pid="3" name="MediaServiceImageTags">
    <vt:lpwstr/>
  </property>
</Properties>
</file>